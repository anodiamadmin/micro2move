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2" r:id="rId2"/>
    <p:sldId id="287" r:id="rId3"/>
    <p:sldId id="288" r:id="rId4"/>
    <p:sldId id="280" r:id="rId5"/>
    <p:sldId id="281" r:id="rId6"/>
    <p:sldId id="265" r:id="rId7"/>
    <p:sldId id="266" r:id="rId8"/>
    <p:sldId id="268" r:id="rId9"/>
    <p:sldId id="272" r:id="rId10"/>
    <p:sldId id="274" r:id="rId11"/>
    <p:sldId id="273" r:id="rId12"/>
    <p:sldId id="283" r:id="rId13"/>
    <p:sldId id="284" r:id="rId14"/>
    <p:sldId id="285" r:id="rId15"/>
    <p:sldId id="286" r:id="rId16"/>
    <p:sldId id="278" r:id="rId17"/>
    <p:sldId id="279" r:id="rId18"/>
    <p:sldId id="275" r:id="rId19"/>
    <p:sldId id="276" r:id="rId20"/>
    <p:sldId id="277" r:id="rId21"/>
    <p:sldId id="258" r:id="rId22"/>
    <p:sldId id="291" r:id="rId23"/>
    <p:sldId id="290" r:id="rId24"/>
    <p:sldId id="292" r:id="rId25"/>
    <p:sldId id="293" r:id="rId26"/>
    <p:sldId id="294" r:id="rId27"/>
    <p:sldId id="295" r:id="rId28"/>
    <p:sldId id="296" r:id="rId29"/>
    <p:sldId id="29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D56E1"/>
    <a:srgbClr val="CB9BF0"/>
    <a:srgbClr val="FFFFFF"/>
    <a:srgbClr val="E9E0FF"/>
    <a:srgbClr val="E53935"/>
    <a:srgbClr val="F34A31"/>
    <a:srgbClr val="7F7F7F"/>
    <a:srgbClr val="F9F9F9"/>
    <a:srgbClr val="333333"/>
    <a:srgbClr val="19123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82" d="100"/>
          <a:sy n="82" d="100"/>
        </p:scale>
        <p:origin x="720" y="-3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19/02/2026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19/02/2026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19/02/2026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19/02/2026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6.png"/><Relationship Id="rId9"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1.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31.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4114" y="1167917"/>
            <a:ext cx="5144446" cy="3844209"/>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1839" t="18979" r="11935" b="22132"/>
          <a:stretch/>
        </p:blipFill>
        <p:spPr>
          <a:xfrm>
            <a:off x="2294063" y="1655101"/>
            <a:ext cx="3300277" cy="25496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 Light &amp; Dark Themes</a:t>
            </a:r>
            <a:endParaRPr lang="en-AU" sz="4400" b="1" dirty="0"/>
          </a:p>
        </p:txBody>
      </p:sp>
      <p:pic>
        <p:nvPicPr>
          <p:cNvPr id="10" name="Picture 9"/>
          <p:cNvPicPr>
            <a:picLocks noChangeAspect="1"/>
          </p:cNvPicPr>
          <p:nvPr/>
        </p:nvPicPr>
        <p:blipFill rotWithShape="1">
          <a:blip r:embed="rId3">
            <a:extLst>
              <a:ext uri="{28A0092B-C50C-407E-A947-70E740481C1C}">
                <a14:useLocalDpi xmlns:a14="http://schemas.microsoft.com/office/drawing/2010/main" val="0"/>
              </a:ext>
            </a:extLst>
          </a:blip>
          <a:srcRect l="21535" t="27735" r="20713" b="30801"/>
          <a:stretch/>
        </p:blipFill>
        <p:spPr>
          <a:xfrm>
            <a:off x="7065901" y="1578797"/>
            <a:ext cx="3991971" cy="2866031"/>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Tree>
    <p:extLst>
      <p:ext uri="{BB962C8B-B14F-4D97-AF65-F5344CB8AC3E}">
        <p14:creationId xmlns:p14="http://schemas.microsoft.com/office/powerpoint/2010/main" val="423776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M2M_BG</a:t>
            </a:r>
          </a:p>
          <a:p>
            <a:pPr algn="ctr"/>
            <a:r>
              <a:rPr lang="en-US" dirty="0">
                <a:solidFill>
                  <a:schemeClr val="tx1"/>
                </a:solidFill>
              </a:rPr>
              <a:t>#E9E0FF</a:t>
            </a:r>
          </a:p>
          <a:p>
            <a:pPr algn="ctr"/>
            <a:r>
              <a:rPr lang="en-US" sz="1600" dirty="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White</a:t>
            </a:r>
          </a:p>
          <a:p>
            <a:pPr algn="ctr"/>
            <a:r>
              <a:rPr lang="en-US" dirty="0">
                <a:solidFill>
                  <a:schemeClr val="tx1"/>
                </a:solidFill>
              </a:rPr>
              <a:t>#FFFFFF</a:t>
            </a:r>
          </a:p>
          <a:p>
            <a:pPr algn="ctr"/>
            <a:r>
              <a:rPr lang="en-US" sz="1600" dirty="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M2M_Logo</a:t>
            </a:r>
          </a:p>
          <a:p>
            <a:pPr algn="ctr"/>
            <a:r>
              <a:rPr lang="en-US" dirty="0">
                <a:solidFill>
                  <a:schemeClr val="bg1"/>
                </a:solidFill>
              </a:rPr>
              <a:t>#9510E4</a:t>
            </a:r>
          </a:p>
          <a:p>
            <a:pPr algn="ctr"/>
            <a:r>
              <a:rPr lang="en-US" dirty="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M2M_Secondary</a:t>
            </a:r>
          </a:p>
          <a:p>
            <a:pPr algn="ctr"/>
            <a:r>
              <a:rPr lang="en-US" dirty="0">
                <a:solidFill>
                  <a:schemeClr val="tx1"/>
                </a:solidFill>
              </a:rPr>
              <a:t>#506445</a:t>
            </a:r>
          </a:p>
          <a:p>
            <a:pPr algn="ctr"/>
            <a:r>
              <a:rPr lang="en-US" dirty="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M2M_Primary</a:t>
            </a:r>
          </a:p>
          <a:p>
            <a:pPr algn="ctr"/>
            <a:r>
              <a:rPr lang="en-US" dirty="0">
                <a:solidFill>
                  <a:schemeClr val="tx1"/>
                </a:solidFill>
              </a:rPr>
              <a:t>#CB9BF0</a:t>
            </a:r>
          </a:p>
          <a:p>
            <a:pPr algn="ctr"/>
            <a:r>
              <a:rPr lang="en-US" sz="1600" dirty="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M2M_LightestSecondary</a:t>
            </a:r>
          </a:p>
          <a:p>
            <a:pPr algn="ctr"/>
            <a:r>
              <a:rPr lang="en-US" dirty="0">
                <a:solidFill>
                  <a:schemeClr val="tx1"/>
                </a:solidFill>
              </a:rPr>
              <a:t>#A0C88B</a:t>
            </a:r>
          </a:p>
          <a:p>
            <a:pPr algn="ctr"/>
            <a:r>
              <a:rPr lang="en-US" sz="1600" dirty="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M2M_DeepPrimary</a:t>
            </a:r>
          </a:p>
          <a:p>
            <a:pPr algn="ctr"/>
            <a:r>
              <a:rPr lang="en-US" dirty="0">
                <a:solidFill>
                  <a:schemeClr val="tx1"/>
                </a:solidFill>
              </a:rPr>
              <a:t>#AD56E1</a:t>
            </a:r>
          </a:p>
          <a:p>
            <a:pPr algn="ctr"/>
            <a:r>
              <a:rPr lang="en-US" dirty="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M2M_LightSecondary</a:t>
            </a:r>
          </a:p>
          <a:p>
            <a:pPr algn="ctr"/>
            <a:r>
              <a:rPr lang="en-US" dirty="0">
                <a:solidFill>
                  <a:schemeClr val="tx1"/>
                </a:solidFill>
              </a:rPr>
              <a:t>#789668</a:t>
            </a:r>
          </a:p>
          <a:p>
            <a:pPr algn="ctr"/>
            <a:r>
              <a:rPr lang="en-US" sz="1600" dirty="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M2M_Secondary_Darkest</a:t>
            </a:r>
          </a:p>
          <a:p>
            <a:pPr algn="ctr"/>
            <a:r>
              <a:rPr lang="en-US" dirty="0">
                <a:solidFill>
                  <a:schemeClr val="bg1"/>
                </a:solidFill>
              </a:rPr>
              <a:t>#283223</a:t>
            </a:r>
          </a:p>
          <a:p>
            <a:pPr algn="ctr"/>
            <a:r>
              <a:rPr lang="en-US" dirty="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M2M_Secondary_Dark</a:t>
            </a:r>
          </a:p>
          <a:p>
            <a:pPr algn="ctr"/>
            <a:r>
              <a:rPr lang="en-US" dirty="0">
                <a:solidFill>
                  <a:schemeClr val="tx1"/>
                </a:solidFill>
              </a:rPr>
              <a:t>#3C4B34</a:t>
            </a:r>
          </a:p>
          <a:p>
            <a:pPr algn="ctr"/>
            <a:r>
              <a:rPr lang="en-US" dirty="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Grey</a:t>
            </a:r>
          </a:p>
          <a:p>
            <a:pPr algn="ctr"/>
            <a:r>
              <a:rPr lang="en-US" dirty="0">
                <a:solidFill>
                  <a:schemeClr val="tx1"/>
                </a:solidFill>
              </a:rPr>
              <a:t>#777777</a:t>
            </a:r>
          </a:p>
          <a:p>
            <a:pPr algn="ctr"/>
            <a:r>
              <a:rPr lang="en-US" sz="1600" dirty="0">
                <a:solidFill>
                  <a:schemeClr val="tx1"/>
                </a:solidFill>
              </a:rPr>
              <a:t>(127, 127, 127)</a:t>
            </a:r>
            <a:endParaRPr lang="en-AU" sz="1600"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M2M_Success</a:t>
            </a:r>
          </a:p>
          <a:p>
            <a:pPr algn="ctr"/>
            <a:r>
              <a:rPr lang="en-US" dirty="0">
                <a:solidFill>
                  <a:schemeClr val="tx1"/>
                </a:solidFill>
              </a:rPr>
              <a:t>#</a:t>
            </a:r>
            <a:r>
              <a:rPr lang="en-AU" dirty="0">
                <a:solidFill>
                  <a:schemeClr val="tx1"/>
                </a:solidFill>
              </a:rPr>
              <a:t>34C759</a:t>
            </a:r>
          </a:p>
          <a:p>
            <a:pPr algn="ctr"/>
            <a:r>
              <a:rPr lang="en-US" dirty="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M2M_Green</a:t>
            </a:r>
          </a:p>
          <a:p>
            <a:pPr algn="ctr"/>
            <a:r>
              <a:rPr lang="en-US" dirty="0">
                <a:solidFill>
                  <a:schemeClr val="tx1"/>
                </a:solidFill>
              </a:rPr>
              <a:t>#</a:t>
            </a:r>
            <a:r>
              <a:rPr lang="en-AU" dirty="0">
                <a:solidFill>
                  <a:schemeClr val="tx1"/>
                </a:solidFill>
              </a:rPr>
              <a:t>15803D</a:t>
            </a:r>
          </a:p>
          <a:p>
            <a:pPr algn="ctr"/>
            <a:r>
              <a:rPr lang="en-US" dirty="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M2M_Blue</a:t>
            </a:r>
          </a:p>
          <a:p>
            <a:pPr algn="ctr"/>
            <a:r>
              <a:rPr lang="en-US" dirty="0">
                <a:solidFill>
                  <a:schemeClr val="tx1"/>
                </a:solidFill>
              </a:rPr>
              <a:t>#</a:t>
            </a:r>
            <a:r>
              <a:rPr lang="en-AU" dirty="0">
                <a:solidFill>
                  <a:schemeClr val="tx1"/>
                </a:solidFill>
              </a:rPr>
              <a:t>1D9BF0</a:t>
            </a:r>
          </a:p>
          <a:p>
            <a:pPr algn="ctr"/>
            <a:r>
              <a:rPr lang="en-US" dirty="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Black</a:t>
            </a:r>
          </a:p>
          <a:p>
            <a:pPr algn="ctr"/>
            <a:r>
              <a:rPr lang="en-US" dirty="0">
                <a:solidFill>
                  <a:schemeClr val="bg1"/>
                </a:solidFill>
              </a:rPr>
              <a:t>#000000</a:t>
            </a:r>
          </a:p>
          <a:p>
            <a:pPr algn="ctr"/>
            <a:r>
              <a:rPr lang="en-US" dirty="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M2M_Dark_Blue</a:t>
            </a:r>
          </a:p>
          <a:p>
            <a:pPr algn="ctr"/>
            <a:r>
              <a:rPr lang="en-US" dirty="0">
                <a:solidFill>
                  <a:schemeClr val="bg1"/>
                </a:solidFill>
              </a:rPr>
              <a:t>#</a:t>
            </a:r>
            <a:r>
              <a:rPr lang="en-AU" dirty="0">
                <a:solidFill>
                  <a:schemeClr val="bg1"/>
                </a:solidFill>
              </a:rPr>
              <a:t>19123B</a:t>
            </a:r>
          </a:p>
          <a:p>
            <a:pPr algn="ctr"/>
            <a:r>
              <a:rPr lang="en-US" dirty="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Dark_Grey</a:t>
            </a:r>
          </a:p>
          <a:p>
            <a:pPr algn="ctr"/>
            <a:r>
              <a:rPr lang="en-US" dirty="0">
                <a:solidFill>
                  <a:schemeClr val="bg1"/>
                </a:solidFill>
              </a:rPr>
              <a:t>#333333</a:t>
            </a:r>
          </a:p>
          <a:p>
            <a:pPr algn="ctr"/>
            <a:r>
              <a:rPr lang="en-US" sz="1600" dirty="0">
                <a:solidFill>
                  <a:schemeClr val="bg1"/>
                </a:solidFill>
              </a:rPr>
              <a:t>(51, 51, 51)</a:t>
            </a:r>
            <a:endParaRPr lang="en-AU" dirty="0">
              <a:solidFill>
                <a:schemeClr val="bg1"/>
              </a:solidFill>
            </a:endParaRPr>
          </a:p>
        </p:txBody>
      </p:sp>
      <p:sp>
        <p:nvSpPr>
          <p:cNvPr id="23" name="Rectangle 22"/>
          <p:cNvSpPr/>
          <p:nvPr/>
        </p:nvSpPr>
        <p:spPr>
          <a:xfrm>
            <a:off x="3151659" y="3914154"/>
            <a:ext cx="1538065" cy="1497050"/>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M2M_Red</a:t>
            </a:r>
          </a:p>
          <a:p>
            <a:pPr algn="ctr"/>
            <a:r>
              <a:rPr lang="en-US" dirty="0">
                <a:solidFill>
                  <a:schemeClr val="tx1"/>
                </a:solidFill>
              </a:rPr>
              <a:t>#</a:t>
            </a:r>
            <a:r>
              <a:rPr lang="en-AU" dirty="0">
                <a:solidFill>
                  <a:schemeClr val="tx1"/>
                </a:solidFill>
              </a:rPr>
              <a:t>E53935</a:t>
            </a:r>
          </a:p>
          <a:p>
            <a:pPr algn="ctr"/>
            <a:r>
              <a:rPr lang="en-US" dirty="0">
                <a:solidFill>
                  <a:schemeClr val="tx1"/>
                </a:solidFill>
              </a:rPr>
              <a:t>(229, 57, 53)</a:t>
            </a:r>
            <a:endParaRPr lang="en-AU" dirty="0">
              <a:solidFill>
                <a:schemeClr val="tx1"/>
              </a:solidFill>
            </a:endParaRPr>
          </a:p>
        </p:txBody>
      </p:sp>
    </p:spTree>
    <p:extLst>
      <p:ext uri="{BB962C8B-B14F-4D97-AF65-F5344CB8AC3E}">
        <p14:creationId xmlns:p14="http://schemas.microsoft.com/office/powerpoint/2010/main" val="1476787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Font Family</a:t>
            </a:r>
            <a:endParaRPr lang="en-AU" sz="4400" b="1" dirty="0"/>
          </a:p>
        </p:txBody>
      </p:sp>
      <p:sp>
        <p:nvSpPr>
          <p:cNvPr id="2" name="TextBox 1"/>
          <p:cNvSpPr txBox="1"/>
          <p:nvPr/>
        </p:nvSpPr>
        <p:spPr>
          <a:xfrm>
            <a:off x="3234519" y="948519"/>
            <a:ext cx="4293163" cy="3477875"/>
          </a:xfrm>
          <a:prstGeom prst="rect">
            <a:avLst/>
          </a:prstGeom>
          <a:noFill/>
        </p:spPr>
        <p:txBody>
          <a:bodyPr wrap="none" rtlCol="0">
            <a:spAutoFit/>
          </a:bodyPr>
          <a:lstStyle/>
          <a:p>
            <a:r>
              <a:rPr lang="en-US" sz="4400" dirty="0"/>
              <a:t>Primary:</a:t>
            </a:r>
          </a:p>
          <a:p>
            <a:r>
              <a:rPr lang="en-US" sz="4400" dirty="0"/>
              <a:t>	</a:t>
            </a:r>
            <a:r>
              <a:rPr lang="en-US" sz="4400" dirty="0">
                <a:latin typeface="Comfortaa" pitchFamily="2" charset="0"/>
              </a:rPr>
              <a:t>Comfortaa</a:t>
            </a:r>
          </a:p>
          <a:p>
            <a:endParaRPr lang="en-US" sz="4400" dirty="0"/>
          </a:p>
          <a:p>
            <a:r>
              <a:rPr lang="en-US" sz="4400" dirty="0"/>
              <a:t>Secondary:</a:t>
            </a:r>
          </a:p>
          <a:p>
            <a:r>
              <a:rPr lang="en-US" sz="4400" dirty="0"/>
              <a:t>	</a:t>
            </a:r>
            <a:r>
              <a:rPr lang="en-US" sz="4400" dirty="0">
                <a:latin typeface="Lato" panose="020F0502020204030203" pitchFamily="34" charset="0"/>
              </a:rPr>
              <a:t>Lato</a:t>
            </a:r>
            <a:endParaRPr lang="en-AU" sz="4400" dirty="0">
              <a:latin typeface="Lato" panose="020F0502020204030203" pitchFamily="34" charset="0"/>
            </a:endParaRPr>
          </a:p>
        </p:txBody>
      </p:sp>
    </p:spTree>
    <p:extLst>
      <p:ext uri="{BB962C8B-B14F-4D97-AF65-F5344CB8AC3E}">
        <p14:creationId xmlns:p14="http://schemas.microsoft.com/office/powerpoint/2010/main" val="404524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angle 71"/>
          <p:cNvSpPr/>
          <p:nvPr/>
        </p:nvSpPr>
        <p:spPr>
          <a:xfrm>
            <a:off x="8475118" y="196379"/>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Rectangle 54"/>
          <p:cNvSpPr/>
          <p:nvPr/>
        </p:nvSpPr>
        <p:spPr>
          <a:xfrm>
            <a:off x="4863242" y="191178"/>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ectangle 53"/>
          <p:cNvSpPr/>
          <p:nvPr/>
        </p:nvSpPr>
        <p:spPr>
          <a:xfrm>
            <a:off x="1227498" y="188135"/>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Safe Area &amp; Bottom Nav</a:t>
            </a:r>
            <a:endParaRPr lang="en-AU" sz="4400" b="1" dirty="0"/>
          </a:p>
        </p:txBody>
      </p:sp>
      <p:grpSp>
        <p:nvGrpSpPr>
          <p:cNvPr id="52" name="Group 51"/>
          <p:cNvGrpSpPr/>
          <p:nvPr/>
        </p:nvGrpSpPr>
        <p:grpSpPr>
          <a:xfrm>
            <a:off x="1041090" y="-3043"/>
            <a:ext cx="3366722" cy="6858000"/>
            <a:chOff x="8666331" y="315797"/>
            <a:chExt cx="3366722" cy="6858000"/>
          </a:xfrm>
        </p:grpSpPr>
        <p:pic>
          <p:nvPicPr>
            <p:cNvPr id="49" name="Picture 4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0" name="Picture 4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1" name="Rectangle 5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60" name="Group 59"/>
          <p:cNvGrpSpPr/>
          <p:nvPr/>
        </p:nvGrpSpPr>
        <p:grpSpPr>
          <a:xfrm>
            <a:off x="4676834" y="0"/>
            <a:ext cx="3366722" cy="6858000"/>
            <a:chOff x="4676834" y="0"/>
            <a:chExt cx="3366722" cy="6858000"/>
          </a:xfrm>
        </p:grpSpPr>
        <p:grpSp>
          <p:nvGrpSpPr>
            <p:cNvPr id="6" name="Group 5"/>
            <p:cNvGrpSpPr/>
            <p:nvPr/>
          </p:nvGrpSpPr>
          <p:grpSpPr>
            <a:xfrm>
              <a:off x="4891726" y="235841"/>
              <a:ext cx="2977715" cy="657457"/>
              <a:chOff x="8416700" y="1852720"/>
              <a:chExt cx="2941320" cy="657457"/>
            </a:xfrm>
          </p:grpSpPr>
          <p:sp>
            <p:nvSpPr>
              <p:cNvPr id="31" name="Freeform 30"/>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 name="Group 4"/>
              <p:cNvGrpSpPr/>
              <p:nvPr/>
            </p:nvGrpSpPr>
            <p:grpSpPr>
              <a:xfrm>
                <a:off x="8604900" y="1978310"/>
                <a:ext cx="1924379" cy="531867"/>
                <a:chOff x="8604900" y="1961442"/>
                <a:chExt cx="1924379" cy="531867"/>
              </a:xfrm>
            </p:grpSpPr>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29" name="TextBox 2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6" name="Group 55"/>
            <p:cNvGrpSpPr/>
            <p:nvPr/>
          </p:nvGrpSpPr>
          <p:grpSpPr>
            <a:xfrm>
              <a:off x="4676834" y="0"/>
              <a:ext cx="3366722" cy="6858000"/>
              <a:chOff x="8666331" y="315797"/>
              <a:chExt cx="3366722" cy="6858000"/>
            </a:xfrm>
          </p:grpSpPr>
          <p:pic>
            <p:nvPicPr>
              <p:cNvPr id="57" name="Picture 5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8" name="Picture 5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9" name="Rectangle 5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73" name="Group 72"/>
          <p:cNvGrpSpPr/>
          <p:nvPr/>
        </p:nvGrpSpPr>
        <p:grpSpPr>
          <a:xfrm>
            <a:off x="8312578" y="-11288"/>
            <a:ext cx="3366722" cy="6858000"/>
            <a:chOff x="8312578" y="-11288"/>
            <a:chExt cx="3366722" cy="6858000"/>
          </a:xfrm>
        </p:grpSpPr>
        <p:grpSp>
          <p:nvGrpSpPr>
            <p:cNvPr id="71" name="Group 70"/>
            <p:cNvGrpSpPr/>
            <p:nvPr/>
          </p:nvGrpSpPr>
          <p:grpSpPr>
            <a:xfrm>
              <a:off x="8491019" y="5891917"/>
              <a:ext cx="3030067" cy="755373"/>
              <a:chOff x="10771234" y="5988981"/>
              <a:chExt cx="2941320" cy="755373"/>
            </a:xfrm>
          </p:grpSpPr>
          <p:sp>
            <p:nvSpPr>
              <p:cNvPr id="20" name="Freeform 19"/>
              <p:cNvSpPr/>
              <p:nvPr/>
            </p:nvSpPr>
            <p:spPr>
              <a:xfrm>
                <a:off x="10771234" y="5988981"/>
                <a:ext cx="2941320" cy="75537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rgbClr val="E9E0FF"/>
                  </a:solidFill>
                </a:endParaRPr>
              </a:p>
            </p:txBody>
          </p:sp>
          <p:sp>
            <p:nvSpPr>
              <p:cNvPr id="11" name="TextBox 10"/>
              <p:cNvSpPr txBox="1"/>
              <p:nvPr/>
            </p:nvSpPr>
            <p:spPr>
              <a:xfrm>
                <a:off x="10995993" y="6069702"/>
                <a:ext cx="786704" cy="523220"/>
              </a:xfrm>
              <a:prstGeom prst="rect">
                <a:avLst/>
              </a:prstGeom>
              <a:noFill/>
            </p:spPr>
            <p:txBody>
              <a:bodyPr wrap="square" rtlCol="0">
                <a:spAutoFit/>
              </a:bodyPr>
              <a:lstStyle/>
              <a:p>
                <a:pPr algn="ctr"/>
                <a:r>
                  <a:rPr lang="en-AU" b="1" dirty="0">
                    <a:solidFill>
                      <a:srgbClr val="AD56E1"/>
                    </a:solidFill>
                    <a:latin typeface="Comfortaa" pitchFamily="2" charset="0"/>
                  </a:rPr>
                  <a:t>🚲</a:t>
                </a:r>
                <a:br>
                  <a:rPr lang="en-AU" b="1" dirty="0">
                    <a:solidFill>
                      <a:srgbClr val="AD56E1"/>
                    </a:solidFill>
                    <a:latin typeface="Comfortaa" pitchFamily="2" charset="0"/>
                  </a:rPr>
                </a:br>
                <a:r>
                  <a:rPr lang="en-AU" sz="1000" b="1" dirty="0">
                    <a:solidFill>
                      <a:srgbClr val="AD56E1"/>
                    </a:solidFill>
                    <a:latin typeface="Comfortaa" pitchFamily="2" charset="0"/>
                  </a:rPr>
                  <a:t>My Rides</a:t>
                </a:r>
              </a:p>
            </p:txBody>
          </p:sp>
          <p:sp>
            <p:nvSpPr>
              <p:cNvPr id="12" name="TextBox 11"/>
              <p:cNvSpPr txBox="1"/>
              <p:nvPr/>
            </p:nvSpPr>
            <p:spPr>
              <a:xfrm>
                <a:off x="11865992" y="6056025"/>
                <a:ext cx="745998" cy="523220"/>
              </a:xfrm>
              <a:prstGeom prst="rect">
                <a:avLst/>
              </a:prstGeom>
              <a:noFill/>
            </p:spPr>
            <p:txBody>
              <a:bodyPr wrap="square" rtlCol="0">
                <a:spAutoFit/>
              </a:bodyPr>
              <a:lstStyle/>
              <a:p>
                <a:pPr algn="ctr"/>
                <a:r>
                  <a:rPr lang="en-AU" b="1" dirty="0">
                    <a:solidFill>
                      <a:srgbClr val="506445"/>
                    </a:solidFill>
                    <a:latin typeface="Comfortaa" pitchFamily="2" charset="0"/>
                  </a:rPr>
                  <a:t>🌐</a:t>
                </a:r>
                <a:br>
                  <a:rPr lang="en-AU" b="1" dirty="0">
                    <a:solidFill>
                      <a:srgbClr val="506445"/>
                    </a:solidFill>
                    <a:latin typeface="Comfortaa" pitchFamily="2" charset="0"/>
                  </a:rPr>
                </a:br>
                <a:r>
                  <a:rPr lang="en-AU" sz="1000" b="1" dirty="0">
                    <a:solidFill>
                      <a:srgbClr val="506445"/>
                    </a:solidFill>
                    <a:latin typeface="Comfortaa" pitchFamily="2" charset="0"/>
                  </a:rPr>
                  <a:t>Explore</a:t>
                </a:r>
              </a:p>
            </p:txBody>
          </p:sp>
          <p:sp>
            <p:nvSpPr>
              <p:cNvPr id="13" name="TextBox 12"/>
              <p:cNvSpPr txBox="1"/>
              <p:nvPr/>
            </p:nvSpPr>
            <p:spPr>
              <a:xfrm>
                <a:off x="12695285" y="6056025"/>
                <a:ext cx="678180" cy="538609"/>
              </a:xfrm>
              <a:prstGeom prst="rect">
                <a:avLst/>
              </a:prstGeom>
              <a:noFill/>
            </p:spPr>
            <p:txBody>
              <a:bodyPr wrap="square" rtlCol="0">
                <a:spAutoFit/>
              </a:bodyPr>
              <a:lstStyle>
                <a:defPPr>
                  <a:defRPr lang="en-US"/>
                </a:defPPr>
                <a:lvl1pPr algn="ctr">
                  <a:defRPr b="1">
                    <a:solidFill>
                      <a:srgbClr val="506445"/>
                    </a:solidFill>
                    <a:latin typeface="Comfortaa" pitchFamily="2" charset="0"/>
                  </a:defRPr>
                </a:lvl1pPr>
              </a:lstStyle>
              <a:p>
                <a:r>
                  <a:rPr lang="en-AU" dirty="0"/>
                  <a:t>👤</a:t>
                </a:r>
                <a:br>
                  <a:rPr lang="en-AU" dirty="0"/>
                </a:br>
                <a:r>
                  <a:rPr lang="en-AU" sz="1000" dirty="0"/>
                  <a:t>Profile</a:t>
                </a:r>
              </a:p>
            </p:txBody>
          </p:sp>
        </p:grpSp>
        <p:grpSp>
          <p:nvGrpSpPr>
            <p:cNvPr id="61" name="Group 60"/>
            <p:cNvGrpSpPr/>
            <p:nvPr/>
          </p:nvGrpSpPr>
          <p:grpSpPr>
            <a:xfrm>
              <a:off x="8312578" y="-11288"/>
              <a:ext cx="3366722" cy="6858000"/>
              <a:chOff x="4676834" y="0"/>
              <a:chExt cx="3366722" cy="6858000"/>
            </a:xfrm>
          </p:grpSpPr>
          <p:grpSp>
            <p:nvGrpSpPr>
              <p:cNvPr id="62" name="Group 61"/>
              <p:cNvGrpSpPr/>
              <p:nvPr/>
            </p:nvGrpSpPr>
            <p:grpSpPr>
              <a:xfrm>
                <a:off x="4891726" y="235841"/>
                <a:ext cx="2977715" cy="657457"/>
                <a:chOff x="8416700" y="1852720"/>
                <a:chExt cx="2941320" cy="657457"/>
              </a:xfrm>
            </p:grpSpPr>
            <p:sp>
              <p:nvSpPr>
                <p:cNvPr id="67" name="Freeform 66"/>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68" name="Group 67"/>
                <p:cNvGrpSpPr/>
                <p:nvPr/>
              </p:nvGrpSpPr>
              <p:grpSpPr>
                <a:xfrm>
                  <a:off x="8604900" y="1978310"/>
                  <a:ext cx="1932233" cy="531867"/>
                  <a:chOff x="8604900" y="1961442"/>
                  <a:chExt cx="1932233" cy="531867"/>
                </a:xfrm>
              </p:grpSpPr>
              <p:pic>
                <p:nvPicPr>
                  <p:cNvPr id="69" name="Picture 6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9" cy="531867"/>
                  </a:xfrm>
                  <a:prstGeom prst="rect">
                    <a:avLst/>
                  </a:prstGeom>
                </p:spPr>
              </p:pic>
              <p:sp>
                <p:nvSpPr>
                  <p:cNvPr id="70" name="TextBox 69"/>
                  <p:cNvSpPr txBox="1"/>
                  <p:nvPr/>
                </p:nvSpPr>
                <p:spPr>
                  <a:xfrm>
                    <a:off x="9224169"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3" name="Group 62"/>
              <p:cNvGrpSpPr/>
              <p:nvPr/>
            </p:nvGrpSpPr>
            <p:grpSpPr>
              <a:xfrm>
                <a:off x="4676834" y="0"/>
                <a:ext cx="3366722" cy="6858000"/>
                <a:chOff x="8666331" y="315797"/>
                <a:chExt cx="3366722" cy="6858000"/>
              </a:xfrm>
            </p:grpSpPr>
            <p:pic>
              <p:nvPicPr>
                <p:cNvPr id="64" name="Picture 6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5" name="Picture 6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6" name="Rectangle 6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a:t>
            </a:r>
            <a:endParaRPr lang="en-AU" sz="4400" b="1" dirty="0"/>
          </a:p>
        </p:txBody>
      </p:sp>
      <p:grpSp>
        <p:nvGrpSpPr>
          <p:cNvPr id="26" name="Group 25"/>
          <p:cNvGrpSpPr/>
          <p:nvPr/>
        </p:nvGrpSpPr>
        <p:grpSpPr>
          <a:xfrm>
            <a:off x="2426339" y="-2"/>
            <a:ext cx="3366722" cy="6858000"/>
            <a:chOff x="6438780" y="-2"/>
            <a:chExt cx="3366722" cy="6858000"/>
          </a:xfrm>
        </p:grpSpPr>
        <p:sp>
          <p:nvSpPr>
            <p:cNvPr id="18" name="Rectangle 17"/>
            <p:cNvSpPr/>
            <p:nvPr/>
          </p:nvSpPr>
          <p:spPr>
            <a:xfrm>
              <a:off x="6599774" y="232012"/>
              <a:ext cx="3083313" cy="640080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grpSp>
          <p:nvGrpSpPr>
            <p:cNvPr id="14" name="Group 13"/>
            <p:cNvGrpSpPr/>
            <p:nvPr/>
          </p:nvGrpSpPr>
          <p:grpSpPr>
            <a:xfrm>
              <a:off x="6438780" y="-2"/>
              <a:ext cx="3366722" cy="6858000"/>
              <a:chOff x="8666331" y="315797"/>
              <a:chExt cx="3366722"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7" name="Rectangle 16"/>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18"/>
            <p:cNvPicPr>
              <a:picLocks noChangeAspect="1"/>
            </p:cNvPicPr>
            <p:nvPr/>
          </p:nvPicPr>
          <p:blipFill rotWithShape="1">
            <a:blip r:embed="rId4">
              <a:extLst>
                <a:ext uri="{28A0092B-C50C-407E-A947-70E740481C1C}">
                  <a14:useLocalDpi xmlns:a14="http://schemas.microsoft.com/office/drawing/2010/main" val="0"/>
                </a:ext>
              </a:extLst>
            </a:blip>
            <a:srcRect l="21535" t="27735" r="20713" b="30801"/>
            <a:stretch/>
          </p:blipFill>
          <p:spPr>
            <a:xfrm>
              <a:off x="7181461" y="2631294"/>
              <a:ext cx="2048513" cy="1470727"/>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
          <p:nvSpPr>
            <p:cNvPr id="20" name="Rectangle 19"/>
            <p:cNvSpPr/>
            <p:nvPr/>
          </p:nvSpPr>
          <p:spPr>
            <a:xfrm>
              <a:off x="7314120" y="2478521"/>
              <a:ext cx="1654620" cy="369332"/>
            </a:xfrm>
            <a:prstGeom prst="rect">
              <a:avLst/>
            </a:prstGeom>
          </p:spPr>
          <p:txBody>
            <a:bodyPr wrap="none">
              <a:spAutoFit/>
            </a:bodyPr>
            <a:lstStyle/>
            <a:p>
              <a:r>
                <a:rPr lang="en-US" b="1" dirty="0">
                  <a:solidFill>
                    <a:srgbClr val="E9E0FF"/>
                  </a:solidFill>
                  <a:latin typeface="Comfortaa" pitchFamily="2" charset="0"/>
                </a:rPr>
                <a:t>micro2move</a:t>
              </a:r>
              <a:endParaRPr lang="en-AU" dirty="0">
                <a:solidFill>
                  <a:srgbClr val="E9E0FF"/>
                </a:solidFill>
              </a:endParaRPr>
            </a:p>
          </p:txBody>
        </p:sp>
        <p:sp>
          <p:nvSpPr>
            <p:cNvPr id="22" name="Rectangle 21"/>
            <p:cNvSpPr/>
            <p:nvPr/>
          </p:nvSpPr>
          <p:spPr>
            <a:xfrm>
              <a:off x="6709787" y="1826764"/>
              <a:ext cx="2863284" cy="292388"/>
            </a:xfrm>
            <a:prstGeom prst="rect">
              <a:avLst/>
            </a:prstGeom>
          </p:spPr>
          <p:txBody>
            <a:bodyPr wrap="none">
              <a:spAutoFit/>
            </a:bodyPr>
            <a:lstStyle/>
            <a:p>
              <a:pPr algn="ctr"/>
              <a:r>
                <a:rPr lang="en-US" sz="1300" b="1" dirty="0">
                  <a:solidFill>
                    <a:srgbClr val="E9E0FF"/>
                  </a:solidFill>
                  <a:latin typeface="Comfortaa" pitchFamily="2" charset="0"/>
                </a:rPr>
                <a:t>Making Sydney E-bike Friendly</a:t>
              </a:r>
              <a:endParaRPr lang="en-AU" sz="1300" dirty="0">
                <a:solidFill>
                  <a:srgbClr val="E9E0FF"/>
                </a:solidFill>
              </a:endParaRPr>
            </a:p>
          </p:txBody>
        </p:sp>
        <p:sp>
          <p:nvSpPr>
            <p:cNvPr id="23" name="Rectangle 22"/>
            <p:cNvSpPr/>
            <p:nvPr/>
          </p:nvSpPr>
          <p:spPr>
            <a:xfrm>
              <a:off x="6749865" y="4254794"/>
              <a:ext cx="2783134" cy="338554"/>
            </a:xfrm>
            <a:prstGeom prst="rect">
              <a:avLst/>
            </a:prstGeom>
          </p:spPr>
          <p:txBody>
            <a:bodyPr wrap="none">
              <a:spAutoFit/>
            </a:bodyPr>
            <a:lstStyle/>
            <a:p>
              <a:pPr algn="ctr"/>
              <a:r>
                <a:rPr lang="en-US" sz="1600" b="1" dirty="0">
                  <a:solidFill>
                    <a:srgbClr val="A0C88B"/>
                  </a:solidFill>
                  <a:latin typeface="Comfortaa" pitchFamily="2" charset="0"/>
                </a:rPr>
                <a:t>Affordable</a:t>
              </a:r>
              <a:r>
                <a:rPr lang="en-US" sz="1600" b="1" dirty="0">
                  <a:solidFill>
                    <a:srgbClr val="E9E0FF"/>
                  </a:solidFill>
                  <a:latin typeface="Comfortaa" pitchFamily="2" charset="0"/>
                </a:rPr>
                <a:t> </a:t>
              </a:r>
              <a:r>
                <a:rPr lang="en-US" sz="1600" b="1" dirty="0">
                  <a:solidFill>
                    <a:srgbClr val="CB9BF0"/>
                  </a:solidFill>
                  <a:latin typeface="Comfortaa" pitchFamily="2" charset="0"/>
                </a:rPr>
                <a:t>Reliable </a:t>
              </a:r>
              <a:r>
                <a:rPr lang="en-US" sz="1600" b="1" dirty="0">
                  <a:solidFill>
                    <a:srgbClr val="E9E0FF"/>
                  </a:solidFill>
                  <a:latin typeface="Comfortaa" pitchFamily="2" charset="0"/>
                </a:rPr>
                <a:t>Safe</a:t>
              </a:r>
              <a:endParaRPr lang="en-AU" sz="1600" dirty="0">
                <a:solidFill>
                  <a:srgbClr val="E9E0FF"/>
                </a:solidFill>
              </a:endParaRPr>
            </a:p>
          </p:txBody>
        </p:sp>
      </p:grpSp>
    </p:spTree>
    <p:extLst>
      <p:ext uri="{BB962C8B-B14F-4D97-AF65-F5344CB8AC3E}">
        <p14:creationId xmlns:p14="http://schemas.microsoft.com/office/powerpoint/2010/main" val="2940405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angle 76"/>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Rectangle 77"/>
          <p:cNvSpPr/>
          <p:nvPr/>
        </p:nvSpPr>
        <p:spPr>
          <a:xfrm>
            <a:off x="4973077" y="19942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TextBox 6"/>
          <p:cNvSpPr txBox="1"/>
          <p:nvPr/>
        </p:nvSpPr>
        <p:spPr>
          <a:xfrm>
            <a:off x="5759025" y="1583425"/>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5977250" y="2447266"/>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grpSp>
        <p:nvGrpSpPr>
          <p:cNvPr id="24" name="Group 23"/>
          <p:cNvGrpSpPr/>
          <p:nvPr/>
        </p:nvGrpSpPr>
        <p:grpSpPr>
          <a:xfrm>
            <a:off x="1217127" y="0"/>
            <a:ext cx="3366722" cy="6858000"/>
            <a:chOff x="4676834" y="0"/>
            <a:chExt cx="3366722" cy="6858000"/>
          </a:xfrm>
        </p:grpSpPr>
        <p:grpSp>
          <p:nvGrpSpPr>
            <p:cNvPr id="25" name="Group 24"/>
            <p:cNvGrpSpPr/>
            <p:nvPr/>
          </p:nvGrpSpPr>
          <p:grpSpPr>
            <a:xfrm>
              <a:off x="4891726" y="235841"/>
              <a:ext cx="2977715" cy="657457"/>
              <a:chOff x="8416700" y="1852720"/>
              <a:chExt cx="2941320" cy="657457"/>
            </a:xfrm>
          </p:grpSpPr>
          <p:sp>
            <p:nvSpPr>
              <p:cNvPr id="30" name="Freeform 29"/>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1" name="Group 30"/>
              <p:cNvGrpSpPr/>
              <p:nvPr/>
            </p:nvGrpSpPr>
            <p:grpSpPr>
              <a:xfrm>
                <a:off x="8604900" y="1978310"/>
                <a:ext cx="1924379" cy="531867"/>
                <a:chOff x="8604900" y="1961442"/>
                <a:chExt cx="1924379" cy="531867"/>
              </a:xfrm>
            </p:grpSpPr>
            <p:pic>
              <p:nvPicPr>
                <p:cNvPr id="32" name="Picture 3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33" name="TextBox 32"/>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6" name="Group 25"/>
            <p:cNvGrpSpPr/>
            <p:nvPr/>
          </p:nvGrpSpPr>
          <p:grpSpPr>
            <a:xfrm>
              <a:off x="4676834" y="0"/>
              <a:ext cx="3366722" cy="6858000"/>
              <a:chOff x="8666331" y="315797"/>
              <a:chExt cx="3366722" cy="6858000"/>
            </a:xfrm>
          </p:grpSpPr>
          <p:pic>
            <p:nvPicPr>
              <p:cNvPr id="27" name="Picture 2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8" name="Picture 2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9" name="Rectangle 2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6" name="TextBox 15"/>
          <p:cNvSpPr txBox="1"/>
          <p:nvPr/>
        </p:nvSpPr>
        <p:spPr>
          <a:xfrm>
            <a:off x="1438771" y="1064264"/>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35" name="TextBox 34"/>
          <p:cNvSpPr txBox="1"/>
          <p:nvPr/>
        </p:nvSpPr>
        <p:spPr>
          <a:xfrm>
            <a:off x="1438771" y="1551412"/>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36" name="Rounded Rectangle 35"/>
          <p:cNvSpPr/>
          <p:nvPr/>
        </p:nvSpPr>
        <p:spPr>
          <a:xfrm>
            <a:off x="1534047" y="182841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45" name="TextBox 44"/>
          <p:cNvSpPr txBox="1"/>
          <p:nvPr/>
        </p:nvSpPr>
        <p:spPr>
          <a:xfrm>
            <a:off x="1438771" y="2423504"/>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6" name="Rounded Rectangle 45"/>
          <p:cNvSpPr/>
          <p:nvPr/>
        </p:nvSpPr>
        <p:spPr>
          <a:xfrm>
            <a:off x="1534047" y="27005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47" name="Rounded Rectangle 46"/>
          <p:cNvSpPr/>
          <p:nvPr/>
        </p:nvSpPr>
        <p:spPr>
          <a:xfrm>
            <a:off x="1518040" y="350253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9" name="TextBox 48"/>
          <p:cNvSpPr txBox="1"/>
          <p:nvPr/>
        </p:nvSpPr>
        <p:spPr>
          <a:xfrm>
            <a:off x="1730873" y="4227605"/>
            <a:ext cx="2307042"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Sign Up</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50" name="Group 49"/>
          <p:cNvGrpSpPr/>
          <p:nvPr/>
        </p:nvGrpSpPr>
        <p:grpSpPr>
          <a:xfrm>
            <a:off x="4815155" y="0"/>
            <a:ext cx="3366722" cy="6858000"/>
            <a:chOff x="4676834" y="0"/>
            <a:chExt cx="3366722" cy="6858000"/>
          </a:xfrm>
        </p:grpSpPr>
        <p:grpSp>
          <p:nvGrpSpPr>
            <p:cNvPr id="51" name="Group 50"/>
            <p:cNvGrpSpPr/>
            <p:nvPr/>
          </p:nvGrpSpPr>
          <p:grpSpPr>
            <a:xfrm>
              <a:off x="4891726" y="235841"/>
              <a:ext cx="2977715" cy="657457"/>
              <a:chOff x="8416700" y="1852720"/>
              <a:chExt cx="2941320" cy="657457"/>
            </a:xfrm>
          </p:grpSpPr>
          <p:sp>
            <p:nvSpPr>
              <p:cNvPr id="56" name="Freeform 55"/>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7" name="Group 56"/>
              <p:cNvGrpSpPr/>
              <p:nvPr/>
            </p:nvGrpSpPr>
            <p:grpSpPr>
              <a:xfrm>
                <a:off x="8604900" y="1978310"/>
                <a:ext cx="1924379" cy="531867"/>
                <a:chOff x="8604900" y="1961442"/>
                <a:chExt cx="1924379" cy="531867"/>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59" name="TextBox 5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2" name="Group 51"/>
            <p:cNvGrpSpPr/>
            <p:nvPr/>
          </p:nvGrpSpPr>
          <p:grpSpPr>
            <a:xfrm>
              <a:off x="4676834" y="0"/>
              <a:ext cx="3366722" cy="6858000"/>
              <a:chOff x="8666331" y="315797"/>
              <a:chExt cx="3366722" cy="6858000"/>
            </a:xfrm>
          </p:grpSpPr>
          <p:pic>
            <p:nvPicPr>
              <p:cNvPr id="53" name="Picture 5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4" name="Picture 5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5" name="Rectangle 5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60" name="TextBox 59"/>
          <p:cNvSpPr txBox="1"/>
          <p:nvPr/>
        </p:nvSpPr>
        <p:spPr>
          <a:xfrm>
            <a:off x="5036871" y="105840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61" name="TextBox 60"/>
          <p:cNvSpPr txBox="1"/>
          <p:nvPr/>
        </p:nvSpPr>
        <p:spPr>
          <a:xfrm>
            <a:off x="5036871" y="154555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62" name="Rounded Rectangle 61"/>
          <p:cNvSpPr/>
          <p:nvPr/>
        </p:nvSpPr>
        <p:spPr>
          <a:xfrm>
            <a:off x="5132147" y="182255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63" name="TextBox 62"/>
          <p:cNvSpPr txBox="1"/>
          <p:nvPr/>
        </p:nvSpPr>
        <p:spPr>
          <a:xfrm>
            <a:off x="5036871" y="241764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64" name="Rounded Rectangle 63"/>
          <p:cNvSpPr/>
          <p:nvPr/>
        </p:nvSpPr>
        <p:spPr>
          <a:xfrm>
            <a:off x="5132147" y="269464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65" name="Rounded Rectangle 64"/>
          <p:cNvSpPr/>
          <p:nvPr/>
        </p:nvSpPr>
        <p:spPr>
          <a:xfrm>
            <a:off x="5116140" y="349667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66" name="TextBox 65"/>
          <p:cNvSpPr txBox="1"/>
          <p:nvPr/>
        </p:nvSpPr>
        <p:spPr>
          <a:xfrm>
            <a:off x="5328973" y="4221747"/>
            <a:ext cx="2307042"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Sign Up</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Tree>
    <p:extLst>
      <p:ext uri="{BB962C8B-B14F-4D97-AF65-F5344CB8AC3E}">
        <p14:creationId xmlns:p14="http://schemas.microsoft.com/office/powerpoint/2010/main" val="3102565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Rectangle 106"/>
          <p:cNvSpPr/>
          <p:nvPr/>
        </p:nvSpPr>
        <p:spPr>
          <a:xfrm>
            <a:off x="1436621" y="20704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5" name="Rounded Rectangle 104"/>
          <p:cNvSpPr/>
          <p:nvPr/>
        </p:nvSpPr>
        <p:spPr>
          <a:xfrm>
            <a:off x="2994633"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Rounded Rectangle 95"/>
          <p:cNvSpPr/>
          <p:nvPr/>
        </p:nvSpPr>
        <p:spPr>
          <a:xfrm>
            <a:off x="5258788" y="10788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67" name="Group 66"/>
          <p:cNvGrpSpPr/>
          <p:nvPr/>
        </p:nvGrpSpPr>
        <p:grpSpPr>
          <a:xfrm>
            <a:off x="1264957" y="7620"/>
            <a:ext cx="3366722" cy="6858000"/>
            <a:chOff x="4676834" y="0"/>
            <a:chExt cx="3366722" cy="6858000"/>
          </a:xfrm>
        </p:grpSpPr>
        <p:grpSp>
          <p:nvGrpSpPr>
            <p:cNvPr id="70" name="Group 69"/>
            <p:cNvGrpSpPr/>
            <p:nvPr/>
          </p:nvGrpSpPr>
          <p:grpSpPr>
            <a:xfrm>
              <a:off x="4891726" y="235841"/>
              <a:ext cx="2977715" cy="657457"/>
              <a:chOff x="8416700" y="1852720"/>
              <a:chExt cx="2941320" cy="657457"/>
            </a:xfrm>
          </p:grpSpPr>
          <p:sp>
            <p:nvSpPr>
              <p:cNvPr id="75" name="Freeform 74"/>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6" name="Group 75"/>
              <p:cNvGrpSpPr/>
              <p:nvPr/>
            </p:nvGrpSpPr>
            <p:grpSpPr>
              <a:xfrm>
                <a:off x="8604900" y="1978310"/>
                <a:ext cx="1924379" cy="531867"/>
                <a:chOff x="8604900" y="1961442"/>
                <a:chExt cx="1924379" cy="531867"/>
              </a:xfrm>
            </p:grpSpPr>
            <p:pic>
              <p:nvPicPr>
                <p:cNvPr id="77" name="Picture 7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78" name="TextBox 77"/>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1" name="Group 70"/>
            <p:cNvGrpSpPr/>
            <p:nvPr/>
          </p:nvGrpSpPr>
          <p:grpSpPr>
            <a:xfrm>
              <a:off x="4676834" y="0"/>
              <a:ext cx="3366722" cy="6858000"/>
              <a:chOff x="8666331" y="315797"/>
              <a:chExt cx="3366722" cy="6858000"/>
            </a:xfrm>
          </p:grpSpPr>
          <p:pic>
            <p:nvPicPr>
              <p:cNvPr id="72" name="Picture 7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73" name="Picture 7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74" name="Rectangle 7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9" name="TextBox 78"/>
          <p:cNvSpPr txBox="1"/>
          <p:nvPr/>
        </p:nvSpPr>
        <p:spPr>
          <a:xfrm>
            <a:off x="1486510" y="1061902"/>
            <a:ext cx="907621" cy="307777"/>
          </a:xfrm>
          <a:prstGeom prst="rect">
            <a:avLst/>
          </a:prstGeom>
          <a:noFill/>
        </p:spPr>
        <p:txBody>
          <a:bodyPr wrap="none" rtlCol="0">
            <a:spAutoFit/>
          </a:bodyPr>
          <a:lstStyle/>
          <a:p>
            <a:r>
              <a:rPr lang="en-US" sz="1400" b="1" dirty="0">
                <a:solidFill>
                  <a:srgbClr val="3C4B34"/>
                </a:solidFill>
                <a:latin typeface="Comfortaa" pitchFamily="2" charset="0"/>
              </a:rPr>
              <a:t>Sign up</a:t>
            </a:r>
            <a:endParaRPr lang="en-AU" sz="1400" b="1" dirty="0">
              <a:solidFill>
                <a:srgbClr val="3C4B34"/>
              </a:solidFill>
              <a:latin typeface="Comfortaa" pitchFamily="2" charset="0"/>
            </a:endParaRPr>
          </a:p>
        </p:txBody>
      </p:sp>
      <p:sp>
        <p:nvSpPr>
          <p:cNvPr id="80" name="TextBox 79"/>
          <p:cNvSpPr txBox="1"/>
          <p:nvPr/>
        </p:nvSpPr>
        <p:spPr>
          <a:xfrm>
            <a:off x="1486510" y="1549050"/>
            <a:ext cx="2626040"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Full Name (As displayed on Govt. ID)</a:t>
            </a:r>
            <a:endParaRPr lang="en-AU" sz="1200" dirty="0">
              <a:solidFill>
                <a:srgbClr val="3C4B34"/>
              </a:solidFill>
              <a:latin typeface="Lato" panose="020F0502020204030203" pitchFamily="34" charset="0"/>
            </a:endParaRPr>
          </a:p>
        </p:txBody>
      </p:sp>
      <p:sp>
        <p:nvSpPr>
          <p:cNvPr id="81" name="Rounded Rectangle 80"/>
          <p:cNvSpPr/>
          <p:nvPr/>
        </p:nvSpPr>
        <p:spPr>
          <a:xfrm>
            <a:off x="1581786" y="18260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 Doe</a:t>
            </a:r>
            <a:endParaRPr lang="en-AU" sz="1200" dirty="0">
              <a:solidFill>
                <a:srgbClr val="7F7F7F"/>
              </a:solidFill>
            </a:endParaRPr>
          </a:p>
        </p:txBody>
      </p:sp>
      <p:sp>
        <p:nvSpPr>
          <p:cNvPr id="82" name="TextBox 81"/>
          <p:cNvSpPr txBox="1"/>
          <p:nvPr/>
        </p:nvSpPr>
        <p:spPr>
          <a:xfrm>
            <a:off x="1486510" y="2254766"/>
            <a:ext cx="10583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Date of Birth</a:t>
            </a:r>
            <a:endParaRPr lang="en-AU" sz="1200" dirty="0">
              <a:solidFill>
                <a:srgbClr val="3C4B34"/>
              </a:solidFill>
              <a:latin typeface="Lato" panose="020F0502020204030203" pitchFamily="34" charset="0"/>
            </a:endParaRPr>
          </a:p>
        </p:txBody>
      </p:sp>
      <p:sp>
        <p:nvSpPr>
          <p:cNvPr id="83" name="Rounded Rectangle 82"/>
          <p:cNvSpPr/>
          <p:nvPr/>
        </p:nvSpPr>
        <p:spPr>
          <a:xfrm>
            <a:off x="1581786" y="25317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DD/MM/YYYY</a:t>
            </a:r>
            <a:endParaRPr lang="en-AU" sz="1200" dirty="0">
              <a:solidFill>
                <a:srgbClr val="7F7F7F"/>
              </a:solidFill>
            </a:endParaRPr>
          </a:p>
        </p:txBody>
      </p:sp>
      <p:sp>
        <p:nvSpPr>
          <p:cNvPr id="84" name="TextBox 83"/>
          <p:cNvSpPr txBox="1"/>
          <p:nvPr/>
        </p:nvSpPr>
        <p:spPr>
          <a:xfrm>
            <a:off x="1480033" y="294071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5" name="Rounded Rectangle 84"/>
          <p:cNvSpPr/>
          <p:nvPr/>
        </p:nvSpPr>
        <p:spPr>
          <a:xfrm>
            <a:off x="1575309" y="321771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87" name="TextBox 86"/>
          <p:cNvSpPr txBox="1"/>
          <p:nvPr/>
        </p:nvSpPr>
        <p:spPr>
          <a:xfrm>
            <a:off x="1480033" y="3646433"/>
            <a:ext cx="1340432"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Create Password</a:t>
            </a:r>
            <a:endParaRPr lang="en-AU" sz="1200" dirty="0">
              <a:solidFill>
                <a:srgbClr val="3C4B34"/>
              </a:solidFill>
              <a:latin typeface="Lato" panose="020F0502020204030203" pitchFamily="34" charset="0"/>
            </a:endParaRPr>
          </a:p>
        </p:txBody>
      </p:sp>
      <p:sp>
        <p:nvSpPr>
          <p:cNvPr id="92" name="Rounded Rectangle 91"/>
          <p:cNvSpPr/>
          <p:nvPr/>
        </p:nvSpPr>
        <p:spPr>
          <a:xfrm>
            <a:off x="1575309" y="392343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5" name="Rectangle 4"/>
          <p:cNvSpPr/>
          <p:nvPr/>
        </p:nvSpPr>
        <p:spPr>
          <a:xfrm>
            <a:off x="1581786" y="452094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8" name="TextBox 97"/>
          <p:cNvSpPr txBox="1"/>
          <p:nvPr/>
        </p:nvSpPr>
        <p:spPr>
          <a:xfrm>
            <a:off x="1841181" y="4511755"/>
            <a:ext cx="2348720" cy="276999"/>
          </a:xfrm>
          <a:prstGeom prst="rect">
            <a:avLst/>
          </a:prstGeom>
          <a:noFill/>
        </p:spPr>
        <p:txBody>
          <a:bodyPr wrap="none" rtlCol="0">
            <a:spAutoFit/>
          </a:bodyPr>
          <a:lstStyle/>
          <a:p>
            <a:r>
              <a:rPr lang="en-US" sz="1200" dirty="0">
                <a:solidFill>
                  <a:schemeClr val="tx1">
                    <a:lumMod val="65000"/>
                    <a:lumOff val="35000"/>
                  </a:schemeClr>
                </a:solidFill>
                <a:latin typeface="Lato" panose="020F0502020204030203" pitchFamily="34" charset="0"/>
              </a:rPr>
              <a:t>I accept the</a:t>
            </a:r>
            <a:r>
              <a:rPr lang="en-US" sz="1200" dirty="0">
                <a:latin typeface="Lato" panose="020F0502020204030203" pitchFamily="34" charset="0"/>
              </a:rPr>
              <a:t> </a:t>
            </a:r>
            <a:r>
              <a:rPr lang="en-US" sz="1200" b="1" u="sng" dirty="0">
                <a:solidFill>
                  <a:srgbClr val="9510E4"/>
                </a:solidFill>
                <a:latin typeface="Lato" panose="020F0502020204030203" pitchFamily="34" charset="0"/>
              </a:rPr>
              <a:t>Terms &amp; Conditions</a:t>
            </a:r>
            <a:endParaRPr lang="en-AU" sz="1200" b="1" u="sng" dirty="0">
              <a:solidFill>
                <a:srgbClr val="9510E4"/>
              </a:solidFill>
              <a:latin typeface="Lato" panose="020F0502020204030203" pitchFamily="34" charset="0"/>
            </a:endParaRPr>
          </a:p>
        </p:txBody>
      </p:sp>
      <p:sp>
        <p:nvSpPr>
          <p:cNvPr id="99" name="Rounded Rectangle 98"/>
          <p:cNvSpPr/>
          <p:nvPr/>
        </p:nvSpPr>
        <p:spPr>
          <a:xfrm>
            <a:off x="1607039"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1" name="TextBox 100"/>
          <p:cNvSpPr txBox="1"/>
          <p:nvPr/>
        </p:nvSpPr>
        <p:spPr>
          <a:xfrm>
            <a:off x="1744363" y="5011958"/>
            <a:ext cx="992579"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Govt. ID</a:t>
            </a:r>
            <a:endParaRPr lang="en-AU" sz="900" dirty="0">
              <a:solidFill>
                <a:schemeClr val="tx1">
                  <a:lumMod val="65000"/>
                  <a:lumOff val="35000"/>
                </a:schemeClr>
              </a:solidFill>
              <a:latin typeface="Lato" panose="020F0502020204030203" pitchFamily="34" charset="0"/>
            </a:endParaRPr>
          </a:p>
        </p:txBody>
      </p:sp>
      <p:sp>
        <p:nvSpPr>
          <p:cNvPr id="102" name="TextBox 101"/>
          <p:cNvSpPr txBox="1"/>
          <p:nvPr/>
        </p:nvSpPr>
        <p:spPr>
          <a:xfrm>
            <a:off x="3192004" y="5018140"/>
            <a:ext cx="904414"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Selfie Holding </a:t>
            </a:r>
          </a:p>
          <a:p>
            <a:pPr algn="ctr"/>
            <a:r>
              <a:rPr lang="en-US" sz="900" dirty="0">
                <a:solidFill>
                  <a:schemeClr val="tx1">
                    <a:lumMod val="65000"/>
                    <a:lumOff val="35000"/>
                  </a:schemeClr>
                </a:solidFill>
                <a:latin typeface="Lato" panose="020F0502020204030203" pitchFamily="34" charset="0"/>
              </a:rPr>
              <a:t>same Govt. ID</a:t>
            </a:r>
            <a:endParaRPr lang="en-AU" sz="900" dirty="0">
              <a:solidFill>
                <a:schemeClr val="tx1">
                  <a:lumMod val="65000"/>
                  <a:lumOff val="35000"/>
                </a:schemeClr>
              </a:solidFill>
              <a:latin typeface="Lato" panose="020F0502020204030203" pitchFamily="34" charset="0"/>
            </a:endParaRPr>
          </a:p>
        </p:txBody>
      </p:sp>
      <p:sp>
        <p:nvSpPr>
          <p:cNvPr id="103" name="Rectangle 102"/>
          <p:cNvSpPr/>
          <p:nvPr/>
        </p:nvSpPr>
        <p:spPr>
          <a:xfrm>
            <a:off x="2032310" y="5397479"/>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104" name="Rectangle 103"/>
          <p:cNvSpPr/>
          <p:nvPr/>
        </p:nvSpPr>
        <p:spPr>
          <a:xfrm>
            <a:off x="3386643" y="5366701"/>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106" name="Rounded Rectangle 105"/>
          <p:cNvSpPr/>
          <p:nvPr/>
        </p:nvSpPr>
        <p:spPr>
          <a:xfrm>
            <a:off x="1575029" y="597233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108" name="Rounded Rectangle 107"/>
          <p:cNvSpPr/>
          <p:nvPr/>
        </p:nvSpPr>
        <p:spPr>
          <a:xfrm>
            <a:off x="5109121" y="596296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OK</a:t>
            </a:r>
          </a:p>
        </p:txBody>
      </p:sp>
      <p:grpSp>
        <p:nvGrpSpPr>
          <p:cNvPr id="9" name="Group 8"/>
          <p:cNvGrpSpPr/>
          <p:nvPr/>
        </p:nvGrpSpPr>
        <p:grpSpPr>
          <a:xfrm>
            <a:off x="4997969" y="220082"/>
            <a:ext cx="2977715" cy="657457"/>
            <a:chOff x="8674996" y="532475"/>
            <a:chExt cx="2977715" cy="657457"/>
          </a:xfrm>
        </p:grpSpPr>
        <p:sp>
          <p:nvSpPr>
            <p:cNvPr id="109" name="Freeform 108"/>
            <p:cNvSpPr/>
            <p:nvPr/>
          </p:nvSpPr>
          <p:spPr>
            <a:xfrm rot="10800000">
              <a:off x="8674996" y="532475"/>
              <a:ext cx="2977715"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pic>
          <p:nvPicPr>
            <p:cNvPr id="110" name="Picture 10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65525" y="658065"/>
              <a:ext cx="538449" cy="531867"/>
            </a:xfrm>
            <a:prstGeom prst="rect">
              <a:avLst/>
            </a:prstGeom>
          </p:spPr>
        </p:pic>
        <p:sp>
          <p:nvSpPr>
            <p:cNvPr id="111" name="TextBox 110"/>
            <p:cNvSpPr txBox="1"/>
            <p:nvPr/>
          </p:nvSpPr>
          <p:spPr>
            <a:xfrm>
              <a:off x="9484506" y="821489"/>
              <a:ext cx="1329210"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nvGrpSpPr>
          <p:cNvPr id="93" name="Group 92"/>
          <p:cNvGrpSpPr/>
          <p:nvPr/>
        </p:nvGrpSpPr>
        <p:grpSpPr>
          <a:xfrm>
            <a:off x="4997969" y="1066285"/>
            <a:ext cx="2924488" cy="4662815"/>
            <a:chOff x="8993192" y="1118837"/>
            <a:chExt cx="2924488" cy="4662815"/>
          </a:xfrm>
        </p:grpSpPr>
        <p:sp>
          <p:nvSpPr>
            <p:cNvPr id="69" name="TextBox 68"/>
            <p:cNvSpPr txBox="1"/>
            <p:nvPr/>
          </p:nvSpPr>
          <p:spPr>
            <a:xfrm>
              <a:off x="8993192" y="1118837"/>
              <a:ext cx="2813829" cy="307777"/>
            </a:xfrm>
            <a:prstGeom prst="rect">
              <a:avLst/>
            </a:prstGeom>
            <a:noFill/>
          </p:spPr>
          <p:txBody>
            <a:bodyPr wrap="square" rtlCol="0">
              <a:spAutoFit/>
            </a:bodyPr>
            <a:lstStyle/>
            <a:p>
              <a:r>
                <a:rPr lang="en-US" sz="1400" b="1" dirty="0">
                  <a:solidFill>
                    <a:srgbClr val="506445"/>
                  </a:solidFill>
                  <a:latin typeface="Comfortaa" pitchFamily="2" charset="0"/>
                </a:rPr>
                <a:t>Terms &amp; Conditions</a:t>
              </a:r>
              <a:endParaRPr lang="en-AU" sz="1400" b="1" dirty="0">
                <a:solidFill>
                  <a:srgbClr val="506445"/>
                </a:solidFill>
                <a:latin typeface="Comfortaa" pitchFamily="2" charset="0"/>
              </a:endParaRPr>
            </a:p>
          </p:txBody>
        </p:sp>
        <p:sp>
          <p:nvSpPr>
            <p:cNvPr id="91" name="TextBox 90"/>
            <p:cNvSpPr txBox="1"/>
            <p:nvPr/>
          </p:nvSpPr>
          <p:spPr>
            <a:xfrm>
              <a:off x="9059244" y="1488169"/>
              <a:ext cx="2858436" cy="4293483"/>
            </a:xfrm>
            <a:prstGeom prst="rect">
              <a:avLst/>
            </a:prstGeom>
            <a:noFill/>
          </p:spPr>
          <p:txBody>
            <a:bodyPr wrap="square" rtlCol="0">
              <a:spAutoFit/>
            </a:bodyPr>
            <a:lstStyle/>
            <a:p>
              <a:pPr algn="just"/>
              <a:r>
                <a:rPr lang="en-US" sz="13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a:t>
              </a:r>
            </a:p>
            <a:p>
              <a:pPr algn="just"/>
              <a:endParaRPr lang="en-US" sz="1300" dirty="0">
                <a:solidFill>
                  <a:srgbClr val="506445"/>
                </a:solidFill>
                <a:latin typeface="Lato" panose="020F0502020204030203" pitchFamily="34" charset="0"/>
              </a:endParaRPr>
            </a:p>
            <a:p>
              <a:pPr algn="just"/>
              <a:r>
                <a:rPr lang="en-US" sz="1300" b="1" dirty="0">
                  <a:solidFill>
                    <a:srgbClr val="506445"/>
                  </a:solidFill>
                  <a:latin typeface="Comfortaa" pitchFamily="2" charset="0"/>
                </a:rPr>
                <a:t>Implicit Insurance Details:</a:t>
              </a:r>
            </a:p>
            <a:p>
              <a:pPr algn="just"/>
              <a:r>
                <a:rPr lang="en-US" sz="1300" dirty="0">
                  <a:solidFill>
                    <a:srgbClr val="506445"/>
                  </a:solidFill>
                  <a:latin typeface="Lato" panose="020F0502020204030203" pitchFamily="34" charset="0"/>
                </a:rPr>
                <a:t>Your ride is insured for free with us. We are not liable for any of your ride. We are only a renting platform. If you want to know more about our insurance policies …</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grpSp>
      <p:pic>
        <p:nvPicPr>
          <p:cNvPr id="112" name="Picture 1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91784" y="-6808"/>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3" name="Picture 1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73404" y="157818"/>
            <a:ext cx="2439669" cy="456298"/>
          </a:xfrm>
          <a:prstGeom prst="rect">
            <a:avLst/>
          </a:prstGeom>
        </p:spPr>
      </p:pic>
      <p:sp>
        <p:nvSpPr>
          <p:cNvPr id="114" name="Rectangle 113"/>
          <p:cNvSpPr/>
          <p:nvPr/>
        </p:nvSpPr>
        <p:spPr>
          <a:xfrm>
            <a:off x="6003010" y="40882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a16="http://schemas.microsoft.com/office/drawing/2014/main"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a16="http://schemas.microsoft.com/office/drawing/2014/main"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a16="http://schemas.microsoft.com/office/drawing/2014/main"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a16="http://schemas.microsoft.com/office/drawing/2014/main"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a16="http://schemas.microsoft.com/office/drawing/2014/main"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a16="http://schemas.microsoft.com/office/drawing/2014/main"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a16="http://schemas.microsoft.com/office/drawing/2014/main"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a16="http://schemas.microsoft.com/office/drawing/2014/main"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a16="http://schemas.microsoft.com/office/drawing/2014/main"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M2M_BG</a:t>
            </a:r>
          </a:p>
          <a:p>
            <a:pPr algn="ctr"/>
            <a:r>
              <a:rPr lang="en-US" dirty="0">
                <a:solidFill>
                  <a:schemeClr val="tx1"/>
                </a:solidFill>
              </a:rPr>
              <a:t>#E9E0FF</a:t>
            </a:r>
          </a:p>
          <a:p>
            <a:pPr algn="ctr"/>
            <a:r>
              <a:rPr lang="en-US" sz="1600" dirty="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White</a:t>
            </a:r>
          </a:p>
          <a:p>
            <a:pPr algn="ctr"/>
            <a:r>
              <a:rPr lang="en-US" dirty="0">
                <a:solidFill>
                  <a:schemeClr val="tx1"/>
                </a:solidFill>
              </a:rPr>
              <a:t>#FFFFFF</a:t>
            </a:r>
          </a:p>
          <a:p>
            <a:pPr algn="ctr"/>
            <a:r>
              <a:rPr lang="en-US" sz="1600" dirty="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M2M_Logo</a:t>
            </a:r>
          </a:p>
          <a:p>
            <a:pPr algn="ctr"/>
            <a:r>
              <a:rPr lang="en-US" dirty="0">
                <a:solidFill>
                  <a:schemeClr val="bg1"/>
                </a:solidFill>
              </a:rPr>
              <a:t>#9510E4</a:t>
            </a:r>
          </a:p>
          <a:p>
            <a:pPr algn="ctr"/>
            <a:r>
              <a:rPr lang="en-US" dirty="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M2M_Secondary</a:t>
            </a:r>
          </a:p>
          <a:p>
            <a:pPr algn="ctr"/>
            <a:r>
              <a:rPr lang="en-US" dirty="0">
                <a:solidFill>
                  <a:schemeClr val="tx1"/>
                </a:solidFill>
              </a:rPr>
              <a:t>#506445</a:t>
            </a:r>
          </a:p>
          <a:p>
            <a:pPr algn="ctr"/>
            <a:r>
              <a:rPr lang="en-US" dirty="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M2M_Primary</a:t>
            </a:r>
          </a:p>
          <a:p>
            <a:pPr algn="ctr"/>
            <a:r>
              <a:rPr lang="en-US" dirty="0">
                <a:solidFill>
                  <a:schemeClr val="tx1"/>
                </a:solidFill>
              </a:rPr>
              <a:t>#CB9BF0</a:t>
            </a:r>
          </a:p>
          <a:p>
            <a:pPr algn="ctr"/>
            <a:r>
              <a:rPr lang="en-US" sz="1600" dirty="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M2M_LightestSecondary</a:t>
            </a:r>
          </a:p>
          <a:p>
            <a:pPr algn="ctr"/>
            <a:r>
              <a:rPr lang="en-US" dirty="0">
                <a:solidFill>
                  <a:schemeClr val="tx1"/>
                </a:solidFill>
              </a:rPr>
              <a:t>#A0C88B</a:t>
            </a:r>
          </a:p>
          <a:p>
            <a:pPr algn="ctr"/>
            <a:r>
              <a:rPr lang="en-US" sz="1600" dirty="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M2M_DeepPrimary</a:t>
            </a:r>
          </a:p>
          <a:p>
            <a:pPr algn="ctr"/>
            <a:r>
              <a:rPr lang="en-US" dirty="0">
                <a:solidFill>
                  <a:schemeClr val="tx1"/>
                </a:solidFill>
              </a:rPr>
              <a:t>#AD56E1</a:t>
            </a:r>
          </a:p>
          <a:p>
            <a:pPr algn="ctr"/>
            <a:r>
              <a:rPr lang="en-US" dirty="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M2M_LightSecondary</a:t>
            </a:r>
          </a:p>
          <a:p>
            <a:pPr algn="ctr"/>
            <a:r>
              <a:rPr lang="en-US" dirty="0">
                <a:solidFill>
                  <a:schemeClr val="tx1"/>
                </a:solidFill>
              </a:rPr>
              <a:t>#789668</a:t>
            </a:r>
          </a:p>
          <a:p>
            <a:pPr algn="ctr"/>
            <a:r>
              <a:rPr lang="en-US" sz="1600" dirty="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M2M_Secondary_Darkest</a:t>
            </a:r>
          </a:p>
          <a:p>
            <a:pPr algn="ctr"/>
            <a:r>
              <a:rPr lang="en-US" dirty="0">
                <a:solidFill>
                  <a:schemeClr val="bg1"/>
                </a:solidFill>
              </a:rPr>
              <a:t>#283223</a:t>
            </a:r>
          </a:p>
          <a:p>
            <a:pPr algn="ctr"/>
            <a:r>
              <a:rPr lang="en-US" dirty="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M2M_Secondary_Dark</a:t>
            </a:r>
          </a:p>
          <a:p>
            <a:pPr algn="ctr"/>
            <a:r>
              <a:rPr lang="en-US" dirty="0">
                <a:solidFill>
                  <a:schemeClr val="tx1"/>
                </a:solidFill>
              </a:rPr>
              <a:t>#3C4B34</a:t>
            </a:r>
          </a:p>
          <a:p>
            <a:pPr algn="ctr"/>
            <a:r>
              <a:rPr lang="en-US" dirty="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Grey</a:t>
            </a:r>
          </a:p>
          <a:p>
            <a:pPr algn="ctr"/>
            <a:r>
              <a:rPr lang="en-US" dirty="0">
                <a:solidFill>
                  <a:schemeClr val="tx1"/>
                </a:solidFill>
              </a:rPr>
              <a:t>#777777</a:t>
            </a:r>
          </a:p>
          <a:p>
            <a:pPr algn="ctr"/>
            <a:r>
              <a:rPr lang="en-US" sz="1600" dirty="0">
                <a:solidFill>
                  <a:schemeClr val="tx1"/>
                </a:solidFill>
              </a:rPr>
              <a:t>(127, 127, 127)</a:t>
            </a:r>
            <a:endParaRPr lang="en-AU" sz="1600" dirty="0">
              <a:solidFill>
                <a:schemeClr val="tx1"/>
              </a:solidFill>
            </a:endParaRPr>
          </a:p>
        </p:txBody>
      </p:sp>
      <p:sp>
        <p:nvSpPr>
          <p:cNvPr id="18" name="Rectangle 17"/>
          <p:cNvSpPr/>
          <p:nvPr/>
        </p:nvSpPr>
        <p:spPr>
          <a:xfrm>
            <a:off x="3153296" y="3914154"/>
            <a:ext cx="1538065" cy="1497050"/>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M2M_Red</a:t>
            </a:r>
          </a:p>
          <a:p>
            <a:pPr algn="ctr"/>
            <a:r>
              <a:rPr lang="en-US" dirty="0">
                <a:solidFill>
                  <a:schemeClr val="tx1"/>
                </a:solidFill>
              </a:rPr>
              <a:t>#</a:t>
            </a:r>
            <a:r>
              <a:rPr lang="en-AU" dirty="0">
                <a:solidFill>
                  <a:schemeClr val="tx1"/>
                </a:solidFill>
              </a:rPr>
              <a:t>E53935</a:t>
            </a:r>
          </a:p>
          <a:p>
            <a:pPr algn="ctr"/>
            <a:r>
              <a:rPr lang="en-US" dirty="0">
                <a:solidFill>
                  <a:schemeClr val="tx1"/>
                </a:solidFill>
              </a:rPr>
              <a:t>(229, 57, 53)</a:t>
            </a:r>
            <a:endParaRPr lang="en-AU"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M2M_Success</a:t>
            </a:r>
          </a:p>
          <a:p>
            <a:pPr algn="ctr"/>
            <a:r>
              <a:rPr lang="en-US" dirty="0">
                <a:solidFill>
                  <a:schemeClr val="tx1"/>
                </a:solidFill>
              </a:rPr>
              <a:t>#</a:t>
            </a:r>
            <a:r>
              <a:rPr lang="en-AU" dirty="0">
                <a:solidFill>
                  <a:schemeClr val="tx1"/>
                </a:solidFill>
              </a:rPr>
              <a:t>34C759</a:t>
            </a:r>
          </a:p>
          <a:p>
            <a:pPr algn="ctr"/>
            <a:r>
              <a:rPr lang="en-US" dirty="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M2M_Green</a:t>
            </a:r>
          </a:p>
          <a:p>
            <a:pPr algn="ctr"/>
            <a:r>
              <a:rPr lang="en-US" dirty="0">
                <a:solidFill>
                  <a:schemeClr val="tx1"/>
                </a:solidFill>
              </a:rPr>
              <a:t>#</a:t>
            </a:r>
            <a:r>
              <a:rPr lang="en-AU" dirty="0">
                <a:solidFill>
                  <a:schemeClr val="tx1"/>
                </a:solidFill>
              </a:rPr>
              <a:t>15803D</a:t>
            </a:r>
          </a:p>
          <a:p>
            <a:pPr algn="ctr"/>
            <a:r>
              <a:rPr lang="en-US" dirty="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M2M_Blue</a:t>
            </a:r>
          </a:p>
          <a:p>
            <a:pPr algn="ctr"/>
            <a:r>
              <a:rPr lang="en-US" dirty="0">
                <a:solidFill>
                  <a:schemeClr val="tx1"/>
                </a:solidFill>
              </a:rPr>
              <a:t>#</a:t>
            </a:r>
            <a:r>
              <a:rPr lang="en-AU" dirty="0">
                <a:solidFill>
                  <a:schemeClr val="tx1"/>
                </a:solidFill>
              </a:rPr>
              <a:t>1D9BF0</a:t>
            </a:r>
          </a:p>
          <a:p>
            <a:pPr algn="ctr"/>
            <a:r>
              <a:rPr lang="en-US" dirty="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Black</a:t>
            </a:r>
          </a:p>
          <a:p>
            <a:pPr algn="ctr"/>
            <a:r>
              <a:rPr lang="en-US" dirty="0">
                <a:solidFill>
                  <a:schemeClr val="bg1"/>
                </a:solidFill>
              </a:rPr>
              <a:t>#000000</a:t>
            </a:r>
          </a:p>
          <a:p>
            <a:pPr algn="ctr"/>
            <a:r>
              <a:rPr lang="en-US" dirty="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M2M_Dark_Blue</a:t>
            </a:r>
          </a:p>
          <a:p>
            <a:pPr algn="ctr"/>
            <a:r>
              <a:rPr lang="en-US" dirty="0">
                <a:solidFill>
                  <a:schemeClr val="bg1"/>
                </a:solidFill>
              </a:rPr>
              <a:t>#</a:t>
            </a:r>
            <a:r>
              <a:rPr lang="en-AU" dirty="0">
                <a:solidFill>
                  <a:schemeClr val="bg1"/>
                </a:solidFill>
              </a:rPr>
              <a:t>19123B</a:t>
            </a:r>
          </a:p>
          <a:p>
            <a:pPr algn="ctr"/>
            <a:r>
              <a:rPr lang="en-US" dirty="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Dark_Grey</a:t>
            </a:r>
          </a:p>
          <a:p>
            <a:pPr algn="ctr"/>
            <a:r>
              <a:rPr lang="en-US" dirty="0">
                <a:solidFill>
                  <a:schemeClr val="bg1"/>
                </a:solidFill>
              </a:rPr>
              <a:t>#333333</a:t>
            </a:r>
          </a:p>
          <a:p>
            <a:pPr algn="ctr"/>
            <a:r>
              <a:rPr lang="en-US" sz="1600" dirty="0">
                <a:solidFill>
                  <a:schemeClr val="bg1"/>
                </a:solidFill>
              </a:rPr>
              <a:t>(51, 51, 51)</a:t>
            </a:r>
            <a:endParaRPr lang="en-AU" dirty="0">
              <a:solidFill>
                <a:schemeClr val="bg1"/>
              </a:solidFill>
            </a:endParaRPr>
          </a:p>
        </p:txBody>
      </p:sp>
    </p:spTree>
    <p:extLst>
      <p:ext uri="{BB962C8B-B14F-4D97-AF65-F5344CB8AC3E}">
        <p14:creationId xmlns:p14="http://schemas.microsoft.com/office/powerpoint/2010/main" val="276277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74" name="TextBox 73"/>
          <p:cNvSpPr txBox="1"/>
          <p:nvPr/>
        </p:nvSpPr>
        <p:spPr>
          <a:xfrm>
            <a:off x="1438771" y="177660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76" name="TextBox 75"/>
          <p:cNvSpPr txBox="1"/>
          <p:nvPr/>
        </p:nvSpPr>
        <p:spPr>
          <a:xfrm>
            <a:off x="1438771" y="264869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78" name="Rounded Rectangle 77"/>
          <p:cNvSpPr/>
          <p:nvPr/>
        </p:nvSpPr>
        <p:spPr>
          <a:xfrm>
            <a:off x="1534047" y="292569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79" name="Rounded Rectangle 78"/>
          <p:cNvSpPr/>
          <p:nvPr/>
        </p:nvSpPr>
        <p:spPr>
          <a:xfrm>
            <a:off x="1518040" y="372772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80" name="TextBox 79"/>
          <p:cNvSpPr txBox="1"/>
          <p:nvPr/>
        </p:nvSpPr>
        <p:spPr>
          <a:xfrm>
            <a:off x="1665953" y="4452797"/>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Sign in</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ectangle 27"/>
          <p:cNvSpPr/>
          <p:nvPr/>
        </p:nvSpPr>
        <p:spPr>
          <a:xfrm>
            <a:off x="4987208"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9" name="Group 28"/>
          <p:cNvGrpSpPr/>
          <p:nvPr/>
        </p:nvGrpSpPr>
        <p:grpSpPr>
          <a:xfrm>
            <a:off x="4836368" y="-4255"/>
            <a:ext cx="3366722" cy="6858000"/>
            <a:chOff x="4676834" y="0"/>
            <a:chExt cx="3366722" cy="6858000"/>
          </a:xfrm>
        </p:grpSpPr>
        <p:grpSp>
          <p:nvGrpSpPr>
            <p:cNvPr id="30" name="Group 29"/>
            <p:cNvGrpSpPr/>
            <p:nvPr/>
          </p:nvGrpSpPr>
          <p:grpSpPr>
            <a:xfrm>
              <a:off x="4840421" y="235840"/>
              <a:ext cx="3029027" cy="958178"/>
              <a:chOff x="8366016" y="1852719"/>
              <a:chExt cx="2992003" cy="958178"/>
            </a:xfrm>
          </p:grpSpPr>
          <p:sp>
            <p:nvSpPr>
              <p:cNvPr id="36" name="Freeform 3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7" name="Group 36"/>
              <p:cNvGrpSpPr/>
              <p:nvPr/>
            </p:nvGrpSpPr>
            <p:grpSpPr>
              <a:xfrm>
                <a:off x="8366016" y="1868661"/>
                <a:ext cx="2052847" cy="942236"/>
                <a:chOff x="8366016" y="1851793"/>
                <a:chExt cx="2052847" cy="942236"/>
              </a:xfrm>
            </p:grpSpPr>
            <p:pic>
              <p:nvPicPr>
                <p:cNvPr id="38" name="Picture 3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40" name="TextBox 3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31" name="Group 30"/>
            <p:cNvGrpSpPr/>
            <p:nvPr/>
          </p:nvGrpSpPr>
          <p:grpSpPr>
            <a:xfrm>
              <a:off x="4676834" y="0"/>
              <a:ext cx="3366722" cy="6858000"/>
              <a:chOff x="8666331" y="315797"/>
              <a:chExt cx="3366722" cy="6858000"/>
            </a:xfrm>
          </p:grpSpPr>
          <p:pic>
            <p:nvPicPr>
              <p:cNvPr id="32" name="Picture 3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3" name="Picture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5" name="Rectangle 3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41" name="TextBox 40"/>
          <p:cNvSpPr txBox="1"/>
          <p:nvPr/>
        </p:nvSpPr>
        <p:spPr>
          <a:xfrm>
            <a:off x="5058012" y="2206423"/>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42" name="TextBox 41"/>
          <p:cNvSpPr txBox="1"/>
          <p:nvPr/>
        </p:nvSpPr>
        <p:spPr>
          <a:xfrm>
            <a:off x="5058012" y="2693571"/>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43" name="Rounded Rectangle 42"/>
          <p:cNvSpPr/>
          <p:nvPr/>
        </p:nvSpPr>
        <p:spPr>
          <a:xfrm>
            <a:off x="5153288" y="297057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44" name="TextBox 43"/>
          <p:cNvSpPr txBox="1"/>
          <p:nvPr/>
        </p:nvSpPr>
        <p:spPr>
          <a:xfrm>
            <a:off x="5058012" y="3565663"/>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5" name="Rounded Rectangle 44"/>
          <p:cNvSpPr/>
          <p:nvPr/>
        </p:nvSpPr>
        <p:spPr>
          <a:xfrm>
            <a:off x="5153288" y="384266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46" name="Rounded Rectangle 45"/>
          <p:cNvSpPr/>
          <p:nvPr/>
        </p:nvSpPr>
        <p:spPr>
          <a:xfrm>
            <a:off x="5137281" y="4644696"/>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7" name="TextBox 46"/>
          <p:cNvSpPr txBox="1"/>
          <p:nvPr/>
        </p:nvSpPr>
        <p:spPr>
          <a:xfrm>
            <a:off x="5285194" y="5369764"/>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48" name="Group 47"/>
          <p:cNvGrpSpPr/>
          <p:nvPr/>
        </p:nvGrpSpPr>
        <p:grpSpPr>
          <a:xfrm>
            <a:off x="5239727" y="6090715"/>
            <a:ext cx="2559317" cy="376814"/>
            <a:chOff x="1620486" y="6094970"/>
            <a:chExt cx="2559317" cy="376814"/>
          </a:xfrm>
        </p:grpSpPr>
        <p:pic>
          <p:nvPicPr>
            <p:cNvPr id="49" name="Picture 4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51" name="Picture 50"/>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52" name="Group 51"/>
            <p:cNvGrpSpPr/>
            <p:nvPr/>
          </p:nvGrpSpPr>
          <p:grpSpPr>
            <a:xfrm>
              <a:off x="2061631" y="6094970"/>
              <a:ext cx="1694123" cy="376814"/>
              <a:chOff x="5033065" y="5683638"/>
              <a:chExt cx="1694123" cy="376814"/>
            </a:xfrm>
          </p:grpSpPr>
          <p:pic>
            <p:nvPicPr>
              <p:cNvPr id="53" name="Picture 52"/>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54" name="Rectangle 53"/>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55" name="TextBox 54"/>
          <p:cNvSpPr txBox="1"/>
          <p:nvPr/>
        </p:nvSpPr>
        <p:spPr>
          <a:xfrm>
            <a:off x="5757098" y="73283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TextBox 55"/>
          <p:cNvSpPr txBox="1"/>
          <p:nvPr/>
        </p:nvSpPr>
        <p:spPr>
          <a:xfrm>
            <a:off x="5144306" y="1294940"/>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Thank you for registering!</a:t>
            </a:r>
          </a:p>
          <a:p>
            <a:r>
              <a:rPr lang="en-US" sz="1400" dirty="0"/>
              <a:t>Admin will soon grant you access.</a:t>
            </a:r>
            <a:endParaRPr lang="en-AU" sz="1400" dirty="0"/>
          </a:p>
        </p:txBody>
      </p:sp>
      <p:sp>
        <p:nvSpPr>
          <p:cNvPr id="58" name="Rectangle 57"/>
          <p:cNvSpPr/>
          <p:nvPr/>
        </p:nvSpPr>
        <p:spPr>
          <a:xfrm>
            <a:off x="8602020"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9" name="Group 58"/>
          <p:cNvGrpSpPr/>
          <p:nvPr/>
        </p:nvGrpSpPr>
        <p:grpSpPr>
          <a:xfrm>
            <a:off x="8451180" y="-4255"/>
            <a:ext cx="3366722" cy="6858000"/>
            <a:chOff x="4676834" y="0"/>
            <a:chExt cx="3366722" cy="6858000"/>
          </a:xfrm>
        </p:grpSpPr>
        <p:grpSp>
          <p:nvGrpSpPr>
            <p:cNvPr id="60" name="Group 59"/>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7" name="Group 66"/>
            <p:cNvGrpSpPr/>
            <p:nvPr/>
          </p:nvGrpSpPr>
          <p:grpSpPr>
            <a:xfrm>
              <a:off x="4676834" y="0"/>
              <a:ext cx="3366722" cy="6858000"/>
              <a:chOff x="8666331" y="315797"/>
              <a:chExt cx="3366722" cy="6858000"/>
            </a:xfrm>
          </p:grpSpPr>
          <p:pic>
            <p:nvPicPr>
              <p:cNvPr id="77" name="Picture 7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8672824" y="2370199"/>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89" name="TextBox 88"/>
          <p:cNvSpPr txBox="1"/>
          <p:nvPr/>
        </p:nvSpPr>
        <p:spPr>
          <a:xfrm>
            <a:off x="8672824" y="285734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90" name="Rounded Rectangle 89"/>
          <p:cNvSpPr/>
          <p:nvPr/>
        </p:nvSpPr>
        <p:spPr>
          <a:xfrm>
            <a:off x="8768100" y="313434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91" name="TextBox 90"/>
          <p:cNvSpPr txBox="1"/>
          <p:nvPr/>
        </p:nvSpPr>
        <p:spPr>
          <a:xfrm>
            <a:off x="8672824" y="3729439"/>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92" name="Rounded Rectangle 91"/>
          <p:cNvSpPr/>
          <p:nvPr/>
        </p:nvSpPr>
        <p:spPr>
          <a:xfrm>
            <a:off x="8768100" y="400643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93" name="Rounded Rectangle 92"/>
          <p:cNvSpPr/>
          <p:nvPr/>
        </p:nvSpPr>
        <p:spPr>
          <a:xfrm>
            <a:off x="8752093" y="480847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94" name="TextBox 93"/>
          <p:cNvSpPr txBox="1"/>
          <p:nvPr/>
        </p:nvSpPr>
        <p:spPr>
          <a:xfrm>
            <a:off x="8900006" y="5533540"/>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95" name="Group 94"/>
          <p:cNvGrpSpPr/>
          <p:nvPr/>
        </p:nvGrpSpPr>
        <p:grpSpPr>
          <a:xfrm>
            <a:off x="8854539" y="6090715"/>
            <a:ext cx="2559317" cy="376814"/>
            <a:chOff x="1620486" y="6094970"/>
            <a:chExt cx="2559317" cy="376814"/>
          </a:xfrm>
        </p:grpSpPr>
        <p:pic>
          <p:nvPicPr>
            <p:cNvPr id="96" name="Picture 95"/>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97" name="Picture 96"/>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98" name="Group 97"/>
            <p:cNvGrpSpPr/>
            <p:nvPr/>
          </p:nvGrpSpPr>
          <p:grpSpPr>
            <a:xfrm>
              <a:off x="2061631" y="6094970"/>
              <a:ext cx="1694123" cy="376814"/>
              <a:chOff x="5033065" y="5683638"/>
              <a:chExt cx="1694123" cy="376814"/>
            </a:xfrm>
          </p:grpSpPr>
          <p:pic>
            <p:nvPicPr>
              <p:cNvPr id="99" name="Picture 98"/>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0" name="Rectangle 99"/>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01" name="TextBox 100"/>
          <p:cNvSpPr txBox="1"/>
          <p:nvPr/>
        </p:nvSpPr>
        <p:spPr>
          <a:xfrm>
            <a:off x="9371910" y="73283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2" name="TextBox 101"/>
          <p:cNvSpPr txBox="1"/>
          <p:nvPr/>
        </p:nvSpPr>
        <p:spPr>
          <a:xfrm>
            <a:off x="8752093" y="1199385"/>
            <a:ext cx="2718901" cy="1101104"/>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400" dirty="0"/>
              <a:t>Thank you for showing interest!</a:t>
            </a:r>
            <a:endParaRPr lang="en-US" dirty="0"/>
          </a:p>
          <a:p>
            <a:r>
              <a:rPr lang="en-US" sz="1200" dirty="0"/>
              <a:t>Admin did not grant you access because:</a:t>
            </a:r>
          </a:p>
          <a:p>
            <a:pPr algn="just"/>
            <a:r>
              <a:rPr lang="en-AU" sz="1200" dirty="0"/>
              <a:t>Lorem ipsum </a:t>
            </a:r>
            <a:r>
              <a:rPr lang="en-AU" sz="1200" dirty="0" err="1"/>
              <a:t>ed</a:t>
            </a:r>
            <a:r>
              <a:rPr lang="en-AU" sz="1200" dirty="0"/>
              <a:t> </a:t>
            </a:r>
            <a:r>
              <a:rPr lang="en-AU" sz="1200" dirty="0" err="1"/>
              <a:t>ut</a:t>
            </a:r>
            <a:r>
              <a:rPr lang="en-AU" sz="1200" dirty="0"/>
              <a:t> </a:t>
            </a:r>
            <a:r>
              <a:rPr lang="en-AU" sz="1200" dirty="0" err="1"/>
              <a:t>perspiciatis</a:t>
            </a:r>
            <a:r>
              <a:rPr lang="en-AU" sz="1200" dirty="0"/>
              <a:t> </a:t>
            </a:r>
            <a:r>
              <a:rPr lang="en-AU" sz="1200" dirty="0" err="1"/>
              <a:t>unde</a:t>
            </a:r>
            <a:r>
              <a:rPr lang="en-AU" sz="1200" dirty="0"/>
              <a:t> </a:t>
            </a:r>
            <a:r>
              <a:rPr lang="en-AU" sz="1200" dirty="0" err="1"/>
              <a:t>omnis</a:t>
            </a:r>
            <a:r>
              <a:rPr lang="en-AU" sz="1200" dirty="0"/>
              <a:t> </a:t>
            </a:r>
            <a:r>
              <a:rPr lang="en-AU" sz="1200" dirty="0" err="1"/>
              <a:t>iste</a:t>
            </a:r>
            <a:r>
              <a:rPr lang="en-AU" sz="1200" dirty="0"/>
              <a:t> </a:t>
            </a:r>
            <a:r>
              <a:rPr lang="en-AU" sz="1200" dirty="0" err="1"/>
              <a:t>natus</a:t>
            </a:r>
            <a:r>
              <a:rPr lang="en-AU" sz="1200" dirty="0"/>
              <a:t> error sit </a:t>
            </a:r>
            <a:r>
              <a:rPr lang="pt-BR" sz="1200" dirty="0"/>
              <a:t>accusantium doloremque laudantium, totam rem ar</a:t>
            </a:r>
            <a:r>
              <a:rPr lang="en-AU" sz="1400" dirty="0"/>
              <a:t>.</a:t>
            </a:r>
            <a:endParaRPr lang="en-US" sz="1200" dirty="0"/>
          </a:p>
        </p:txBody>
      </p:sp>
    </p:spTree>
    <p:extLst>
      <p:ext uri="{BB962C8B-B14F-4D97-AF65-F5344CB8AC3E}">
        <p14:creationId xmlns:p14="http://schemas.microsoft.com/office/powerpoint/2010/main" val="1544035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sp>
        <p:nvSpPr>
          <p:cNvPr id="74" name="TextBox 73"/>
          <p:cNvSpPr txBox="1"/>
          <p:nvPr/>
        </p:nvSpPr>
        <p:spPr>
          <a:xfrm>
            <a:off x="1438771" y="1776604"/>
            <a:ext cx="192873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Name with Location</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79" name="Rounded Rectangle 78"/>
          <p:cNvSpPr/>
          <p:nvPr/>
        </p:nvSpPr>
        <p:spPr>
          <a:xfrm>
            <a:off x="1545729" y="559560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Register</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89" name="TextBox 88"/>
          <p:cNvSpPr txBox="1"/>
          <p:nvPr/>
        </p:nvSpPr>
        <p:spPr>
          <a:xfrm>
            <a:off x="1445796" y="2651863"/>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90" name="Rounded Rectangle 89"/>
          <p:cNvSpPr/>
          <p:nvPr/>
        </p:nvSpPr>
        <p:spPr>
          <a:xfrm>
            <a:off x="1541072" y="293568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91" name="TextBox 90"/>
          <p:cNvSpPr txBox="1"/>
          <p:nvPr/>
        </p:nvSpPr>
        <p:spPr>
          <a:xfrm>
            <a:off x="1445796" y="3523955"/>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92" name="Rounded Rectangle 91"/>
          <p:cNvSpPr/>
          <p:nvPr/>
        </p:nvSpPr>
        <p:spPr>
          <a:xfrm>
            <a:off x="1541072" y="380095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93" name="Rectangle 92"/>
          <p:cNvSpPr/>
          <p:nvPr/>
        </p:nvSpPr>
        <p:spPr>
          <a:xfrm>
            <a:off x="5041484"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4" name="Group 93"/>
          <p:cNvGrpSpPr/>
          <p:nvPr/>
        </p:nvGrpSpPr>
        <p:grpSpPr>
          <a:xfrm>
            <a:off x="4890644" y="0"/>
            <a:ext cx="3366722" cy="6858000"/>
            <a:chOff x="4676834" y="0"/>
            <a:chExt cx="3366722" cy="6858000"/>
          </a:xfrm>
        </p:grpSpPr>
        <p:grpSp>
          <p:nvGrpSpPr>
            <p:cNvPr id="95" name="Group 94"/>
            <p:cNvGrpSpPr/>
            <p:nvPr/>
          </p:nvGrpSpPr>
          <p:grpSpPr>
            <a:xfrm>
              <a:off x="4840421" y="235840"/>
              <a:ext cx="3029027" cy="958178"/>
              <a:chOff x="8366016" y="1852719"/>
              <a:chExt cx="2992003" cy="958178"/>
            </a:xfrm>
          </p:grpSpPr>
          <p:sp>
            <p:nvSpPr>
              <p:cNvPr id="100" name="Freeform 99"/>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01" name="Group 100"/>
              <p:cNvGrpSpPr/>
              <p:nvPr/>
            </p:nvGrpSpPr>
            <p:grpSpPr>
              <a:xfrm>
                <a:off x="8366016" y="1868661"/>
                <a:ext cx="2052847" cy="942236"/>
                <a:chOff x="8366016" y="1851793"/>
                <a:chExt cx="2052847" cy="942236"/>
              </a:xfrm>
            </p:grpSpPr>
            <p:pic>
              <p:nvPicPr>
                <p:cNvPr id="102" name="Picture 10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03" name="TextBox 102"/>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96" name="Group 95"/>
            <p:cNvGrpSpPr/>
            <p:nvPr/>
          </p:nvGrpSpPr>
          <p:grpSpPr>
            <a:xfrm>
              <a:off x="4676834" y="0"/>
              <a:ext cx="3366722" cy="6858000"/>
              <a:chOff x="8666331" y="315797"/>
              <a:chExt cx="3366722" cy="6858000"/>
            </a:xfrm>
          </p:grpSpPr>
          <p:pic>
            <p:nvPicPr>
              <p:cNvPr id="97" name="Picture 9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8" name="Picture 9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9" name="Rectangle 9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04" name="TextBox 103"/>
          <p:cNvSpPr txBox="1"/>
          <p:nvPr/>
        </p:nvSpPr>
        <p:spPr>
          <a:xfrm>
            <a:off x="5112288" y="128945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sp>
        <p:nvSpPr>
          <p:cNvPr id="105" name="TextBox 104"/>
          <p:cNvSpPr txBox="1"/>
          <p:nvPr/>
        </p:nvSpPr>
        <p:spPr>
          <a:xfrm>
            <a:off x="5112288" y="2336160"/>
            <a:ext cx="192873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Name with Location</a:t>
            </a:r>
            <a:endParaRPr lang="en-AU" sz="1200" dirty="0">
              <a:solidFill>
                <a:srgbClr val="3C4B34"/>
              </a:solidFill>
              <a:latin typeface="Lato" panose="020F0502020204030203" pitchFamily="34" charset="0"/>
            </a:endParaRPr>
          </a:p>
        </p:txBody>
      </p:sp>
      <p:sp>
        <p:nvSpPr>
          <p:cNvPr id="106" name="Rounded Rectangle 105"/>
          <p:cNvSpPr/>
          <p:nvPr/>
        </p:nvSpPr>
        <p:spPr>
          <a:xfrm>
            <a:off x="5207564" y="261315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rgbClr val="7F7F7F"/>
                </a:solidFill>
              </a:rPr>
              <a:t>MyCycles</a:t>
            </a:r>
            <a:endParaRPr lang="en-AU" sz="1200" dirty="0">
              <a:solidFill>
                <a:srgbClr val="7F7F7F"/>
              </a:solidFill>
            </a:endParaRPr>
          </a:p>
        </p:txBody>
      </p:sp>
      <p:sp>
        <p:nvSpPr>
          <p:cNvPr id="107" name="Rounded Rectangle 106"/>
          <p:cNvSpPr/>
          <p:nvPr/>
        </p:nvSpPr>
        <p:spPr>
          <a:xfrm>
            <a:off x="5219246" y="5595602"/>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grpSp>
        <p:nvGrpSpPr>
          <p:cNvPr id="108" name="Group 107"/>
          <p:cNvGrpSpPr/>
          <p:nvPr/>
        </p:nvGrpSpPr>
        <p:grpSpPr>
          <a:xfrm>
            <a:off x="5294003" y="6094970"/>
            <a:ext cx="2559317" cy="376814"/>
            <a:chOff x="1620486" y="6094970"/>
            <a:chExt cx="2559317" cy="376814"/>
          </a:xfrm>
        </p:grpSpPr>
        <p:pic>
          <p:nvPicPr>
            <p:cNvPr id="109" name="Picture 10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0" name="Picture 10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1" name="Group 110"/>
            <p:cNvGrpSpPr/>
            <p:nvPr/>
          </p:nvGrpSpPr>
          <p:grpSpPr>
            <a:xfrm>
              <a:off x="2061631" y="6094970"/>
              <a:ext cx="1694123" cy="376814"/>
              <a:chOff x="5033065" y="5683638"/>
              <a:chExt cx="1694123" cy="376814"/>
            </a:xfrm>
          </p:grpSpPr>
          <p:pic>
            <p:nvPicPr>
              <p:cNvPr id="112" name="Picture 11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3" name="Rectangle 11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14" name="TextBox 113"/>
          <p:cNvSpPr txBox="1"/>
          <p:nvPr/>
        </p:nvSpPr>
        <p:spPr>
          <a:xfrm>
            <a:off x="5811374"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15" name="TextBox 114"/>
          <p:cNvSpPr txBox="1"/>
          <p:nvPr/>
        </p:nvSpPr>
        <p:spPr>
          <a:xfrm>
            <a:off x="5119313" y="3211419"/>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116" name="Rounded Rectangle 115"/>
          <p:cNvSpPr/>
          <p:nvPr/>
        </p:nvSpPr>
        <p:spPr>
          <a:xfrm>
            <a:off x="5214589" y="34952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117" name="TextBox 116"/>
          <p:cNvSpPr txBox="1"/>
          <p:nvPr/>
        </p:nvSpPr>
        <p:spPr>
          <a:xfrm>
            <a:off x="5119313" y="4083511"/>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118" name="Rounded Rectangle 117"/>
          <p:cNvSpPr/>
          <p:nvPr/>
        </p:nvSpPr>
        <p:spPr>
          <a:xfrm>
            <a:off x="5214589" y="436051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119" name="TextBox 118"/>
          <p:cNvSpPr txBox="1"/>
          <p:nvPr/>
        </p:nvSpPr>
        <p:spPr>
          <a:xfrm>
            <a:off x="5214589" y="1643250"/>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Thank you for registering!</a:t>
            </a:r>
          </a:p>
          <a:p>
            <a:r>
              <a:rPr lang="en-US" sz="1400" dirty="0"/>
              <a:t>Admin will soon grant you access.</a:t>
            </a:r>
            <a:endParaRPr lang="en-AU" sz="1400" dirty="0"/>
          </a:p>
        </p:txBody>
      </p:sp>
    </p:spTree>
    <p:extLst>
      <p:ext uri="{BB962C8B-B14F-4D97-AF65-F5344CB8AC3E}">
        <p14:creationId xmlns:p14="http://schemas.microsoft.com/office/powerpoint/2010/main" val="9724999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49526" y="1879977"/>
            <a:ext cx="2149948"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List Your First e-Bike Fleet </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Listing e-Bike Fleets</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0" name="Freeform 59"/>
          <p:cNvSpPr/>
          <p:nvPr/>
        </p:nvSpPr>
        <p:spPr>
          <a:xfrm>
            <a:off x="2471044" y="3003469"/>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67" name="Rectangle 66"/>
          <p:cNvSpPr/>
          <p:nvPr/>
        </p:nvSpPr>
        <p:spPr>
          <a:xfrm>
            <a:off x="5103405" y="167323"/>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76" name="Group 75"/>
          <p:cNvGrpSpPr/>
          <p:nvPr/>
        </p:nvGrpSpPr>
        <p:grpSpPr>
          <a:xfrm>
            <a:off x="4952565" y="-2"/>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5270729" y="1869489"/>
            <a:ext cx="1561646"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Your e-Bike Fleets </a:t>
            </a:r>
            <a:endParaRPr lang="en-AU" sz="1400" b="1" dirty="0">
              <a:solidFill>
                <a:srgbClr val="3C4B34"/>
              </a:solidFill>
              <a:latin typeface="Comfortaa"/>
              <a:ea typeface="Lato" panose="020F0502020204030203" pitchFamily="34" charset="0"/>
              <a:cs typeface="Lato" panose="020F0502020204030203" pitchFamily="34" charset="0"/>
            </a:endParaRPr>
          </a:p>
        </p:txBody>
      </p:sp>
      <p:grpSp>
        <p:nvGrpSpPr>
          <p:cNvPr id="120" name="Group 119"/>
          <p:cNvGrpSpPr/>
          <p:nvPr/>
        </p:nvGrpSpPr>
        <p:grpSpPr>
          <a:xfrm>
            <a:off x="5355924" y="6094968"/>
            <a:ext cx="2559317" cy="376814"/>
            <a:chOff x="1620486" y="6094970"/>
            <a:chExt cx="2559317" cy="376814"/>
          </a:xfrm>
        </p:grpSpPr>
        <p:pic>
          <p:nvPicPr>
            <p:cNvPr id="121" name="Picture 120"/>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2" name="Picture 121"/>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3" name="Group 122"/>
            <p:cNvGrpSpPr/>
            <p:nvPr/>
          </p:nvGrpSpPr>
          <p:grpSpPr>
            <a:xfrm>
              <a:off x="2061631" y="6094970"/>
              <a:ext cx="1694123" cy="376814"/>
              <a:chOff x="5033065" y="5683638"/>
              <a:chExt cx="1694123" cy="376814"/>
            </a:xfrm>
          </p:grpSpPr>
          <p:pic>
            <p:nvPicPr>
              <p:cNvPr id="124" name="Picture 123"/>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5" name="Rectangle 12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26" name="TextBox 125"/>
          <p:cNvSpPr txBox="1"/>
          <p:nvPr/>
        </p:nvSpPr>
        <p:spPr>
          <a:xfrm>
            <a:off x="5873295" y="737088"/>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7" name="Rounded Rectangle 126"/>
          <p:cNvSpPr/>
          <p:nvPr/>
        </p:nvSpPr>
        <p:spPr>
          <a:xfrm>
            <a:off x="7638192" y="68944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7" name="Group 16">
            <a:extLst>
              <a:ext uri="{FF2B5EF4-FFF2-40B4-BE49-F238E27FC236}">
                <a16:creationId xmlns:a16="http://schemas.microsoft.com/office/drawing/2014/main" id="{9ED7D3A0-E1BC-5544-7B17-5ED77E65B33B}"/>
              </a:ext>
            </a:extLst>
          </p:cNvPr>
          <p:cNvGrpSpPr/>
          <p:nvPr/>
        </p:nvGrpSpPr>
        <p:grpSpPr>
          <a:xfrm>
            <a:off x="5403782" y="4432555"/>
            <a:ext cx="2439669" cy="1545141"/>
            <a:chOff x="5412613" y="1940766"/>
            <a:chExt cx="2439669" cy="1545141"/>
          </a:xfrm>
        </p:grpSpPr>
        <p:sp>
          <p:nvSpPr>
            <p:cNvPr id="18" name="Rectangle: Rounded Corners 17">
              <a:extLst>
                <a:ext uri="{FF2B5EF4-FFF2-40B4-BE49-F238E27FC236}">
                  <a16:creationId xmlns:a16="http://schemas.microsoft.com/office/drawing/2014/main" id="{7B531BCA-3C25-4CEF-CDDF-A1E492F13488}"/>
                </a:ext>
              </a:extLst>
            </p:cNvPr>
            <p:cNvSpPr/>
            <p:nvPr/>
          </p:nvSpPr>
          <p:spPr>
            <a:xfrm>
              <a:off x="5412613" y="1940766"/>
              <a:ext cx="2439669" cy="1545141"/>
            </a:xfrm>
            <a:prstGeom prst="roundRect">
              <a:avLst>
                <a:gd name="adj" fmla="val 16020"/>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9" name="Picture 18">
              <a:extLst>
                <a:ext uri="{FF2B5EF4-FFF2-40B4-BE49-F238E27FC236}">
                  <a16:creationId xmlns:a16="http://schemas.microsoft.com/office/drawing/2014/main" id="{CFBB364F-64FA-EDD9-7002-F6C42E6E4E2B}"/>
                </a:ext>
              </a:extLst>
            </p:cNvPr>
            <p:cNvPicPr>
              <a:picLocks noChangeAspect="1"/>
            </p:cNvPicPr>
            <p:nvPr/>
          </p:nvPicPr>
          <p:blipFill>
            <a:blip r:embed="rId7"/>
            <a:stretch>
              <a:fillRect/>
            </a:stretch>
          </p:blipFill>
          <p:spPr>
            <a:xfrm>
              <a:off x="5555774" y="2455074"/>
              <a:ext cx="719019" cy="772164"/>
            </a:xfrm>
            <a:prstGeom prst="roundRect">
              <a:avLst>
                <a:gd name="adj" fmla="val 15788"/>
              </a:avLst>
            </a:prstGeom>
          </p:spPr>
        </p:pic>
        <p:sp>
          <p:nvSpPr>
            <p:cNvPr id="20" name="TextBox 19">
              <a:extLst>
                <a:ext uri="{FF2B5EF4-FFF2-40B4-BE49-F238E27FC236}">
                  <a16:creationId xmlns:a16="http://schemas.microsoft.com/office/drawing/2014/main" id="{FB27A05A-67DC-D7C3-5A4C-E274C0DCB360}"/>
                </a:ext>
              </a:extLst>
            </p:cNvPr>
            <p:cNvSpPr txBox="1"/>
            <p:nvPr/>
          </p:nvSpPr>
          <p:spPr>
            <a:xfrm>
              <a:off x="5499774" y="2058655"/>
              <a:ext cx="1494482" cy="292388"/>
            </a:xfrm>
            <a:prstGeom prst="rect">
              <a:avLst/>
            </a:prstGeom>
            <a:noFill/>
          </p:spPr>
          <p:txBody>
            <a:bodyPr wrap="square" rtlCol="0">
              <a:spAutoFit/>
            </a:bodyPr>
            <a:lstStyle/>
            <a:p>
              <a:r>
                <a:rPr lang="en-US" sz="1300" b="1" dirty="0">
                  <a:latin typeface="Lato" panose="020F0502020204030203" pitchFamily="34" charset="0"/>
                  <a:ea typeface="Lato" panose="020F0502020204030203" pitchFamily="34" charset="0"/>
                  <a:cs typeface="Lato" panose="020F0502020204030203" pitchFamily="34" charset="0"/>
                </a:rPr>
                <a:t>Fat Boy - Vagus</a:t>
              </a:r>
              <a:endParaRPr lang="en-IN" sz="1300" b="1" dirty="0">
                <a:latin typeface="Lato" panose="020F0502020204030203" pitchFamily="34" charset="0"/>
                <a:ea typeface="Lato" panose="020F0502020204030203" pitchFamily="34" charset="0"/>
                <a:cs typeface="Lato" panose="020F0502020204030203" pitchFamily="34" charset="0"/>
              </a:endParaRPr>
            </a:p>
          </p:txBody>
        </p:sp>
        <p:sp>
          <p:nvSpPr>
            <p:cNvPr id="21" name="TextBox 20">
              <a:extLst>
                <a:ext uri="{FF2B5EF4-FFF2-40B4-BE49-F238E27FC236}">
                  <a16:creationId xmlns:a16="http://schemas.microsoft.com/office/drawing/2014/main" id="{D3A0206F-7FAB-D161-D84F-BB9133CC5499}"/>
                </a:ext>
              </a:extLst>
            </p:cNvPr>
            <p:cNvSpPr txBox="1"/>
            <p:nvPr/>
          </p:nvSpPr>
          <p:spPr>
            <a:xfrm>
              <a:off x="6252535" y="2349724"/>
              <a:ext cx="1494481" cy="230832"/>
            </a:xfrm>
            <a:prstGeom prst="rect">
              <a:avLst/>
            </a:prstGeom>
            <a:noFill/>
          </p:spPr>
          <p:txBody>
            <a:bodyPr wrap="square">
              <a:spAutoFit/>
            </a:bodyPr>
            <a:lstStyle/>
            <a:p>
              <a:r>
                <a:rPr lang="en-IN" sz="900" b="1" dirty="0">
                  <a:latin typeface="Lato" panose="020F0502020204030203" pitchFamily="34" charset="0"/>
                  <a:ea typeface="Lato" panose="020F0502020204030203" pitchFamily="34" charset="0"/>
                  <a:cs typeface="Lato" panose="020F0502020204030203" pitchFamily="34" charset="0"/>
                </a:rPr>
                <a:t>🏷️</a:t>
              </a:r>
              <a:r>
                <a:rPr lang="en-IN" sz="9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AUD $75/week</a:t>
              </a:r>
            </a:p>
          </p:txBody>
        </p:sp>
        <p:sp>
          <p:nvSpPr>
            <p:cNvPr id="22" name="TextBox 21">
              <a:extLst>
                <a:ext uri="{FF2B5EF4-FFF2-40B4-BE49-F238E27FC236}">
                  <a16:creationId xmlns:a16="http://schemas.microsoft.com/office/drawing/2014/main" id="{F8222311-D649-4136-1502-77BD8F26D196}"/>
                </a:ext>
              </a:extLst>
            </p:cNvPr>
            <p:cNvSpPr txBox="1"/>
            <p:nvPr/>
          </p:nvSpPr>
          <p:spPr>
            <a:xfrm>
              <a:off x="6252536" y="2547210"/>
              <a:ext cx="1298800" cy="230832"/>
            </a:xfrm>
            <a:prstGeom prst="rect">
              <a:avLst/>
            </a:prstGeom>
            <a:noFill/>
          </p:spPr>
          <p:txBody>
            <a:bodyPr wrap="square">
              <a:spAutoFit/>
            </a:bodyPr>
            <a:lstStyle/>
            <a:p>
              <a:r>
                <a:rPr lang="en-IN" sz="9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Road</a:t>
              </a:r>
            </a:p>
          </p:txBody>
        </p:sp>
        <p:sp>
          <p:nvSpPr>
            <p:cNvPr id="23" name="TextBox 22">
              <a:extLst>
                <a:ext uri="{FF2B5EF4-FFF2-40B4-BE49-F238E27FC236}">
                  <a16:creationId xmlns:a16="http://schemas.microsoft.com/office/drawing/2014/main" id="{6370BB69-6106-D98A-C3BB-CB61C3AEE99A}"/>
                </a:ext>
              </a:extLst>
            </p:cNvPr>
            <p:cNvSpPr txBox="1"/>
            <p:nvPr/>
          </p:nvSpPr>
          <p:spPr>
            <a:xfrm>
              <a:off x="6274793" y="2763604"/>
              <a:ext cx="1577489" cy="369332"/>
            </a:xfrm>
            <a:prstGeom prst="rect">
              <a:avLst/>
            </a:prstGeom>
            <a:noFill/>
          </p:spPr>
          <p:txBody>
            <a:bodyPr wrap="square">
              <a:spAutoFit/>
            </a:bodyPr>
            <a:lstStyle/>
            <a:p>
              <a:r>
                <a:rPr lang="en-IN" sz="900" b="0" i="0" dirty="0">
                  <a:solidFill>
                    <a:srgbClr val="474747"/>
                  </a:solidFill>
                  <a:effectLst/>
                  <a:latin typeface="Google Sans"/>
                </a:rPr>
                <a:t>📍</a:t>
              </a:r>
              <a:r>
                <a:rPr lang="en-AU" sz="900" dirty="0">
                  <a:solidFill>
                    <a:schemeClr val="bg1">
                      <a:lumMod val="50000"/>
                    </a:schemeClr>
                  </a:solidFill>
                  <a:latin typeface="Lato" panose="020F0502020204030203" pitchFamily="34" charset="0"/>
                </a:rPr>
                <a:t> MCIC Building, Kensington</a:t>
              </a:r>
              <a:endParaRPr lang="en-IN" sz="900" dirty="0"/>
            </a:p>
          </p:txBody>
        </p:sp>
        <p:sp>
          <p:nvSpPr>
            <p:cNvPr id="24" name="TextBox 23">
              <a:extLst>
                <a:ext uri="{FF2B5EF4-FFF2-40B4-BE49-F238E27FC236}">
                  <a16:creationId xmlns:a16="http://schemas.microsoft.com/office/drawing/2014/main" id="{9DF23280-277E-3735-9EFF-D5ED385B1B79}"/>
                </a:ext>
              </a:extLst>
            </p:cNvPr>
            <p:cNvSpPr txBox="1"/>
            <p:nvPr/>
          </p:nvSpPr>
          <p:spPr>
            <a:xfrm>
              <a:off x="6276176" y="3107374"/>
              <a:ext cx="1298800" cy="230832"/>
            </a:xfrm>
            <a:prstGeom prst="rect">
              <a:avLst/>
            </a:prstGeom>
            <a:noFill/>
          </p:spPr>
          <p:txBody>
            <a:bodyPr wrap="square">
              <a:spAutoFit/>
            </a:bodyPr>
            <a:lstStyle/>
            <a:p>
              <a:r>
                <a:rPr lang="en-IN" sz="9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🚲quantity: 7</a:t>
              </a:r>
            </a:p>
          </p:txBody>
        </p:sp>
      </p:grpSp>
      <p:sp>
        <p:nvSpPr>
          <p:cNvPr id="129" name="Rounded Rectangle 128"/>
          <p:cNvSpPr/>
          <p:nvPr/>
        </p:nvSpPr>
        <p:spPr>
          <a:xfrm>
            <a:off x="5293357" y="5620145"/>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List Another Fleet</a:t>
            </a:r>
            <a:endParaRPr lang="en-AU" sz="1300" b="1" dirty="0">
              <a:solidFill>
                <a:schemeClr val="bg1"/>
              </a:solidFill>
              <a:latin typeface="Comfortaa" pitchFamily="2" charset="0"/>
            </a:endParaRPr>
          </a:p>
        </p:txBody>
      </p:sp>
      <p:sp>
        <p:nvSpPr>
          <p:cNvPr id="25" name="TextBox 24">
            <a:extLst>
              <a:ext uri="{FF2B5EF4-FFF2-40B4-BE49-F238E27FC236}">
                <a16:creationId xmlns:a16="http://schemas.microsoft.com/office/drawing/2014/main" id="{F0CCAEDD-40E1-6CB2-AD73-578179C2EC10}"/>
              </a:ext>
            </a:extLst>
          </p:cNvPr>
          <p:cNvSpPr txBox="1"/>
          <p:nvPr/>
        </p:nvSpPr>
        <p:spPr>
          <a:xfrm>
            <a:off x="1432024" y="1385394"/>
            <a:ext cx="1757212" cy="307777"/>
          </a:xfrm>
          <a:prstGeom prst="rect">
            <a:avLst/>
          </a:prstGeom>
          <a:noFill/>
        </p:spPr>
        <p:txBody>
          <a:bodyPr wrap="none" rtlCol="0">
            <a:spAutoFit/>
          </a:bodyPr>
          <a:lstStyle/>
          <a:p>
            <a:r>
              <a:rPr lang="en-US" sz="1400" b="1" dirty="0">
                <a:solidFill>
                  <a:srgbClr val="CB9BF0"/>
                </a:solidFill>
                <a:latin typeface="Lato" panose="020F0502020204030203" pitchFamily="34" charset="0"/>
                <a:ea typeface="Lato" panose="020F0502020204030203" pitchFamily="34" charset="0"/>
                <a:cs typeface="Lato" panose="020F0502020204030203" pitchFamily="34" charset="0"/>
              </a:rPr>
              <a:t>Welcome </a:t>
            </a:r>
            <a:r>
              <a:rPr lang="en-AU" sz="1400" b="1" dirty="0">
                <a:solidFill>
                  <a:srgbClr val="CB9BF0"/>
                </a:solidFill>
                <a:latin typeface="Lato" panose="020F0502020204030203" pitchFamily="34" charset="0"/>
                <a:ea typeface="Lato" panose="020F0502020204030203" pitchFamily="34" charset="0"/>
                <a:cs typeface="Lato" panose="020F0502020204030203" pitchFamily="34" charset="0"/>
              </a:rPr>
              <a:t>MyCycles</a:t>
            </a:r>
          </a:p>
        </p:txBody>
      </p:sp>
      <p:sp>
        <p:nvSpPr>
          <p:cNvPr id="26" name="TextBox 25">
            <a:extLst>
              <a:ext uri="{FF2B5EF4-FFF2-40B4-BE49-F238E27FC236}">
                <a16:creationId xmlns:a16="http://schemas.microsoft.com/office/drawing/2014/main" id="{1FB022C4-424A-D3E2-F0D6-7D3275FB783D}"/>
              </a:ext>
            </a:extLst>
          </p:cNvPr>
          <p:cNvSpPr txBox="1"/>
          <p:nvPr/>
        </p:nvSpPr>
        <p:spPr>
          <a:xfrm>
            <a:off x="5270729" y="1333503"/>
            <a:ext cx="1757212" cy="307777"/>
          </a:xfrm>
          <a:prstGeom prst="rect">
            <a:avLst/>
          </a:prstGeom>
          <a:noFill/>
        </p:spPr>
        <p:txBody>
          <a:bodyPr wrap="none" rtlCol="0">
            <a:spAutoFit/>
          </a:bodyPr>
          <a:lstStyle/>
          <a:p>
            <a:r>
              <a:rPr lang="en-US" sz="1400" b="1" dirty="0">
                <a:solidFill>
                  <a:srgbClr val="CB9BF0"/>
                </a:solidFill>
                <a:latin typeface="Lato" panose="020F0502020204030203" pitchFamily="34" charset="0"/>
                <a:ea typeface="Lato" panose="020F0502020204030203" pitchFamily="34" charset="0"/>
                <a:cs typeface="Lato" panose="020F0502020204030203" pitchFamily="34" charset="0"/>
              </a:rPr>
              <a:t>Welcome </a:t>
            </a:r>
            <a:r>
              <a:rPr lang="en-AU" sz="1400" b="1" dirty="0">
                <a:solidFill>
                  <a:srgbClr val="CB9BF0"/>
                </a:solidFill>
                <a:latin typeface="Lato" panose="020F0502020204030203" pitchFamily="34" charset="0"/>
                <a:ea typeface="Lato" panose="020F0502020204030203" pitchFamily="34" charset="0"/>
                <a:cs typeface="Lato" panose="020F0502020204030203" pitchFamily="34" charset="0"/>
              </a:rPr>
              <a:t>MyCycles</a:t>
            </a:r>
          </a:p>
        </p:txBody>
      </p:sp>
      <p:grpSp>
        <p:nvGrpSpPr>
          <p:cNvPr id="35" name="Group 34">
            <a:extLst>
              <a:ext uri="{FF2B5EF4-FFF2-40B4-BE49-F238E27FC236}">
                <a16:creationId xmlns:a16="http://schemas.microsoft.com/office/drawing/2014/main" id="{66DFFA3A-1FC0-24B8-705C-76E40EDB966E}"/>
              </a:ext>
            </a:extLst>
          </p:cNvPr>
          <p:cNvGrpSpPr/>
          <p:nvPr/>
        </p:nvGrpSpPr>
        <p:grpSpPr>
          <a:xfrm>
            <a:off x="5412613" y="2565923"/>
            <a:ext cx="2439669" cy="1545141"/>
            <a:chOff x="5412613" y="2565923"/>
            <a:chExt cx="2439669" cy="1545141"/>
          </a:xfrm>
        </p:grpSpPr>
        <p:grpSp>
          <p:nvGrpSpPr>
            <p:cNvPr id="16" name="Group 15">
              <a:extLst>
                <a:ext uri="{FF2B5EF4-FFF2-40B4-BE49-F238E27FC236}">
                  <a16:creationId xmlns:a16="http://schemas.microsoft.com/office/drawing/2014/main" id="{FCF19887-3707-CBC9-D6C5-D5BA021DBF80}"/>
                </a:ext>
              </a:extLst>
            </p:cNvPr>
            <p:cNvGrpSpPr/>
            <p:nvPr/>
          </p:nvGrpSpPr>
          <p:grpSpPr>
            <a:xfrm>
              <a:off x="5412613" y="2565923"/>
              <a:ext cx="2439669" cy="1545141"/>
              <a:chOff x="5412613" y="1940766"/>
              <a:chExt cx="2439669" cy="1545141"/>
            </a:xfrm>
          </p:grpSpPr>
          <p:sp>
            <p:nvSpPr>
              <p:cNvPr id="2" name="Rectangle: Rounded Corners 1">
                <a:extLst>
                  <a:ext uri="{FF2B5EF4-FFF2-40B4-BE49-F238E27FC236}">
                    <a16:creationId xmlns:a16="http://schemas.microsoft.com/office/drawing/2014/main" id="{45403D9B-7312-E847-FADC-056461B6AACC}"/>
                  </a:ext>
                </a:extLst>
              </p:cNvPr>
              <p:cNvSpPr/>
              <p:nvPr/>
            </p:nvSpPr>
            <p:spPr>
              <a:xfrm>
                <a:off x="5412613" y="1940766"/>
                <a:ext cx="2439669" cy="1545141"/>
              </a:xfrm>
              <a:prstGeom prst="roundRect">
                <a:avLst>
                  <a:gd name="adj" fmla="val 16020"/>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679C3ADE-FCC2-7F2A-8BDD-42C579CF4B6F}"/>
                  </a:ext>
                </a:extLst>
              </p:cNvPr>
              <p:cNvPicPr>
                <a:picLocks noChangeAspect="1"/>
              </p:cNvPicPr>
              <p:nvPr/>
            </p:nvPicPr>
            <p:blipFill>
              <a:blip r:embed="rId7"/>
              <a:stretch>
                <a:fillRect/>
              </a:stretch>
            </p:blipFill>
            <p:spPr>
              <a:xfrm>
                <a:off x="5555774" y="2455074"/>
                <a:ext cx="719019" cy="772164"/>
              </a:xfrm>
              <a:prstGeom prst="roundRect">
                <a:avLst>
                  <a:gd name="adj" fmla="val 15788"/>
                </a:avLst>
              </a:prstGeom>
            </p:spPr>
          </p:pic>
          <p:sp>
            <p:nvSpPr>
              <p:cNvPr id="5" name="TextBox 4">
                <a:extLst>
                  <a:ext uri="{FF2B5EF4-FFF2-40B4-BE49-F238E27FC236}">
                    <a16:creationId xmlns:a16="http://schemas.microsoft.com/office/drawing/2014/main" id="{5D687BAE-4641-B0CA-0260-E4F2C8FA2B4D}"/>
                  </a:ext>
                </a:extLst>
              </p:cNvPr>
              <p:cNvSpPr txBox="1"/>
              <p:nvPr/>
            </p:nvSpPr>
            <p:spPr>
              <a:xfrm>
                <a:off x="5499774" y="2058655"/>
                <a:ext cx="1494482" cy="292388"/>
              </a:xfrm>
              <a:prstGeom prst="rect">
                <a:avLst/>
              </a:prstGeom>
              <a:noFill/>
            </p:spPr>
            <p:txBody>
              <a:bodyPr wrap="square" rtlCol="0">
                <a:spAutoFit/>
              </a:bodyPr>
              <a:lstStyle/>
              <a:p>
                <a:r>
                  <a:rPr lang="en-US" sz="1300" b="1" dirty="0">
                    <a:latin typeface="Lato" panose="020F0502020204030203" pitchFamily="34" charset="0"/>
                    <a:ea typeface="Lato" panose="020F0502020204030203" pitchFamily="34" charset="0"/>
                    <a:cs typeface="Lato" panose="020F0502020204030203" pitchFamily="34" charset="0"/>
                  </a:rPr>
                  <a:t>Fat Boy - Vagus</a:t>
                </a:r>
                <a:endParaRPr lang="en-IN" sz="1300" b="1" dirty="0">
                  <a:latin typeface="Lato" panose="020F0502020204030203" pitchFamily="34" charset="0"/>
                  <a:ea typeface="Lato" panose="020F0502020204030203" pitchFamily="34" charset="0"/>
                  <a:cs typeface="Lato" panose="020F0502020204030203" pitchFamily="34" charset="0"/>
                </a:endParaRPr>
              </a:p>
            </p:txBody>
          </p:sp>
          <p:sp>
            <p:nvSpPr>
              <p:cNvPr id="10" name="TextBox 9">
                <a:extLst>
                  <a:ext uri="{FF2B5EF4-FFF2-40B4-BE49-F238E27FC236}">
                    <a16:creationId xmlns:a16="http://schemas.microsoft.com/office/drawing/2014/main" id="{F4C2DE75-54B6-6065-C88E-553FB7D34113}"/>
                  </a:ext>
                </a:extLst>
              </p:cNvPr>
              <p:cNvSpPr txBox="1"/>
              <p:nvPr/>
            </p:nvSpPr>
            <p:spPr>
              <a:xfrm>
                <a:off x="6252535" y="2349724"/>
                <a:ext cx="1494481" cy="230832"/>
              </a:xfrm>
              <a:prstGeom prst="rect">
                <a:avLst/>
              </a:prstGeom>
              <a:noFill/>
            </p:spPr>
            <p:txBody>
              <a:bodyPr wrap="square">
                <a:spAutoFit/>
              </a:bodyPr>
              <a:lstStyle/>
              <a:p>
                <a:r>
                  <a:rPr lang="en-IN" sz="900" b="1" dirty="0">
                    <a:latin typeface="Lato" panose="020F0502020204030203" pitchFamily="34" charset="0"/>
                    <a:ea typeface="Lato" panose="020F0502020204030203" pitchFamily="34" charset="0"/>
                    <a:cs typeface="Lato" panose="020F0502020204030203" pitchFamily="34" charset="0"/>
                  </a:rPr>
                  <a:t>🏷️</a:t>
                </a:r>
                <a:r>
                  <a:rPr lang="en-IN" sz="9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AUD $75/week</a:t>
                </a:r>
              </a:p>
            </p:txBody>
          </p:sp>
          <p:sp>
            <p:nvSpPr>
              <p:cNvPr id="12" name="TextBox 11">
                <a:extLst>
                  <a:ext uri="{FF2B5EF4-FFF2-40B4-BE49-F238E27FC236}">
                    <a16:creationId xmlns:a16="http://schemas.microsoft.com/office/drawing/2014/main" id="{7F80CBF0-B23E-B2E4-9780-9F29A4D9ACD3}"/>
                  </a:ext>
                </a:extLst>
              </p:cNvPr>
              <p:cNvSpPr txBox="1"/>
              <p:nvPr/>
            </p:nvSpPr>
            <p:spPr>
              <a:xfrm>
                <a:off x="6252536" y="2547210"/>
                <a:ext cx="1298800" cy="230832"/>
              </a:xfrm>
              <a:prstGeom prst="rect">
                <a:avLst/>
              </a:prstGeom>
              <a:noFill/>
            </p:spPr>
            <p:txBody>
              <a:bodyPr wrap="square">
                <a:spAutoFit/>
              </a:bodyPr>
              <a:lstStyle/>
              <a:p>
                <a:r>
                  <a:rPr lang="en-IN" sz="9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Road</a:t>
                </a:r>
              </a:p>
            </p:txBody>
          </p:sp>
          <p:sp>
            <p:nvSpPr>
              <p:cNvPr id="14" name="TextBox 13">
                <a:extLst>
                  <a:ext uri="{FF2B5EF4-FFF2-40B4-BE49-F238E27FC236}">
                    <a16:creationId xmlns:a16="http://schemas.microsoft.com/office/drawing/2014/main" id="{10611F56-5AA7-7B2B-8012-15FE759FE782}"/>
                  </a:ext>
                </a:extLst>
              </p:cNvPr>
              <p:cNvSpPr txBox="1"/>
              <p:nvPr/>
            </p:nvSpPr>
            <p:spPr>
              <a:xfrm>
                <a:off x="6274793" y="2763604"/>
                <a:ext cx="1577489" cy="369332"/>
              </a:xfrm>
              <a:prstGeom prst="rect">
                <a:avLst/>
              </a:prstGeom>
              <a:noFill/>
            </p:spPr>
            <p:txBody>
              <a:bodyPr wrap="square">
                <a:spAutoFit/>
              </a:bodyPr>
              <a:lstStyle/>
              <a:p>
                <a:r>
                  <a:rPr lang="en-IN" sz="900" b="0" i="0" dirty="0">
                    <a:solidFill>
                      <a:srgbClr val="474747"/>
                    </a:solidFill>
                    <a:effectLst/>
                    <a:latin typeface="Google Sans"/>
                  </a:rPr>
                  <a:t>📍</a:t>
                </a:r>
                <a:r>
                  <a:rPr lang="en-AU" sz="900" dirty="0">
                    <a:solidFill>
                      <a:schemeClr val="bg1">
                        <a:lumMod val="50000"/>
                      </a:schemeClr>
                    </a:solidFill>
                    <a:latin typeface="Lato" panose="020F0502020204030203" pitchFamily="34" charset="0"/>
                  </a:rPr>
                  <a:t> MCIC Building, Kensington</a:t>
                </a:r>
                <a:endParaRPr lang="en-IN" sz="900" dirty="0"/>
              </a:p>
            </p:txBody>
          </p:sp>
          <p:sp>
            <p:nvSpPr>
              <p:cNvPr id="15" name="TextBox 14">
                <a:extLst>
                  <a:ext uri="{FF2B5EF4-FFF2-40B4-BE49-F238E27FC236}">
                    <a16:creationId xmlns:a16="http://schemas.microsoft.com/office/drawing/2014/main" id="{18FE2AC3-8032-711E-7DB3-6BB1563C46F1}"/>
                  </a:ext>
                </a:extLst>
              </p:cNvPr>
              <p:cNvSpPr txBox="1"/>
              <p:nvPr/>
            </p:nvSpPr>
            <p:spPr>
              <a:xfrm>
                <a:off x="6276176" y="3107374"/>
                <a:ext cx="1298800" cy="230832"/>
              </a:xfrm>
              <a:prstGeom prst="rect">
                <a:avLst/>
              </a:prstGeom>
              <a:noFill/>
            </p:spPr>
            <p:txBody>
              <a:bodyPr wrap="square">
                <a:spAutoFit/>
              </a:bodyPr>
              <a:lstStyle/>
              <a:p>
                <a:r>
                  <a:rPr lang="en-IN" sz="900" dirty="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🚲quantity: 7</a:t>
                </a:r>
              </a:p>
            </p:txBody>
          </p:sp>
        </p:grpSp>
        <p:grpSp>
          <p:nvGrpSpPr>
            <p:cNvPr id="30" name="Group 29">
              <a:extLst>
                <a:ext uri="{FF2B5EF4-FFF2-40B4-BE49-F238E27FC236}">
                  <a16:creationId xmlns:a16="http://schemas.microsoft.com/office/drawing/2014/main" id="{ED8A73E2-DE5B-6536-6540-570BAED49010}"/>
                </a:ext>
              </a:extLst>
            </p:cNvPr>
            <p:cNvGrpSpPr/>
            <p:nvPr/>
          </p:nvGrpSpPr>
          <p:grpSpPr>
            <a:xfrm>
              <a:off x="7502901" y="3240224"/>
              <a:ext cx="242207" cy="307777"/>
              <a:chOff x="9979070" y="3034449"/>
              <a:chExt cx="242207" cy="307777"/>
            </a:xfrm>
          </p:grpSpPr>
          <p:sp>
            <p:nvSpPr>
              <p:cNvPr id="27" name="TextBox 26">
                <a:extLst>
                  <a:ext uri="{FF2B5EF4-FFF2-40B4-BE49-F238E27FC236}">
                    <a16:creationId xmlns:a16="http://schemas.microsoft.com/office/drawing/2014/main" id="{8C6692B5-DA30-7A1C-525A-AD18F23642D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28" name="Oval 27">
                <a:extLst>
                  <a:ext uri="{FF2B5EF4-FFF2-40B4-BE49-F238E27FC236}">
                    <a16:creationId xmlns:a16="http://schemas.microsoft.com/office/drawing/2014/main" id="{CA8A091E-61DD-950E-48B8-C0BE81CB0EAC}"/>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grpSp>
      <p:grpSp>
        <p:nvGrpSpPr>
          <p:cNvPr id="31" name="Group 30">
            <a:extLst>
              <a:ext uri="{FF2B5EF4-FFF2-40B4-BE49-F238E27FC236}">
                <a16:creationId xmlns:a16="http://schemas.microsoft.com/office/drawing/2014/main" id="{CC129F5F-7A74-1D9F-9ADD-C3A6CBCF8E5E}"/>
              </a:ext>
            </a:extLst>
          </p:cNvPr>
          <p:cNvGrpSpPr/>
          <p:nvPr/>
        </p:nvGrpSpPr>
        <p:grpSpPr>
          <a:xfrm>
            <a:off x="7505482" y="5074817"/>
            <a:ext cx="242207" cy="307777"/>
            <a:chOff x="9979070" y="3034449"/>
            <a:chExt cx="242207" cy="307777"/>
          </a:xfrm>
        </p:grpSpPr>
        <p:sp>
          <p:nvSpPr>
            <p:cNvPr id="32" name="TextBox 31">
              <a:extLst>
                <a:ext uri="{FF2B5EF4-FFF2-40B4-BE49-F238E27FC236}">
                  <a16:creationId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33" name="Oval 32">
              <a:extLst>
                <a:ext uri="{FF2B5EF4-FFF2-40B4-BE49-F238E27FC236}">
                  <a16:creationId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38" name="Group 37">
            <a:extLst>
              <a:ext uri="{FF2B5EF4-FFF2-40B4-BE49-F238E27FC236}">
                <a16:creationId xmlns:a16="http://schemas.microsoft.com/office/drawing/2014/main" id="{9A71C7F9-5B7E-B0C2-974D-8F5732E21A49}"/>
              </a:ext>
            </a:extLst>
          </p:cNvPr>
          <p:cNvGrpSpPr/>
          <p:nvPr/>
        </p:nvGrpSpPr>
        <p:grpSpPr>
          <a:xfrm>
            <a:off x="8770190" y="81439"/>
            <a:ext cx="3366722" cy="6858000"/>
            <a:chOff x="5731715" y="81439"/>
            <a:chExt cx="3366722" cy="6858000"/>
          </a:xfrm>
        </p:grpSpPr>
        <p:grpSp>
          <p:nvGrpSpPr>
            <p:cNvPr id="40" name="Group 39">
              <a:extLst>
                <a:ext uri="{FF2B5EF4-FFF2-40B4-BE49-F238E27FC236}">
                  <a16:creationId xmlns:a16="http://schemas.microsoft.com/office/drawing/2014/main" id="{F5431377-AF07-D9CD-9305-F5B1281C302F}"/>
                </a:ext>
              </a:extLst>
            </p:cNvPr>
            <p:cNvGrpSpPr/>
            <p:nvPr/>
          </p:nvGrpSpPr>
          <p:grpSpPr>
            <a:xfrm>
              <a:off x="5731715" y="81439"/>
              <a:ext cx="3366722" cy="6858000"/>
              <a:chOff x="8666331" y="315797"/>
              <a:chExt cx="3366722" cy="6858000"/>
            </a:xfrm>
          </p:grpSpPr>
          <p:pic>
            <p:nvPicPr>
              <p:cNvPr id="51" name="Picture 50">
                <a:extLst>
                  <a:ext uri="{FF2B5EF4-FFF2-40B4-BE49-F238E27FC236}">
                    <a16:creationId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2" name="Picture 51">
                <a:extLst>
                  <a:ext uri="{FF2B5EF4-FFF2-40B4-BE49-F238E27FC236}">
                    <a16:creationId xmlns:a16="http://schemas.microsoft.com/office/drawing/2014/main" id="{31ECD341-979D-5A60-21A8-9A882158EB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3" name="Rectangle 52">
                <a:extLst>
                  <a:ext uri="{FF2B5EF4-FFF2-40B4-BE49-F238E27FC236}">
                    <a16:creationId xmlns:a16="http://schemas.microsoft.com/office/drawing/2014/main" id="{FBECC325-A014-D793-6098-6AA9DFD95C8B}"/>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41" name="Group 40">
              <a:extLst>
                <a:ext uri="{FF2B5EF4-FFF2-40B4-BE49-F238E27FC236}">
                  <a16:creationId xmlns:a16="http://schemas.microsoft.com/office/drawing/2014/main" id="{A2F7B852-62C2-95B1-53C9-2DB48448CD2C}"/>
                </a:ext>
              </a:extLst>
            </p:cNvPr>
            <p:cNvGrpSpPr/>
            <p:nvPr/>
          </p:nvGrpSpPr>
          <p:grpSpPr>
            <a:xfrm>
              <a:off x="6068618" y="632466"/>
              <a:ext cx="2725652" cy="5976769"/>
              <a:chOff x="9129902" y="1070351"/>
              <a:chExt cx="2677886" cy="5707990"/>
            </a:xfrm>
            <a:solidFill>
              <a:srgbClr val="FFFFFF"/>
            </a:solidFill>
          </p:grpSpPr>
          <p:cxnSp>
            <p:nvCxnSpPr>
              <p:cNvPr id="43" name="Straight Arrow Connector 42">
                <a:extLst>
                  <a:ext uri="{FF2B5EF4-FFF2-40B4-BE49-F238E27FC236}">
                    <a16:creationId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Rounded Rectangle 55">
                <a:extLst>
                  <a:ext uri="{FF2B5EF4-FFF2-40B4-BE49-F238E27FC236}">
                    <a16:creationId xmlns:a16="http://schemas.microsoft.com/office/drawing/2014/main" id="{B89CA29F-2BD3-88C5-84C5-DE13B4F3ACE6}"/>
                  </a:ext>
                </a:extLst>
              </p:cNvPr>
              <p:cNvSpPr/>
              <p:nvPr/>
            </p:nvSpPr>
            <p:spPr>
              <a:xfrm>
                <a:off x="11286216" y="1183089"/>
                <a:ext cx="423420" cy="203005"/>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01CED1"/>
                    </a:solidFill>
                  </a:rPr>
                  <a:t>✕</a:t>
                </a:r>
              </a:p>
            </p:txBody>
          </p:sp>
          <p:sp>
            <p:nvSpPr>
              <p:cNvPr id="45" name="Rectangle 44">
                <a:extLst>
                  <a:ext uri="{FF2B5EF4-FFF2-40B4-BE49-F238E27FC236}">
                    <a16:creationId xmlns:a16="http://schemas.microsoft.com/office/drawing/2014/main" id="{043816BD-32A1-C814-4888-0C8330A52642}"/>
                  </a:ext>
                </a:extLst>
              </p:cNvPr>
              <p:cNvSpPr/>
              <p:nvPr/>
            </p:nvSpPr>
            <p:spPr>
              <a:xfrm>
                <a:off x="9129902" y="1070351"/>
                <a:ext cx="2677886" cy="57079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6" name="TextBox 45">
                <a:extLst>
                  <a:ext uri="{FF2B5EF4-FFF2-40B4-BE49-F238E27FC236}">
                    <a16:creationId xmlns:a16="http://schemas.microsoft.com/office/drawing/2014/main" id="{8D72D91B-80F9-5CF3-6767-2A6458B5A79B}"/>
                  </a:ext>
                </a:extLst>
              </p:cNvPr>
              <p:cNvSpPr txBox="1"/>
              <p:nvPr/>
            </p:nvSpPr>
            <p:spPr>
              <a:xfrm>
                <a:off x="9204547" y="2324984"/>
                <a:ext cx="2505089" cy="2130421"/>
              </a:xfrm>
              <a:prstGeom prst="rect">
                <a:avLst/>
              </a:prstGeom>
              <a:grpFill/>
              <a:ln>
                <a:solidFill>
                  <a:schemeClr val="bg1"/>
                </a:solidFill>
              </a:ln>
            </p:spPr>
            <p:txBody>
              <a:bodyPr wrap="square" rtlCol="0">
                <a:spAutoFit/>
              </a:bodyPr>
              <a:lstStyle/>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Home</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Logout</a:t>
                </a:r>
                <a:endParaRPr lang="en-IN" dirty="0">
                  <a:latin typeface="Lato" panose="020F0502020204030203" pitchFamily="34" charset="0"/>
                  <a:ea typeface="Lato" panose="020F0502020204030203" pitchFamily="34" charset="0"/>
                  <a:cs typeface="Lato" panose="020F0502020204030203" pitchFamily="34" charset="0"/>
                </a:endParaRPr>
              </a:p>
            </p:txBody>
          </p:sp>
          <p:cxnSp>
            <p:nvCxnSpPr>
              <p:cNvPr id="47" name="Straight Connector 46">
                <a:extLst>
                  <a:ext uri="{FF2B5EF4-FFF2-40B4-BE49-F238E27FC236}">
                    <a16:creationId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B9BE5817-9766-9D4E-D710-7A0877408859}"/>
                  </a:ext>
                </a:extLst>
              </p:cNvPr>
              <p:cNvCxnSpPr/>
              <p:nvPr/>
            </p:nvCxnSpPr>
            <p:spPr>
              <a:xfrm>
                <a:off x="9288523" y="4006677"/>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42" name="Rounded Rectangle 55">
              <a:extLst>
                <a:ext uri="{FF2B5EF4-FFF2-40B4-BE49-F238E27FC236}">
                  <a16:creationId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Tree>
    <p:extLst>
      <p:ext uri="{BB962C8B-B14F-4D97-AF65-F5344CB8AC3E}">
        <p14:creationId xmlns:p14="http://schemas.microsoft.com/office/powerpoint/2010/main" val="35888098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105208"/>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List an e-Bike Fleet</a:t>
            </a:r>
            <a:endParaRPr lang="en-AU" sz="4400" b="1" dirty="0"/>
          </a:p>
        </p:txBody>
      </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5" name="Rectangle 44"/>
          <p:cNvSpPr/>
          <p:nvPr/>
        </p:nvSpPr>
        <p:spPr>
          <a:xfrm>
            <a:off x="2539251" y="1254227"/>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46" name="Rectangle 45"/>
          <p:cNvSpPr/>
          <p:nvPr/>
        </p:nvSpPr>
        <p:spPr>
          <a:xfrm>
            <a:off x="2185454" y="1862454"/>
            <a:ext cx="1489510"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e-Bike’s Image</a:t>
            </a:r>
            <a:endParaRPr lang="en-AU" sz="1050" dirty="0"/>
          </a:p>
        </p:txBody>
      </p:sp>
      <p:sp>
        <p:nvSpPr>
          <p:cNvPr id="47" name="TextBox 46"/>
          <p:cNvSpPr txBox="1"/>
          <p:nvPr/>
        </p:nvSpPr>
        <p:spPr>
          <a:xfrm>
            <a:off x="1449637" y="2016341"/>
            <a:ext cx="96212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48" name="Rounded Rectangle 47"/>
          <p:cNvSpPr/>
          <p:nvPr/>
        </p:nvSpPr>
        <p:spPr>
          <a:xfrm>
            <a:off x="1544913" y="229334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Make - model</a:t>
            </a:r>
            <a:endParaRPr lang="en-AU" sz="1200" dirty="0">
              <a:solidFill>
                <a:srgbClr val="7F7F7F"/>
              </a:solidFill>
            </a:endParaRPr>
          </a:p>
        </p:txBody>
      </p:sp>
      <p:sp>
        <p:nvSpPr>
          <p:cNvPr id="49" name="TextBox 48"/>
          <p:cNvSpPr txBox="1"/>
          <p:nvPr/>
        </p:nvSpPr>
        <p:spPr>
          <a:xfrm>
            <a:off x="1431437" y="2707836"/>
            <a:ext cx="1229824"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51" name="Rounded Rectangle 50"/>
          <p:cNvSpPr/>
          <p:nvPr/>
        </p:nvSpPr>
        <p:spPr>
          <a:xfrm>
            <a:off x="1526713" y="298483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52" name="TextBox 51"/>
          <p:cNvSpPr txBox="1"/>
          <p:nvPr/>
        </p:nvSpPr>
        <p:spPr>
          <a:xfrm>
            <a:off x="1426885" y="3399332"/>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e-Bike Category</a:t>
            </a:r>
            <a:endParaRPr lang="en-AU" sz="1200" dirty="0">
              <a:solidFill>
                <a:srgbClr val="3C4B34"/>
              </a:solidFill>
              <a:latin typeface="Lato" panose="020F0502020204030203" pitchFamily="34" charset="0"/>
            </a:endParaRPr>
          </a:p>
        </p:txBody>
      </p:sp>
      <p:sp>
        <p:nvSpPr>
          <p:cNvPr id="53" name="Rounded Rectangle 52"/>
          <p:cNvSpPr/>
          <p:nvPr/>
        </p:nvSpPr>
        <p:spPr>
          <a:xfrm>
            <a:off x="1522161" y="367633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54" name="TextBox 53"/>
          <p:cNvSpPr txBox="1"/>
          <p:nvPr/>
        </p:nvSpPr>
        <p:spPr>
          <a:xfrm>
            <a:off x="1426885" y="4085283"/>
            <a:ext cx="122661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55" name="Rounded Rectangle 54"/>
          <p:cNvSpPr/>
          <p:nvPr/>
        </p:nvSpPr>
        <p:spPr>
          <a:xfrm>
            <a:off x="1522161" y="436228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a:t>
            </a:r>
          </a:p>
        </p:txBody>
      </p:sp>
      <p:sp>
        <p:nvSpPr>
          <p:cNvPr id="57" name="TextBox 56"/>
          <p:cNvSpPr txBox="1"/>
          <p:nvPr/>
        </p:nvSpPr>
        <p:spPr>
          <a:xfrm>
            <a:off x="1426885" y="4771234"/>
            <a:ext cx="197041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Number of e-Bikes in Fleet</a:t>
            </a:r>
            <a:endParaRPr lang="en-AU" sz="1200" dirty="0">
              <a:solidFill>
                <a:srgbClr val="3C4B34"/>
              </a:solidFill>
              <a:latin typeface="Lato" panose="020F0502020204030203" pitchFamily="34" charset="0"/>
            </a:endParaRPr>
          </a:p>
        </p:txBody>
      </p:sp>
      <p:sp>
        <p:nvSpPr>
          <p:cNvPr id="58" name="Rounded Rectangle 57"/>
          <p:cNvSpPr/>
          <p:nvPr/>
        </p:nvSpPr>
        <p:spPr>
          <a:xfrm>
            <a:off x="1522161" y="5048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chemeClr val="bg1">
                  <a:lumMod val="50000"/>
                </a:schemeClr>
              </a:solidFill>
              <a:latin typeface="Lato" panose="020F0502020204030203" pitchFamily="34" charset="0"/>
            </a:endParaRPr>
          </a:p>
        </p:txBody>
      </p:sp>
      <p:sp>
        <p:nvSpPr>
          <p:cNvPr id="67" name="Rectangle 66"/>
          <p:cNvSpPr/>
          <p:nvPr/>
        </p:nvSpPr>
        <p:spPr>
          <a:xfrm>
            <a:off x="5083678" y="-175778"/>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6" name="Group 75"/>
          <p:cNvGrpSpPr/>
          <p:nvPr/>
        </p:nvGrpSpPr>
        <p:grpSpPr>
          <a:xfrm>
            <a:off x="4952565" y="26985"/>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5174209" y="1132193"/>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106" name="Group 105"/>
          <p:cNvGrpSpPr/>
          <p:nvPr/>
        </p:nvGrpSpPr>
        <p:grpSpPr>
          <a:xfrm>
            <a:off x="5355924" y="6121955"/>
            <a:ext cx="2559317" cy="376814"/>
            <a:chOff x="1620486" y="6094970"/>
            <a:chExt cx="2559317" cy="376814"/>
          </a:xfrm>
        </p:grpSpPr>
        <p:pic>
          <p:nvPicPr>
            <p:cNvPr id="107" name="Picture 106"/>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6" name="Picture 1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7" name="Group 116"/>
            <p:cNvGrpSpPr/>
            <p:nvPr/>
          </p:nvGrpSpPr>
          <p:grpSpPr>
            <a:xfrm>
              <a:off x="2061631" y="6094970"/>
              <a:ext cx="1694123" cy="376814"/>
              <a:chOff x="5033065" y="5683638"/>
              <a:chExt cx="1694123" cy="376814"/>
            </a:xfrm>
          </p:grpSpPr>
          <p:pic>
            <p:nvPicPr>
              <p:cNvPr id="118" name="Picture 1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9" name="Rectangle 1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20" name="TextBox 119"/>
          <p:cNvSpPr txBox="1"/>
          <p:nvPr/>
        </p:nvSpPr>
        <p:spPr>
          <a:xfrm>
            <a:off x="5873295" y="76407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1" name="Rounded Rectangle 120"/>
          <p:cNvSpPr/>
          <p:nvPr/>
        </p:nvSpPr>
        <p:spPr>
          <a:xfrm>
            <a:off x="7638192" y="71643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22" name="Rectangle 121"/>
          <p:cNvSpPr/>
          <p:nvPr/>
        </p:nvSpPr>
        <p:spPr>
          <a:xfrm>
            <a:off x="6274689" y="1281212"/>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123" name="Rectangle 122"/>
          <p:cNvSpPr/>
          <p:nvPr/>
        </p:nvSpPr>
        <p:spPr>
          <a:xfrm>
            <a:off x="5920892" y="1889439"/>
            <a:ext cx="1489510"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e-Bike’s Image</a:t>
            </a:r>
            <a:endParaRPr lang="en-AU" sz="1050" dirty="0"/>
          </a:p>
        </p:txBody>
      </p:sp>
      <p:sp>
        <p:nvSpPr>
          <p:cNvPr id="134" name="Rounded Rectangle 133"/>
          <p:cNvSpPr/>
          <p:nvPr/>
        </p:nvSpPr>
        <p:spPr>
          <a:xfrm>
            <a:off x="5257599" y="5637094"/>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3" name="Rounded Rectangle 2"/>
          <p:cNvSpPr/>
          <p:nvPr/>
        </p:nvSpPr>
        <p:spPr>
          <a:xfrm>
            <a:off x="4291311" y="2160983"/>
            <a:ext cx="55335" cy="3812617"/>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5" name="Rounded Rectangle 134"/>
          <p:cNvSpPr/>
          <p:nvPr/>
        </p:nvSpPr>
        <p:spPr>
          <a:xfrm>
            <a:off x="4288121" y="2164463"/>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Rounded Rectangle 136"/>
          <p:cNvSpPr/>
          <p:nvPr/>
        </p:nvSpPr>
        <p:spPr>
          <a:xfrm>
            <a:off x="8019164" y="2174541"/>
            <a:ext cx="55335" cy="3812617"/>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Rounded Rectangle 137"/>
          <p:cNvSpPr/>
          <p:nvPr/>
        </p:nvSpPr>
        <p:spPr>
          <a:xfrm>
            <a:off x="8014577" y="3272987"/>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Rectangle 1"/>
          <p:cNvSpPr>
            <a:spLocks noChangeArrowheads="1"/>
          </p:cNvSpPr>
          <p:nvPr/>
        </p:nvSpPr>
        <p:spPr bwMode="auto">
          <a:xfrm>
            <a:off x="5584605" y="2151751"/>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3C4B34"/>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3C4B34"/>
              </a:solidFill>
              <a:latin typeface="Lato" panose="020F0502020204030203" pitchFamily="34" charset="0"/>
            </a:endParaRPr>
          </a:p>
        </p:txBody>
      </p:sp>
      <p:sp>
        <p:nvSpPr>
          <p:cNvPr id="142" name="Rounded Rectangle 141"/>
          <p:cNvSpPr/>
          <p:nvPr/>
        </p:nvSpPr>
        <p:spPr>
          <a:xfrm>
            <a:off x="7648631" y="3209081"/>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3" name="Rounded Rectangle 142"/>
          <p:cNvSpPr/>
          <p:nvPr/>
        </p:nvSpPr>
        <p:spPr>
          <a:xfrm>
            <a:off x="7784124" y="3195366"/>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4" name="Rectangle 143"/>
          <p:cNvSpPr/>
          <p:nvPr/>
        </p:nvSpPr>
        <p:spPr>
          <a:xfrm>
            <a:off x="5269014" y="2238891"/>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5" name="Rectangle 1"/>
          <p:cNvSpPr>
            <a:spLocks noChangeArrowheads="1"/>
          </p:cNvSpPr>
          <p:nvPr/>
        </p:nvSpPr>
        <p:spPr bwMode="auto">
          <a:xfrm>
            <a:off x="1846254" y="5581529"/>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3C4B34"/>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3C4B34"/>
              </a:solidFill>
              <a:latin typeface="Lato" panose="020F0502020204030203" pitchFamily="34" charset="0"/>
            </a:endParaRPr>
          </a:p>
        </p:txBody>
      </p:sp>
      <p:sp>
        <p:nvSpPr>
          <p:cNvPr id="146" name="Rectangle 145"/>
          <p:cNvSpPr/>
          <p:nvPr/>
        </p:nvSpPr>
        <p:spPr>
          <a:xfrm>
            <a:off x="1530663" y="5668669"/>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6" name="Rectangle 2"/>
          <p:cNvSpPr>
            <a:spLocks noChangeArrowheads="1"/>
          </p:cNvSpPr>
          <p:nvPr/>
        </p:nvSpPr>
        <p:spPr bwMode="auto">
          <a:xfrm>
            <a:off x="5302698" y="3086076"/>
            <a:ext cx="282729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Motor power within legal 250 W limit</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Motor assist limited to 25 km/h</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Pedal assist engages only on pedaling</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Battery of Australian safety standards</a:t>
            </a:r>
          </a:p>
          <a:p>
            <a:pPr lvl="0" eaLnBrk="0" fontAlgn="base" hangingPunct="0">
              <a:lnSpc>
                <a:spcPct val="150000"/>
              </a:lnSpc>
              <a:spcBef>
                <a:spcPct val="0"/>
              </a:spcBef>
              <a:spcAft>
                <a:spcPct val="0"/>
              </a:spcAft>
            </a:pPr>
            <a:r>
              <a:rPr lang="en-US" altLang="en-US" sz="1000" dirty="0">
                <a:solidFill>
                  <a:srgbClr val="3C4B34"/>
                </a:solidFill>
                <a:latin typeface="Lato" panose="020F0502020204030203" pitchFamily="34" charset="0"/>
              </a:rPr>
              <a:t>Charger certified &amp; battery compatible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Electrical protections: BMS + thermal</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Braking system of safety standards</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Frame &amp; structure meet specs</a:t>
            </a:r>
          </a:p>
          <a:p>
            <a:pPr lvl="0" eaLnBrk="0" fontAlgn="base" hangingPunct="0">
              <a:lnSpc>
                <a:spcPct val="150000"/>
              </a:lnSpc>
              <a:spcBef>
                <a:spcPct val="0"/>
              </a:spcBef>
              <a:spcAft>
                <a:spcPct val="0"/>
              </a:spcAft>
            </a:pPr>
            <a:r>
              <a:rPr lang="en-US" altLang="en-US" sz="1000" dirty="0">
                <a:solidFill>
                  <a:srgbClr val="3C4B34"/>
                </a:solidFill>
                <a:latin typeface="Lato" panose="020F0502020204030203" pitchFamily="34" charset="0"/>
              </a:rPr>
              <a:t>Speed limiter is tampering secure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Compliance labels &amp; serial # present</a:t>
            </a:r>
          </a:p>
        </p:txBody>
      </p:sp>
      <p:sp>
        <p:nvSpPr>
          <p:cNvPr id="147" name="Rounded Rectangle 146"/>
          <p:cNvSpPr/>
          <p:nvPr/>
        </p:nvSpPr>
        <p:spPr>
          <a:xfrm>
            <a:off x="7644079" y="3416073"/>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8" name="Rounded Rectangle 147"/>
          <p:cNvSpPr/>
          <p:nvPr/>
        </p:nvSpPr>
        <p:spPr>
          <a:xfrm>
            <a:off x="7779572" y="3402358"/>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9" name="Rounded Rectangle 148"/>
          <p:cNvSpPr/>
          <p:nvPr/>
        </p:nvSpPr>
        <p:spPr>
          <a:xfrm>
            <a:off x="7657727" y="3689033"/>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0" name="Rounded Rectangle 149"/>
          <p:cNvSpPr/>
          <p:nvPr/>
        </p:nvSpPr>
        <p:spPr>
          <a:xfrm>
            <a:off x="7793220" y="3675318"/>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1" name="Rounded Rectangle 150"/>
          <p:cNvSpPr/>
          <p:nvPr/>
        </p:nvSpPr>
        <p:spPr>
          <a:xfrm>
            <a:off x="7653175" y="3896025"/>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2" name="Rounded Rectangle 151"/>
          <p:cNvSpPr/>
          <p:nvPr/>
        </p:nvSpPr>
        <p:spPr>
          <a:xfrm>
            <a:off x="7788668" y="3882310"/>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3" name="Rounded Rectangle 152"/>
          <p:cNvSpPr/>
          <p:nvPr/>
        </p:nvSpPr>
        <p:spPr>
          <a:xfrm>
            <a:off x="7644079" y="4125418"/>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4" name="Rounded Rectangle 153"/>
          <p:cNvSpPr/>
          <p:nvPr/>
        </p:nvSpPr>
        <p:spPr>
          <a:xfrm>
            <a:off x="7779572" y="4111703"/>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5" name="Rounded Rectangle 154"/>
          <p:cNvSpPr/>
          <p:nvPr/>
        </p:nvSpPr>
        <p:spPr>
          <a:xfrm>
            <a:off x="7639527" y="4332410"/>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6" name="Rounded Rectangle 155"/>
          <p:cNvSpPr/>
          <p:nvPr/>
        </p:nvSpPr>
        <p:spPr>
          <a:xfrm>
            <a:off x="7775020" y="4318695"/>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7" name="Rounded Rectangle 156"/>
          <p:cNvSpPr/>
          <p:nvPr/>
        </p:nvSpPr>
        <p:spPr>
          <a:xfrm>
            <a:off x="7653175" y="4605370"/>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8" name="Rounded Rectangle 157"/>
          <p:cNvSpPr/>
          <p:nvPr/>
        </p:nvSpPr>
        <p:spPr>
          <a:xfrm>
            <a:off x="7788668" y="4591655"/>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9" name="Rounded Rectangle 158"/>
          <p:cNvSpPr/>
          <p:nvPr/>
        </p:nvSpPr>
        <p:spPr>
          <a:xfrm>
            <a:off x="7648623" y="4812362"/>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0" name="Rounded Rectangle 159"/>
          <p:cNvSpPr/>
          <p:nvPr/>
        </p:nvSpPr>
        <p:spPr>
          <a:xfrm>
            <a:off x="7784116" y="4798647"/>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1" name="Rounded Rectangle 160"/>
          <p:cNvSpPr/>
          <p:nvPr/>
        </p:nvSpPr>
        <p:spPr>
          <a:xfrm>
            <a:off x="7648623" y="503755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2" name="Rounded Rectangle 161"/>
          <p:cNvSpPr/>
          <p:nvPr/>
        </p:nvSpPr>
        <p:spPr>
          <a:xfrm>
            <a:off x="7784116" y="502383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3" name="Rounded Rectangle 162"/>
          <p:cNvSpPr/>
          <p:nvPr/>
        </p:nvSpPr>
        <p:spPr>
          <a:xfrm>
            <a:off x="7644071" y="5244546"/>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4" name="Rounded Rectangle 163"/>
          <p:cNvSpPr/>
          <p:nvPr/>
        </p:nvSpPr>
        <p:spPr>
          <a:xfrm>
            <a:off x="7779564" y="5230831"/>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5" name="Group 4">
            <a:extLst>
              <a:ext uri="{FF2B5EF4-FFF2-40B4-BE49-F238E27FC236}">
                <a16:creationId xmlns:a16="http://schemas.microsoft.com/office/drawing/2014/main" id="{B577BD81-CAF7-85D9-B71A-1FA059ED9195}"/>
              </a:ext>
            </a:extLst>
          </p:cNvPr>
          <p:cNvGrpSpPr/>
          <p:nvPr/>
        </p:nvGrpSpPr>
        <p:grpSpPr>
          <a:xfrm>
            <a:off x="8770190" y="81439"/>
            <a:ext cx="3366722" cy="6858000"/>
            <a:chOff x="5731715" y="81439"/>
            <a:chExt cx="3366722" cy="6858000"/>
          </a:xfrm>
        </p:grpSpPr>
        <p:grpSp>
          <p:nvGrpSpPr>
            <p:cNvPr id="11" name="Group 10">
              <a:extLst>
                <a:ext uri="{FF2B5EF4-FFF2-40B4-BE49-F238E27FC236}">
                  <a16:creationId xmlns:a16="http://schemas.microsoft.com/office/drawing/2014/main" id="{5BDDE99A-3EEB-8A81-E0D5-17A5BEFE66B6}"/>
                </a:ext>
              </a:extLst>
            </p:cNvPr>
            <p:cNvGrpSpPr/>
            <p:nvPr/>
          </p:nvGrpSpPr>
          <p:grpSpPr>
            <a:xfrm>
              <a:off x="5731715" y="81439"/>
              <a:ext cx="3366722" cy="6858000"/>
              <a:chOff x="8666331" y="315797"/>
              <a:chExt cx="3366722" cy="6858000"/>
            </a:xfrm>
          </p:grpSpPr>
          <p:pic>
            <p:nvPicPr>
              <p:cNvPr id="21" name="Picture 20">
                <a:extLst>
                  <a:ext uri="{FF2B5EF4-FFF2-40B4-BE49-F238E27FC236}">
                    <a16:creationId xmlns:a16="http://schemas.microsoft.com/office/drawing/2014/main" id="{F4B134B9-F8DE-25E2-C2DC-62C62A80FFDE}"/>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2" name="Picture 21">
                <a:extLst>
                  <a:ext uri="{FF2B5EF4-FFF2-40B4-BE49-F238E27FC236}">
                    <a16:creationId xmlns:a16="http://schemas.microsoft.com/office/drawing/2014/main" id="{292BCB2D-5B28-D007-C2DF-6945E1387A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3" name="Rectangle 22">
                <a:extLst>
                  <a:ext uri="{FF2B5EF4-FFF2-40B4-BE49-F238E27FC236}">
                    <a16:creationId xmlns:a16="http://schemas.microsoft.com/office/drawing/2014/main" id="{E7FA7E5F-A338-DCA1-7570-7ED230DDAE1D}"/>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12" name="Group 11">
              <a:extLst>
                <a:ext uri="{FF2B5EF4-FFF2-40B4-BE49-F238E27FC236}">
                  <a16:creationId xmlns:a16="http://schemas.microsoft.com/office/drawing/2014/main" id="{F6A36FD8-53BE-E427-0E97-1059CF35313A}"/>
                </a:ext>
              </a:extLst>
            </p:cNvPr>
            <p:cNvGrpSpPr/>
            <p:nvPr/>
          </p:nvGrpSpPr>
          <p:grpSpPr>
            <a:xfrm>
              <a:off x="6068618" y="632466"/>
              <a:ext cx="2725652" cy="5976769"/>
              <a:chOff x="9129902" y="1070351"/>
              <a:chExt cx="2677886" cy="5707990"/>
            </a:xfrm>
            <a:solidFill>
              <a:srgbClr val="FFFFFF"/>
            </a:solidFill>
          </p:grpSpPr>
          <p:cxnSp>
            <p:nvCxnSpPr>
              <p:cNvPr id="14" name="Straight Arrow Connector 13">
                <a:extLst>
                  <a:ext uri="{FF2B5EF4-FFF2-40B4-BE49-F238E27FC236}">
                    <a16:creationId xmlns:a16="http://schemas.microsoft.com/office/drawing/2014/main" id="{FAA64851-E106-ACA4-FD8A-CBC477A7E054}"/>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Rounded Rectangle 55">
                <a:extLst>
                  <a:ext uri="{FF2B5EF4-FFF2-40B4-BE49-F238E27FC236}">
                    <a16:creationId xmlns:a16="http://schemas.microsoft.com/office/drawing/2014/main" id="{5830B75C-6CAB-B68E-2F06-819AC88AF033}"/>
                  </a:ext>
                </a:extLst>
              </p:cNvPr>
              <p:cNvSpPr/>
              <p:nvPr/>
            </p:nvSpPr>
            <p:spPr>
              <a:xfrm>
                <a:off x="11286216" y="1183089"/>
                <a:ext cx="423420" cy="203005"/>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01CED1"/>
                    </a:solidFill>
                  </a:rPr>
                  <a:t>✕</a:t>
                </a:r>
              </a:p>
            </p:txBody>
          </p:sp>
          <p:sp>
            <p:nvSpPr>
              <p:cNvPr id="16" name="Rectangle 15">
                <a:extLst>
                  <a:ext uri="{FF2B5EF4-FFF2-40B4-BE49-F238E27FC236}">
                    <a16:creationId xmlns:a16="http://schemas.microsoft.com/office/drawing/2014/main" id="{9D30D716-2756-EA8E-5A81-5F303DF3AA04}"/>
                  </a:ext>
                </a:extLst>
              </p:cNvPr>
              <p:cNvSpPr/>
              <p:nvPr/>
            </p:nvSpPr>
            <p:spPr>
              <a:xfrm>
                <a:off x="9129902" y="1070351"/>
                <a:ext cx="2677886" cy="57079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7" name="TextBox 16">
                <a:extLst>
                  <a:ext uri="{FF2B5EF4-FFF2-40B4-BE49-F238E27FC236}">
                    <a16:creationId xmlns:a16="http://schemas.microsoft.com/office/drawing/2014/main" id="{46662677-63A9-1D6A-936D-17CF948A54A6}"/>
                  </a:ext>
                </a:extLst>
              </p:cNvPr>
              <p:cNvSpPr txBox="1"/>
              <p:nvPr/>
            </p:nvSpPr>
            <p:spPr>
              <a:xfrm>
                <a:off x="9204547" y="2324984"/>
                <a:ext cx="2505089" cy="2130421"/>
              </a:xfrm>
              <a:prstGeom prst="rect">
                <a:avLst/>
              </a:prstGeom>
              <a:grpFill/>
              <a:ln>
                <a:solidFill>
                  <a:schemeClr val="bg1"/>
                </a:solidFill>
              </a:ln>
            </p:spPr>
            <p:txBody>
              <a:bodyPr wrap="square" rtlCol="0">
                <a:spAutoFit/>
              </a:bodyPr>
              <a:lstStyle/>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Home</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Logout</a:t>
                </a:r>
                <a:endParaRPr lang="en-IN" dirty="0">
                  <a:latin typeface="Lato" panose="020F0502020204030203" pitchFamily="34" charset="0"/>
                  <a:ea typeface="Lato" panose="020F0502020204030203" pitchFamily="34" charset="0"/>
                  <a:cs typeface="Lato" panose="020F0502020204030203" pitchFamily="34" charset="0"/>
                </a:endParaRPr>
              </a:p>
            </p:txBody>
          </p:sp>
          <p:cxnSp>
            <p:nvCxnSpPr>
              <p:cNvPr id="18" name="Straight Connector 17">
                <a:extLst>
                  <a:ext uri="{FF2B5EF4-FFF2-40B4-BE49-F238E27FC236}">
                    <a16:creationId xmlns:a16="http://schemas.microsoft.com/office/drawing/2014/main" id="{8063B962-4E2A-340A-B909-E7F426E2515D}"/>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1A8E17D-B7DE-A5C1-B4D9-AAA758A48A7D}"/>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4E5D3D5-9743-0118-C293-FD47E787B7FF}"/>
                  </a:ext>
                </a:extLst>
              </p:cNvPr>
              <p:cNvCxnSpPr/>
              <p:nvPr/>
            </p:nvCxnSpPr>
            <p:spPr>
              <a:xfrm>
                <a:off x="9288523" y="4006677"/>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13" name="Rounded Rectangle 55">
              <a:extLst>
                <a:ext uri="{FF2B5EF4-FFF2-40B4-BE49-F238E27FC236}">
                  <a16:creationId xmlns:a16="http://schemas.microsoft.com/office/drawing/2014/main" id="{5120D63A-9677-E005-518B-9266D94D6F7A}"/>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Tree>
    <p:extLst>
      <p:ext uri="{BB962C8B-B14F-4D97-AF65-F5344CB8AC3E}">
        <p14:creationId xmlns:p14="http://schemas.microsoft.com/office/powerpoint/2010/main" val="2242125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69F33-0D1F-0912-F561-8F067B750ED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68BED7E-4E3D-BF97-8050-2448D9BD19CE}"/>
              </a:ext>
            </a:extLst>
          </p:cNvPr>
          <p:cNvSpPr txBox="1"/>
          <p:nvPr/>
        </p:nvSpPr>
        <p:spPr>
          <a:xfrm rot="16200000">
            <a:off x="-2712435" y="2705724"/>
            <a:ext cx="6858000" cy="1446550"/>
          </a:xfrm>
          <a:prstGeom prst="rect">
            <a:avLst/>
          </a:prstGeom>
          <a:noFill/>
        </p:spPr>
        <p:txBody>
          <a:bodyPr wrap="square" rtlCol="0">
            <a:spAutoFit/>
          </a:bodyPr>
          <a:lstStyle/>
          <a:p>
            <a:r>
              <a:rPr lang="en-US" sz="4400" b="1" dirty="0"/>
              <a:t>Business Manage a Listed e-Bike Fleet</a:t>
            </a:r>
            <a:endParaRPr lang="en-AU" sz="4400" b="1" dirty="0"/>
          </a:p>
        </p:txBody>
      </p:sp>
      <p:grpSp>
        <p:nvGrpSpPr>
          <p:cNvPr id="60" name="Group 59">
            <a:extLst>
              <a:ext uri="{FF2B5EF4-FFF2-40B4-BE49-F238E27FC236}">
                <a16:creationId xmlns:a16="http://schemas.microsoft.com/office/drawing/2014/main" id="{821FB1AC-6EEC-48C2-ABD8-06EB31893F20}"/>
              </a:ext>
            </a:extLst>
          </p:cNvPr>
          <p:cNvGrpSpPr/>
          <p:nvPr/>
        </p:nvGrpSpPr>
        <p:grpSpPr>
          <a:xfrm>
            <a:off x="1586445" y="113537"/>
            <a:ext cx="3366722" cy="6858000"/>
            <a:chOff x="1881720" y="113537"/>
            <a:chExt cx="3366722" cy="6858000"/>
          </a:xfrm>
        </p:grpSpPr>
        <p:sp>
          <p:nvSpPr>
            <p:cNvPr id="74" name="Rectangle 73">
              <a:extLst>
                <a:ext uri="{FF2B5EF4-FFF2-40B4-BE49-F238E27FC236}">
                  <a16:creationId xmlns:a16="http://schemas.microsoft.com/office/drawing/2014/main" id="{0F06AC1B-7FBC-3E61-F889-23D2F4692EFC}"/>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a:extLst>
                <a:ext uri="{FF2B5EF4-FFF2-40B4-BE49-F238E27FC236}">
                  <a16:creationId xmlns:a16="http://schemas.microsoft.com/office/drawing/2014/main" id="{1B937CA3-D2D7-CCCD-8B5A-4D5036831342}"/>
                </a:ext>
              </a:extLst>
            </p:cNvPr>
            <p:cNvGrpSpPr/>
            <p:nvPr/>
          </p:nvGrpSpPr>
          <p:grpSpPr>
            <a:xfrm>
              <a:off x="1881720" y="113537"/>
              <a:ext cx="3366722" cy="6858000"/>
              <a:chOff x="4676834" y="0"/>
              <a:chExt cx="3366722" cy="6858000"/>
            </a:xfrm>
          </p:grpSpPr>
          <p:grpSp>
            <p:nvGrpSpPr>
              <p:cNvPr id="79" name="Group 78">
                <a:extLst>
                  <a:ext uri="{FF2B5EF4-FFF2-40B4-BE49-F238E27FC236}">
                    <a16:creationId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93" name="Freeform 92">
                  <a:extLst>
                    <a:ext uri="{FF2B5EF4-FFF2-40B4-BE49-F238E27FC236}">
                      <a16:creationId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a:extLst>
                    <a:ext uri="{FF2B5EF4-FFF2-40B4-BE49-F238E27FC236}">
                      <a16:creationId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95" name="Picture 94">
                    <a:extLst>
                      <a:ext uri="{FF2B5EF4-FFF2-40B4-BE49-F238E27FC236}">
                        <a16:creationId xmlns:a16="http://schemas.microsoft.com/office/drawing/2014/main" id="{94523CE1-5906-4FC6-F405-95055403895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a:extLst>
                      <a:ext uri="{FF2B5EF4-FFF2-40B4-BE49-F238E27FC236}">
                        <a16:creationId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a:extLst>
                  <a:ext uri="{FF2B5EF4-FFF2-40B4-BE49-F238E27FC236}">
                    <a16:creationId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90" name="Picture 89">
                  <a:extLst>
                    <a:ext uri="{FF2B5EF4-FFF2-40B4-BE49-F238E27FC236}">
                      <a16:creationId xmlns:a16="http://schemas.microsoft.com/office/drawing/2014/main" id="{69849BC8-7B01-A384-819D-7C996DB029D5}"/>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1" name="Picture 90">
                  <a:extLst>
                    <a:ext uri="{FF2B5EF4-FFF2-40B4-BE49-F238E27FC236}">
                      <a16:creationId xmlns:a16="http://schemas.microsoft.com/office/drawing/2014/main" id="{6930B7BB-941A-4AB3-B976-9EA740CEAF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a:extLst>
                    <a:ext uri="{FF2B5EF4-FFF2-40B4-BE49-F238E27FC236}">
                      <a16:creationId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97" name="TextBox 96">
              <a:extLst>
                <a:ext uri="{FF2B5EF4-FFF2-40B4-BE49-F238E27FC236}">
                  <a16:creationId xmlns:a16="http://schemas.microsoft.com/office/drawing/2014/main" id="{AFBF38A4-ACE1-10FD-32CA-BA93CC4974DB}"/>
                </a:ext>
              </a:extLst>
            </p:cNvPr>
            <p:cNvSpPr txBox="1"/>
            <p:nvPr/>
          </p:nvSpPr>
          <p:spPr>
            <a:xfrm>
              <a:off x="2103364" y="1218745"/>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98" name="Group 97">
              <a:extLst>
                <a:ext uri="{FF2B5EF4-FFF2-40B4-BE49-F238E27FC236}">
                  <a16:creationId xmlns:a16="http://schemas.microsoft.com/office/drawing/2014/main" id="{4D0C0570-E498-21C8-66B8-6C668D404951}"/>
                </a:ext>
              </a:extLst>
            </p:cNvPr>
            <p:cNvGrpSpPr/>
            <p:nvPr/>
          </p:nvGrpSpPr>
          <p:grpSpPr>
            <a:xfrm>
              <a:off x="2285079" y="6160736"/>
              <a:ext cx="2559317" cy="376814"/>
              <a:chOff x="1620486" y="6094970"/>
              <a:chExt cx="2559317" cy="376814"/>
            </a:xfrm>
          </p:grpSpPr>
          <p:pic>
            <p:nvPicPr>
              <p:cNvPr id="99" name="Picture 98">
                <a:extLst>
                  <a:ext uri="{FF2B5EF4-FFF2-40B4-BE49-F238E27FC236}">
                    <a16:creationId xmlns:a16="http://schemas.microsoft.com/office/drawing/2014/main" id="{A41E2B3C-0AFB-9A89-5F18-BE15AE9419F1}"/>
                  </a:ext>
                </a:extLst>
              </p:cNvPr>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a:extLst>
                  <a:ext uri="{FF2B5EF4-FFF2-40B4-BE49-F238E27FC236}">
                    <a16:creationId xmlns:a16="http://schemas.microsoft.com/office/drawing/2014/main" id="{DD3911D5-7435-F938-E52F-A2A03D64F7C5}"/>
                  </a:ext>
                </a:extLst>
              </p:cNvPr>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a:extLst>
                  <a:ext uri="{FF2B5EF4-FFF2-40B4-BE49-F238E27FC236}">
                    <a16:creationId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02" name="Picture 101">
                  <a:extLst>
                    <a:ext uri="{FF2B5EF4-FFF2-40B4-BE49-F238E27FC236}">
                      <a16:creationId xmlns:a16="http://schemas.microsoft.com/office/drawing/2014/main" id="{D9EA6989-1A81-81BF-B2E8-CDBD62020E3E}"/>
                    </a:ext>
                  </a:extLst>
                </p:cNvPr>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a:extLst>
                    <a:ext uri="{FF2B5EF4-FFF2-40B4-BE49-F238E27FC236}">
                      <a16:creationId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04" name="TextBox 103">
              <a:extLst>
                <a:ext uri="{FF2B5EF4-FFF2-40B4-BE49-F238E27FC236}">
                  <a16:creationId xmlns:a16="http://schemas.microsoft.com/office/drawing/2014/main" id="{E0AF2DA5-5345-149E-713E-1CEF12F64AFD}"/>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5" name="Rounded Rectangle 104">
              <a:extLst>
                <a:ext uri="{FF2B5EF4-FFF2-40B4-BE49-F238E27FC236}">
                  <a16:creationId xmlns:a16="http://schemas.microsoft.com/office/drawing/2014/main" id="{DD1146FF-5191-F7F7-536C-4FFEE1E7A155}"/>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08" name="TextBox 107">
              <a:extLst>
                <a:ext uri="{FF2B5EF4-FFF2-40B4-BE49-F238E27FC236}">
                  <a16:creationId xmlns:a16="http://schemas.microsoft.com/office/drawing/2014/main" id="{8DAED8CC-DFD8-F3A3-5B5C-BA468FB22944}"/>
                </a:ext>
              </a:extLst>
            </p:cNvPr>
            <p:cNvSpPr txBox="1"/>
            <p:nvPr/>
          </p:nvSpPr>
          <p:spPr>
            <a:xfrm>
              <a:off x="2114230" y="3378651"/>
              <a:ext cx="96212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109" name="Rounded Rectangle 108">
              <a:extLst>
                <a:ext uri="{FF2B5EF4-FFF2-40B4-BE49-F238E27FC236}">
                  <a16:creationId xmlns:a16="http://schemas.microsoft.com/office/drawing/2014/main" id="{E5098A2C-028B-FC69-3BAD-FE25E1608BF4}"/>
                </a:ext>
              </a:extLst>
            </p:cNvPr>
            <p:cNvSpPr/>
            <p:nvPr/>
          </p:nvSpPr>
          <p:spPr>
            <a:xfrm>
              <a:off x="2209506" y="365565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Fat Boy - Vagus</a:t>
              </a:r>
              <a:endParaRPr lang="en-AU" sz="1200" dirty="0">
                <a:solidFill>
                  <a:srgbClr val="3C4B34"/>
                </a:solidFill>
                <a:latin typeface="Lato" panose="020F0502020204030203" pitchFamily="34" charset="0"/>
              </a:endParaRPr>
            </a:p>
          </p:txBody>
        </p:sp>
        <p:sp>
          <p:nvSpPr>
            <p:cNvPr id="110" name="TextBox 109">
              <a:extLst>
                <a:ext uri="{FF2B5EF4-FFF2-40B4-BE49-F238E27FC236}">
                  <a16:creationId xmlns:a16="http://schemas.microsoft.com/office/drawing/2014/main" id="{DE5A5050-CB19-B4D4-CC4E-3E1011E7266E}"/>
                </a:ext>
              </a:extLst>
            </p:cNvPr>
            <p:cNvSpPr txBox="1"/>
            <p:nvPr/>
          </p:nvSpPr>
          <p:spPr>
            <a:xfrm>
              <a:off x="2096030" y="4070146"/>
              <a:ext cx="1229824"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111" name="Rounded Rectangle 110">
              <a:extLst>
                <a:ext uri="{FF2B5EF4-FFF2-40B4-BE49-F238E27FC236}">
                  <a16:creationId xmlns:a16="http://schemas.microsoft.com/office/drawing/2014/main" id="{65DA8259-649B-B86C-401D-64C61AB74BEF}"/>
                </a:ext>
              </a:extLst>
            </p:cNvPr>
            <p:cNvSpPr/>
            <p:nvPr/>
          </p:nvSpPr>
          <p:spPr>
            <a:xfrm>
              <a:off x="2191306" y="434714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$75 </a:t>
              </a:r>
              <a:endParaRPr lang="en-AU" sz="1200" dirty="0">
                <a:solidFill>
                  <a:srgbClr val="3C4B34"/>
                </a:solidFill>
                <a:latin typeface="Lato" panose="020F0502020204030203" pitchFamily="34" charset="0"/>
              </a:endParaRPr>
            </a:p>
          </p:txBody>
        </p:sp>
        <p:sp>
          <p:nvSpPr>
            <p:cNvPr id="112" name="TextBox 111">
              <a:extLst>
                <a:ext uri="{FF2B5EF4-FFF2-40B4-BE49-F238E27FC236}">
                  <a16:creationId xmlns:a16="http://schemas.microsoft.com/office/drawing/2014/main" id="{9F357311-8239-CCD4-B952-7F6F41CA92FF}"/>
                </a:ext>
              </a:extLst>
            </p:cNvPr>
            <p:cNvSpPr txBox="1"/>
            <p:nvPr/>
          </p:nvSpPr>
          <p:spPr>
            <a:xfrm>
              <a:off x="2091478" y="4761642"/>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e-Bike Category</a:t>
              </a:r>
              <a:endParaRPr lang="en-AU" sz="1200" dirty="0">
                <a:solidFill>
                  <a:srgbClr val="3C4B34"/>
                </a:solidFill>
                <a:latin typeface="Lato" panose="020F0502020204030203" pitchFamily="34" charset="0"/>
              </a:endParaRPr>
            </a:p>
          </p:txBody>
        </p:sp>
        <p:sp>
          <p:nvSpPr>
            <p:cNvPr id="113" name="Rounded Rectangle 112">
              <a:extLst>
                <a:ext uri="{FF2B5EF4-FFF2-40B4-BE49-F238E27FC236}">
                  <a16:creationId xmlns:a16="http://schemas.microsoft.com/office/drawing/2014/main" id="{AD450F90-7FC0-E5C2-3E27-9F5D7DD7F5AA}"/>
                </a:ext>
              </a:extLst>
            </p:cNvPr>
            <p:cNvSpPr/>
            <p:nvPr/>
          </p:nvSpPr>
          <p:spPr>
            <a:xfrm>
              <a:off x="2186754" y="503864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3C4B34"/>
                  </a:solidFill>
                  <a:latin typeface="Lato" panose="020F0502020204030203" pitchFamily="34" charset="0"/>
                </a:rPr>
                <a:t>Road</a:t>
              </a:r>
              <a:r>
                <a:rPr lang="en-AU" sz="1200" dirty="0">
                  <a:solidFill>
                    <a:srgbClr val="3C4B34"/>
                  </a:solidFill>
                  <a:latin typeface="Lato" panose="020F0502020204030203" pitchFamily="34" charset="0"/>
                </a:rPr>
                <a:t>                                                                     </a:t>
              </a:r>
              <a:r>
                <a:rPr lang="en-US" sz="1200" dirty="0">
                  <a:solidFill>
                    <a:srgbClr val="7F7F7F"/>
                  </a:solidFill>
                </a:rPr>
                <a:t>v</a:t>
              </a:r>
              <a:endParaRPr lang="en-AU" sz="1200" dirty="0">
                <a:solidFill>
                  <a:srgbClr val="7F7F7F"/>
                </a:solidFill>
              </a:endParaRPr>
            </a:p>
          </p:txBody>
        </p:sp>
        <p:sp>
          <p:nvSpPr>
            <p:cNvPr id="114" name="TextBox 113">
              <a:extLst>
                <a:ext uri="{FF2B5EF4-FFF2-40B4-BE49-F238E27FC236}">
                  <a16:creationId xmlns:a16="http://schemas.microsoft.com/office/drawing/2014/main" id="{AB02BB11-20CF-7E3D-D3CC-39269C36CB48}"/>
                </a:ext>
              </a:extLst>
            </p:cNvPr>
            <p:cNvSpPr txBox="1"/>
            <p:nvPr/>
          </p:nvSpPr>
          <p:spPr>
            <a:xfrm>
              <a:off x="2091478" y="5447593"/>
              <a:ext cx="122661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115" name="Rounded Rectangle 114">
              <a:extLst>
                <a:ext uri="{FF2B5EF4-FFF2-40B4-BE49-F238E27FC236}">
                  <a16:creationId xmlns:a16="http://schemas.microsoft.com/office/drawing/2014/main" id="{4100AEAE-0E93-807B-574E-C3B4968E8386}"/>
                </a:ext>
              </a:extLst>
            </p:cNvPr>
            <p:cNvSpPr/>
            <p:nvPr/>
          </p:nvSpPr>
          <p:spPr>
            <a:xfrm>
              <a:off x="2186754" y="572459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 MCIC Building, Kensington</a:t>
              </a:r>
            </a:p>
          </p:txBody>
        </p:sp>
        <p:pic>
          <p:nvPicPr>
            <p:cNvPr id="2" name="Picture 1">
              <a:extLst>
                <a:ext uri="{FF2B5EF4-FFF2-40B4-BE49-F238E27FC236}">
                  <a16:creationId xmlns:a16="http://schemas.microsoft.com/office/drawing/2014/main" id="{C6D6DDEB-BB14-42A6-9EC5-DEE1FC2703F7}"/>
                </a:ext>
              </a:extLst>
            </p:cNvPr>
            <p:cNvPicPr>
              <a:picLocks noChangeAspect="1"/>
            </p:cNvPicPr>
            <p:nvPr/>
          </p:nvPicPr>
          <p:blipFill>
            <a:blip r:embed="rId7"/>
            <a:stretch>
              <a:fillRect/>
            </a:stretch>
          </p:blipFill>
          <p:spPr>
            <a:xfrm>
              <a:off x="2223730" y="1473779"/>
              <a:ext cx="2688949" cy="1832631"/>
            </a:xfrm>
            <a:prstGeom prst="rect">
              <a:avLst/>
            </a:prstGeom>
          </p:spPr>
        </p:pic>
        <p:pic>
          <p:nvPicPr>
            <p:cNvPr id="10" name="Picture 9">
              <a:extLst>
                <a:ext uri="{FF2B5EF4-FFF2-40B4-BE49-F238E27FC236}">
                  <a16:creationId xmlns:a16="http://schemas.microsoft.com/office/drawing/2014/main" id="{79AA450C-400D-0AE6-FC2C-BF16B5AD7D54}"/>
                </a:ext>
              </a:extLst>
            </p:cNvPr>
            <p:cNvPicPr>
              <a:picLocks noChangeAspect="1"/>
            </p:cNvPicPr>
            <p:nvPr/>
          </p:nvPicPr>
          <p:blipFill>
            <a:blip r:embed="rId8"/>
            <a:stretch>
              <a:fillRect/>
            </a:stretch>
          </p:blipFill>
          <p:spPr>
            <a:xfrm>
              <a:off x="4534056" y="2901624"/>
              <a:ext cx="350417" cy="350417"/>
            </a:xfrm>
            <a:prstGeom prst="rect">
              <a:avLst/>
            </a:prstGeom>
          </p:spPr>
        </p:pic>
        <p:sp>
          <p:nvSpPr>
            <p:cNvPr id="139" name="Rounded Rectangle 138">
              <a:extLst>
                <a:ext uri="{FF2B5EF4-FFF2-40B4-BE49-F238E27FC236}">
                  <a16:creationId xmlns:a16="http://schemas.microsoft.com/office/drawing/2014/main" id="{DA7CF195-0A53-73DD-237A-A5AEFC15133A}"/>
                </a:ext>
              </a:extLst>
            </p:cNvPr>
            <p:cNvSpPr/>
            <p:nvPr/>
          </p:nvSpPr>
          <p:spPr>
            <a:xfrm>
              <a:off x="4955933" y="3452569"/>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a:extLst>
                <a:ext uri="{FF2B5EF4-FFF2-40B4-BE49-F238E27FC236}">
                  <a16:creationId xmlns:a16="http://schemas.microsoft.com/office/drawing/2014/main" id="{009AFE64-A6E8-B542-546E-7A9D7043C868}"/>
                </a:ext>
              </a:extLst>
            </p:cNvPr>
            <p:cNvSpPr/>
            <p:nvPr/>
          </p:nvSpPr>
          <p:spPr>
            <a:xfrm>
              <a:off x="4965029" y="3448086"/>
              <a:ext cx="55335" cy="912710"/>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33" name="Group 32">
            <a:extLst>
              <a:ext uri="{FF2B5EF4-FFF2-40B4-BE49-F238E27FC236}">
                <a16:creationId xmlns:a16="http://schemas.microsoft.com/office/drawing/2014/main" id="{957F4C22-C7D1-BBCE-3014-B65A7ED62F74}"/>
              </a:ext>
            </a:extLst>
          </p:cNvPr>
          <p:cNvGrpSpPr/>
          <p:nvPr/>
        </p:nvGrpSpPr>
        <p:grpSpPr>
          <a:xfrm>
            <a:off x="8770190" y="81439"/>
            <a:ext cx="3366722" cy="6858000"/>
            <a:chOff x="5731715" y="81439"/>
            <a:chExt cx="3366722" cy="6858000"/>
          </a:xfrm>
        </p:grpSpPr>
        <p:grpSp>
          <p:nvGrpSpPr>
            <p:cNvPr id="22" name="Group 21">
              <a:extLst>
                <a:ext uri="{FF2B5EF4-FFF2-40B4-BE49-F238E27FC236}">
                  <a16:creationId xmlns:a16="http://schemas.microsoft.com/office/drawing/2014/main" id="{2D013007-89EC-B972-B5B4-E0E15777E9B7}"/>
                </a:ext>
              </a:extLst>
            </p:cNvPr>
            <p:cNvGrpSpPr/>
            <p:nvPr/>
          </p:nvGrpSpPr>
          <p:grpSpPr>
            <a:xfrm>
              <a:off x="5731715" y="81439"/>
              <a:ext cx="3366722" cy="6858000"/>
              <a:chOff x="8666331" y="315797"/>
              <a:chExt cx="3366722" cy="6858000"/>
            </a:xfrm>
          </p:grpSpPr>
          <p:pic>
            <p:nvPicPr>
              <p:cNvPr id="23" name="Picture 22">
                <a:extLst>
                  <a:ext uri="{FF2B5EF4-FFF2-40B4-BE49-F238E27FC236}">
                    <a16:creationId xmlns:a16="http://schemas.microsoft.com/office/drawing/2014/main" id="{6168BE3D-29D4-1220-EF7C-88F7EC60F169}"/>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 name="Picture 23">
                <a:extLst>
                  <a:ext uri="{FF2B5EF4-FFF2-40B4-BE49-F238E27FC236}">
                    <a16:creationId xmlns:a16="http://schemas.microsoft.com/office/drawing/2014/main" id="{67921FA8-8A6C-8D19-7BA5-95A97B337D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5" name="Rectangle 24">
                <a:extLst>
                  <a:ext uri="{FF2B5EF4-FFF2-40B4-BE49-F238E27FC236}">
                    <a16:creationId xmlns:a16="http://schemas.microsoft.com/office/drawing/2014/main" id="{A647E9D1-7FD9-A244-011E-F90ADADFFD67}"/>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30" name="Group 29">
              <a:extLst>
                <a:ext uri="{FF2B5EF4-FFF2-40B4-BE49-F238E27FC236}">
                  <a16:creationId xmlns:a16="http://schemas.microsoft.com/office/drawing/2014/main" id="{F77FB0D4-009E-2AC5-3F2F-49CF880A3EB8}"/>
                </a:ext>
              </a:extLst>
            </p:cNvPr>
            <p:cNvGrpSpPr/>
            <p:nvPr/>
          </p:nvGrpSpPr>
          <p:grpSpPr>
            <a:xfrm>
              <a:off x="6068618" y="632466"/>
              <a:ext cx="2725652" cy="5976769"/>
              <a:chOff x="9129902" y="1070351"/>
              <a:chExt cx="2677886" cy="5707990"/>
            </a:xfrm>
            <a:solidFill>
              <a:srgbClr val="FFFFFF"/>
            </a:solidFill>
          </p:grpSpPr>
          <p:cxnSp>
            <p:nvCxnSpPr>
              <p:cNvPr id="18" name="Straight Arrow Connector 17">
                <a:extLst>
                  <a:ext uri="{FF2B5EF4-FFF2-40B4-BE49-F238E27FC236}">
                    <a16:creationId xmlns:a16="http://schemas.microsoft.com/office/drawing/2014/main" id="{B94BF907-3BA3-2E86-50EA-D12553C16F96}"/>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Rounded Rectangle 55">
                <a:extLst>
                  <a:ext uri="{FF2B5EF4-FFF2-40B4-BE49-F238E27FC236}">
                    <a16:creationId xmlns:a16="http://schemas.microsoft.com/office/drawing/2014/main" id="{DA2A289F-3601-699B-0042-614A31D991A7}"/>
                  </a:ext>
                </a:extLst>
              </p:cNvPr>
              <p:cNvSpPr/>
              <p:nvPr/>
            </p:nvSpPr>
            <p:spPr>
              <a:xfrm>
                <a:off x="11286216" y="1183089"/>
                <a:ext cx="423420" cy="203005"/>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01CED1"/>
                    </a:solidFill>
                  </a:rPr>
                  <a:t>✕</a:t>
                </a:r>
              </a:p>
            </p:txBody>
          </p:sp>
          <p:sp>
            <p:nvSpPr>
              <p:cNvPr id="12" name="Rectangle 11">
                <a:extLst>
                  <a:ext uri="{FF2B5EF4-FFF2-40B4-BE49-F238E27FC236}">
                    <a16:creationId xmlns:a16="http://schemas.microsoft.com/office/drawing/2014/main" id="{1CFB102E-C3E0-867A-A6B1-8644F3A2B3FF}"/>
                  </a:ext>
                </a:extLst>
              </p:cNvPr>
              <p:cNvSpPr/>
              <p:nvPr/>
            </p:nvSpPr>
            <p:spPr>
              <a:xfrm>
                <a:off x="9129902" y="1070351"/>
                <a:ext cx="2677886" cy="57079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3" name="TextBox 12">
                <a:extLst>
                  <a:ext uri="{FF2B5EF4-FFF2-40B4-BE49-F238E27FC236}">
                    <a16:creationId xmlns:a16="http://schemas.microsoft.com/office/drawing/2014/main" id="{EE158A8C-DC17-8968-5B37-ED013C957E2A}"/>
                  </a:ext>
                </a:extLst>
              </p:cNvPr>
              <p:cNvSpPr txBox="1"/>
              <p:nvPr/>
            </p:nvSpPr>
            <p:spPr>
              <a:xfrm>
                <a:off x="9204547" y="2324984"/>
                <a:ext cx="2505089" cy="2130421"/>
              </a:xfrm>
              <a:prstGeom prst="rect">
                <a:avLst/>
              </a:prstGeom>
              <a:grpFill/>
              <a:ln>
                <a:solidFill>
                  <a:schemeClr val="bg1"/>
                </a:solidFill>
              </a:ln>
            </p:spPr>
            <p:txBody>
              <a:bodyPr wrap="square" rtlCol="0">
                <a:spAutoFit/>
              </a:bodyPr>
              <a:lstStyle/>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Home</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Logout</a:t>
                </a:r>
                <a:endParaRPr lang="en-IN" dirty="0">
                  <a:latin typeface="Lato" panose="020F0502020204030203" pitchFamily="34" charset="0"/>
                  <a:ea typeface="Lato" panose="020F0502020204030203" pitchFamily="34" charset="0"/>
                  <a:cs typeface="Lato" panose="020F0502020204030203" pitchFamily="34" charset="0"/>
                </a:endParaRPr>
              </a:p>
            </p:txBody>
          </p:sp>
          <p:cxnSp>
            <p:nvCxnSpPr>
              <p:cNvPr id="14" name="Straight Connector 13">
                <a:extLst>
                  <a:ext uri="{FF2B5EF4-FFF2-40B4-BE49-F238E27FC236}">
                    <a16:creationId xmlns:a16="http://schemas.microsoft.com/office/drawing/2014/main" id="{E1826C2F-5C6E-584F-8C92-93C7157D1576}"/>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4489071-2DC5-CF34-B997-03580D56F6BE}"/>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7CE4C01-427B-AEB9-A483-58824E8D50A0}"/>
                  </a:ext>
                </a:extLst>
              </p:cNvPr>
              <p:cNvCxnSpPr/>
              <p:nvPr/>
            </p:nvCxnSpPr>
            <p:spPr>
              <a:xfrm>
                <a:off x="9288523" y="4006677"/>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32" name="Rounded Rectangle 55">
              <a:extLst>
                <a:ext uri="{FF2B5EF4-FFF2-40B4-BE49-F238E27FC236}">
                  <a16:creationId xmlns:a16="http://schemas.microsoft.com/office/drawing/2014/main" id="{2215127B-2F76-E123-4465-9FF29BCB4B2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
        <p:nvSpPr>
          <p:cNvPr id="125" name="Rectangle 124">
            <a:extLst>
              <a:ext uri="{FF2B5EF4-FFF2-40B4-BE49-F238E27FC236}">
                <a16:creationId xmlns:a16="http://schemas.microsoft.com/office/drawing/2014/main" id="{86265A79-F664-F09E-3CD7-090598E2ED29}"/>
              </a:ext>
            </a:extLst>
          </p:cNvPr>
          <p:cNvSpPr/>
          <p:nvPr/>
        </p:nvSpPr>
        <p:spPr>
          <a:xfrm>
            <a:off x="5336041"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26" name="Group 125">
            <a:extLst>
              <a:ext uri="{FF2B5EF4-FFF2-40B4-BE49-F238E27FC236}">
                <a16:creationId xmlns:a16="http://schemas.microsoft.com/office/drawing/2014/main" id="{F685B115-2265-C453-9FD4-8385BA271A68}"/>
              </a:ext>
            </a:extLst>
          </p:cNvPr>
          <p:cNvGrpSpPr/>
          <p:nvPr/>
        </p:nvGrpSpPr>
        <p:grpSpPr>
          <a:xfrm>
            <a:off x="5185201" y="113537"/>
            <a:ext cx="3366722" cy="6858000"/>
            <a:chOff x="4676834" y="0"/>
            <a:chExt cx="3366722" cy="6858000"/>
          </a:xfrm>
        </p:grpSpPr>
        <p:grpSp>
          <p:nvGrpSpPr>
            <p:cNvPr id="178" name="Group 177">
              <a:extLst>
                <a:ext uri="{FF2B5EF4-FFF2-40B4-BE49-F238E27FC236}">
                  <a16:creationId xmlns:a16="http://schemas.microsoft.com/office/drawing/2014/main" id="{D69EB4B8-54D4-54EE-C81D-82A791BA4170}"/>
                </a:ext>
              </a:extLst>
            </p:cNvPr>
            <p:cNvGrpSpPr/>
            <p:nvPr/>
          </p:nvGrpSpPr>
          <p:grpSpPr>
            <a:xfrm>
              <a:off x="4840421" y="235840"/>
              <a:ext cx="3029027" cy="958178"/>
              <a:chOff x="8366016" y="1852719"/>
              <a:chExt cx="2992003" cy="958178"/>
            </a:xfrm>
          </p:grpSpPr>
          <p:sp>
            <p:nvSpPr>
              <p:cNvPr id="183" name="Freeform 92">
                <a:extLst>
                  <a:ext uri="{FF2B5EF4-FFF2-40B4-BE49-F238E27FC236}">
                    <a16:creationId xmlns:a16="http://schemas.microsoft.com/office/drawing/2014/main" id="{680789E8-6EBE-6974-180A-8ED4F2EA6559}"/>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84" name="Group 183">
                <a:extLst>
                  <a:ext uri="{FF2B5EF4-FFF2-40B4-BE49-F238E27FC236}">
                    <a16:creationId xmlns:a16="http://schemas.microsoft.com/office/drawing/2014/main" id="{FFDB5012-96A3-FCB2-6097-65C1C6BC43B0}"/>
                  </a:ext>
                </a:extLst>
              </p:cNvPr>
              <p:cNvGrpSpPr/>
              <p:nvPr/>
            </p:nvGrpSpPr>
            <p:grpSpPr>
              <a:xfrm>
                <a:off x="8366016" y="1868661"/>
                <a:ext cx="2052847" cy="942236"/>
                <a:chOff x="8366016" y="1851793"/>
                <a:chExt cx="2052847" cy="942236"/>
              </a:xfrm>
            </p:grpSpPr>
            <p:sp>
              <p:nvSpPr>
                <p:cNvPr id="186" name="TextBox 185">
                  <a:extLst>
                    <a:ext uri="{FF2B5EF4-FFF2-40B4-BE49-F238E27FC236}">
                      <a16:creationId xmlns:a16="http://schemas.microsoft.com/office/drawing/2014/main" id="{FB4BAD1A-7C94-A48C-5FB1-3C5D05FB92F6}"/>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pic>
              <p:nvPicPr>
                <p:cNvPr id="185" name="Picture 184">
                  <a:extLst>
                    <a:ext uri="{FF2B5EF4-FFF2-40B4-BE49-F238E27FC236}">
                      <a16:creationId xmlns:a16="http://schemas.microsoft.com/office/drawing/2014/main" id="{ADD6F3A0-9871-4C84-5709-D185B1D4D12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grpSp>
        </p:grpSp>
        <p:grpSp>
          <p:nvGrpSpPr>
            <p:cNvPr id="179" name="Group 178">
              <a:extLst>
                <a:ext uri="{FF2B5EF4-FFF2-40B4-BE49-F238E27FC236}">
                  <a16:creationId xmlns:a16="http://schemas.microsoft.com/office/drawing/2014/main" id="{548103BE-6FA4-31E3-D815-98F2F362A5F2}"/>
                </a:ext>
              </a:extLst>
            </p:cNvPr>
            <p:cNvGrpSpPr/>
            <p:nvPr/>
          </p:nvGrpSpPr>
          <p:grpSpPr>
            <a:xfrm>
              <a:off x="4676834" y="0"/>
              <a:ext cx="3366722" cy="6858000"/>
              <a:chOff x="8666331" y="315797"/>
              <a:chExt cx="3366722" cy="6858000"/>
            </a:xfrm>
          </p:grpSpPr>
          <p:pic>
            <p:nvPicPr>
              <p:cNvPr id="180" name="Picture 179">
                <a:extLst>
                  <a:ext uri="{FF2B5EF4-FFF2-40B4-BE49-F238E27FC236}">
                    <a16:creationId xmlns:a16="http://schemas.microsoft.com/office/drawing/2014/main" id="{CF1CA15B-8F18-7799-5511-05985E388BD5}"/>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81" name="Picture 180">
                <a:extLst>
                  <a:ext uri="{FF2B5EF4-FFF2-40B4-BE49-F238E27FC236}">
                    <a16:creationId xmlns:a16="http://schemas.microsoft.com/office/drawing/2014/main" id="{E7380808-2911-1AA3-75BD-D31E286BF0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82" name="Rectangle 181">
                <a:extLst>
                  <a:ext uri="{FF2B5EF4-FFF2-40B4-BE49-F238E27FC236}">
                    <a16:creationId xmlns:a16="http://schemas.microsoft.com/office/drawing/2014/main" id="{71916E80-10B1-9A5B-B33E-DD95633C4D9D}"/>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27" name="TextBox 126">
            <a:extLst>
              <a:ext uri="{FF2B5EF4-FFF2-40B4-BE49-F238E27FC236}">
                <a16:creationId xmlns:a16="http://schemas.microsoft.com/office/drawing/2014/main" id="{78BB82A1-4A9C-2D10-0B3C-13BDD1466C14}"/>
              </a:ext>
            </a:extLst>
          </p:cNvPr>
          <p:cNvSpPr txBox="1"/>
          <p:nvPr/>
        </p:nvSpPr>
        <p:spPr>
          <a:xfrm>
            <a:off x="5406845" y="1218745"/>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128" name="Group 127">
            <a:extLst>
              <a:ext uri="{FF2B5EF4-FFF2-40B4-BE49-F238E27FC236}">
                <a16:creationId xmlns:a16="http://schemas.microsoft.com/office/drawing/2014/main" id="{7A3F7934-6F2F-1254-40DA-C9AF81E9A023}"/>
              </a:ext>
            </a:extLst>
          </p:cNvPr>
          <p:cNvGrpSpPr/>
          <p:nvPr/>
        </p:nvGrpSpPr>
        <p:grpSpPr>
          <a:xfrm>
            <a:off x="5588560" y="6160736"/>
            <a:ext cx="2559317" cy="376814"/>
            <a:chOff x="1620486" y="6094970"/>
            <a:chExt cx="2559317" cy="376814"/>
          </a:xfrm>
        </p:grpSpPr>
        <p:pic>
          <p:nvPicPr>
            <p:cNvPr id="173" name="Picture 172">
              <a:extLst>
                <a:ext uri="{FF2B5EF4-FFF2-40B4-BE49-F238E27FC236}">
                  <a16:creationId xmlns:a16="http://schemas.microsoft.com/office/drawing/2014/main" id="{0C914CF4-1AF9-B5C5-5137-6C39A6FDB3D3}"/>
                </a:ext>
              </a:extLst>
            </p:cNvPr>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74" name="Picture 173">
              <a:extLst>
                <a:ext uri="{FF2B5EF4-FFF2-40B4-BE49-F238E27FC236}">
                  <a16:creationId xmlns:a16="http://schemas.microsoft.com/office/drawing/2014/main" id="{83F81327-6F36-54AF-B909-A81F3FC30E46}"/>
                </a:ext>
              </a:extLst>
            </p:cNvPr>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75" name="Group 174">
              <a:extLst>
                <a:ext uri="{FF2B5EF4-FFF2-40B4-BE49-F238E27FC236}">
                  <a16:creationId xmlns:a16="http://schemas.microsoft.com/office/drawing/2014/main" id="{2E1B6263-5EB0-13E2-77EA-622080F929E3}"/>
                </a:ext>
              </a:extLst>
            </p:cNvPr>
            <p:cNvGrpSpPr/>
            <p:nvPr/>
          </p:nvGrpSpPr>
          <p:grpSpPr>
            <a:xfrm>
              <a:off x="2061631" y="6094970"/>
              <a:ext cx="1694123" cy="376814"/>
              <a:chOff x="5033065" y="5683638"/>
              <a:chExt cx="1694123" cy="376814"/>
            </a:xfrm>
          </p:grpSpPr>
          <p:pic>
            <p:nvPicPr>
              <p:cNvPr id="176" name="Picture 175">
                <a:extLst>
                  <a:ext uri="{FF2B5EF4-FFF2-40B4-BE49-F238E27FC236}">
                    <a16:creationId xmlns:a16="http://schemas.microsoft.com/office/drawing/2014/main" id="{0EE28426-64F5-080A-F6C3-7395112E354C}"/>
                  </a:ext>
                </a:extLst>
              </p:cNvPr>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77" name="Rectangle 176">
                <a:extLst>
                  <a:ext uri="{FF2B5EF4-FFF2-40B4-BE49-F238E27FC236}">
                    <a16:creationId xmlns:a16="http://schemas.microsoft.com/office/drawing/2014/main" id="{A700611F-2449-2475-9CB8-0C2EA56794E1}"/>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29" name="TextBox 128">
            <a:extLst>
              <a:ext uri="{FF2B5EF4-FFF2-40B4-BE49-F238E27FC236}">
                <a16:creationId xmlns:a16="http://schemas.microsoft.com/office/drawing/2014/main" id="{7EB2592E-4DF2-1580-ECB2-E99AF7EC87A3}"/>
              </a:ext>
            </a:extLst>
          </p:cNvPr>
          <p:cNvSpPr txBox="1"/>
          <p:nvPr/>
        </p:nvSpPr>
        <p:spPr>
          <a:xfrm>
            <a:off x="6105931"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30" name="Rounded Rectangle 104">
            <a:extLst>
              <a:ext uri="{FF2B5EF4-FFF2-40B4-BE49-F238E27FC236}">
                <a16:creationId xmlns:a16="http://schemas.microsoft.com/office/drawing/2014/main" id="{6469F839-2749-6EEC-2035-F06C71974DAD}"/>
              </a:ext>
            </a:extLst>
          </p:cNvPr>
          <p:cNvSpPr/>
          <p:nvPr/>
        </p:nvSpPr>
        <p:spPr>
          <a:xfrm>
            <a:off x="7870828"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33" name="TextBox 132">
            <a:extLst>
              <a:ext uri="{FF2B5EF4-FFF2-40B4-BE49-F238E27FC236}">
                <a16:creationId xmlns:a16="http://schemas.microsoft.com/office/drawing/2014/main" id="{9F91BD66-E50A-D505-55E0-9B1476F65F84}"/>
              </a:ext>
            </a:extLst>
          </p:cNvPr>
          <p:cNvSpPr txBox="1"/>
          <p:nvPr/>
        </p:nvSpPr>
        <p:spPr>
          <a:xfrm>
            <a:off x="5399511" y="2801180"/>
            <a:ext cx="1229824"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136" name="Rounded Rectangle 110">
            <a:extLst>
              <a:ext uri="{FF2B5EF4-FFF2-40B4-BE49-F238E27FC236}">
                <a16:creationId xmlns:a16="http://schemas.microsoft.com/office/drawing/2014/main" id="{43F216ED-691A-0D88-7FB0-0AFCAD570CB8}"/>
              </a:ext>
            </a:extLst>
          </p:cNvPr>
          <p:cNvSpPr/>
          <p:nvPr/>
        </p:nvSpPr>
        <p:spPr>
          <a:xfrm>
            <a:off x="5494787" y="307817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$75 </a:t>
            </a:r>
            <a:endParaRPr lang="en-AU" sz="1200" dirty="0">
              <a:solidFill>
                <a:srgbClr val="3C4B34"/>
              </a:solidFill>
              <a:latin typeface="Lato" panose="020F0502020204030203" pitchFamily="34" charset="0"/>
            </a:endParaRPr>
          </a:p>
        </p:txBody>
      </p:sp>
      <p:sp>
        <p:nvSpPr>
          <p:cNvPr id="165" name="TextBox 164">
            <a:extLst>
              <a:ext uri="{FF2B5EF4-FFF2-40B4-BE49-F238E27FC236}">
                <a16:creationId xmlns:a16="http://schemas.microsoft.com/office/drawing/2014/main" id="{753454AB-EDCB-68C1-E22C-FDB3A2CF1DF3}"/>
              </a:ext>
            </a:extLst>
          </p:cNvPr>
          <p:cNvSpPr txBox="1"/>
          <p:nvPr/>
        </p:nvSpPr>
        <p:spPr>
          <a:xfrm>
            <a:off x="5394959" y="3492676"/>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e-Bike Category</a:t>
            </a:r>
            <a:endParaRPr lang="en-AU" sz="1200" dirty="0">
              <a:solidFill>
                <a:srgbClr val="3C4B34"/>
              </a:solidFill>
              <a:latin typeface="Lato" panose="020F0502020204030203" pitchFamily="34" charset="0"/>
            </a:endParaRPr>
          </a:p>
        </p:txBody>
      </p:sp>
      <p:sp>
        <p:nvSpPr>
          <p:cNvPr id="166" name="Rounded Rectangle 112">
            <a:extLst>
              <a:ext uri="{FF2B5EF4-FFF2-40B4-BE49-F238E27FC236}">
                <a16:creationId xmlns:a16="http://schemas.microsoft.com/office/drawing/2014/main" id="{69BD9993-5C83-B83E-5347-F9E4A531B079}"/>
              </a:ext>
            </a:extLst>
          </p:cNvPr>
          <p:cNvSpPr/>
          <p:nvPr/>
        </p:nvSpPr>
        <p:spPr>
          <a:xfrm>
            <a:off x="5490235" y="376967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3C4B34"/>
                </a:solidFill>
                <a:latin typeface="Lato" panose="020F0502020204030203" pitchFamily="34" charset="0"/>
              </a:rPr>
              <a:t>Road</a:t>
            </a:r>
            <a:r>
              <a:rPr lang="en-AU" sz="1200" dirty="0">
                <a:solidFill>
                  <a:srgbClr val="3C4B34"/>
                </a:solidFill>
                <a:latin typeface="Lato" panose="020F0502020204030203" pitchFamily="34" charset="0"/>
              </a:rPr>
              <a:t>                                                                     </a:t>
            </a:r>
            <a:r>
              <a:rPr lang="en-US" sz="1200" dirty="0">
                <a:solidFill>
                  <a:srgbClr val="7F7F7F"/>
                </a:solidFill>
              </a:rPr>
              <a:t>v</a:t>
            </a:r>
            <a:endParaRPr lang="en-AU" sz="1200" dirty="0">
              <a:solidFill>
                <a:srgbClr val="7F7F7F"/>
              </a:solidFill>
            </a:endParaRPr>
          </a:p>
        </p:txBody>
      </p:sp>
      <p:sp>
        <p:nvSpPr>
          <p:cNvPr id="167" name="TextBox 166">
            <a:extLst>
              <a:ext uri="{FF2B5EF4-FFF2-40B4-BE49-F238E27FC236}">
                <a16:creationId xmlns:a16="http://schemas.microsoft.com/office/drawing/2014/main" id="{38195087-9830-46D8-6081-E1218044BD4C}"/>
              </a:ext>
            </a:extLst>
          </p:cNvPr>
          <p:cNvSpPr txBox="1"/>
          <p:nvPr/>
        </p:nvSpPr>
        <p:spPr>
          <a:xfrm>
            <a:off x="5394959" y="4178627"/>
            <a:ext cx="122661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168" name="Rounded Rectangle 114">
            <a:extLst>
              <a:ext uri="{FF2B5EF4-FFF2-40B4-BE49-F238E27FC236}">
                <a16:creationId xmlns:a16="http://schemas.microsoft.com/office/drawing/2014/main" id="{52220434-D858-738B-59F9-B5017845ED46}"/>
              </a:ext>
            </a:extLst>
          </p:cNvPr>
          <p:cNvSpPr/>
          <p:nvPr/>
        </p:nvSpPr>
        <p:spPr>
          <a:xfrm>
            <a:off x="5490235" y="445562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 MCIC Building, Kensington</a:t>
            </a:r>
          </a:p>
        </p:txBody>
      </p:sp>
      <p:grpSp>
        <p:nvGrpSpPr>
          <p:cNvPr id="190" name="Group 189">
            <a:extLst>
              <a:ext uri="{FF2B5EF4-FFF2-40B4-BE49-F238E27FC236}">
                <a16:creationId xmlns:a16="http://schemas.microsoft.com/office/drawing/2014/main" id="{4AB873B2-92E8-A41E-81D7-A6205F71D2D6}"/>
              </a:ext>
            </a:extLst>
          </p:cNvPr>
          <p:cNvGrpSpPr/>
          <p:nvPr/>
        </p:nvGrpSpPr>
        <p:grpSpPr>
          <a:xfrm>
            <a:off x="5505804" y="1178644"/>
            <a:ext cx="2710356" cy="821465"/>
            <a:chOff x="5490235" y="1925103"/>
            <a:chExt cx="2725925" cy="821465"/>
          </a:xfrm>
        </p:grpSpPr>
        <p:pic>
          <p:nvPicPr>
            <p:cNvPr id="169" name="Picture 168">
              <a:extLst>
                <a:ext uri="{FF2B5EF4-FFF2-40B4-BE49-F238E27FC236}">
                  <a16:creationId xmlns:a16="http://schemas.microsoft.com/office/drawing/2014/main" id="{17856E97-3310-69AA-3E8D-6B0A55C2E47F}"/>
                </a:ext>
              </a:extLst>
            </p:cNvPr>
            <p:cNvPicPr>
              <a:picLocks noChangeAspect="1"/>
            </p:cNvPicPr>
            <p:nvPr/>
          </p:nvPicPr>
          <p:blipFill>
            <a:blip r:embed="rId7"/>
            <a:srcRect t="55174" b="1"/>
            <a:stretch>
              <a:fillRect/>
            </a:stretch>
          </p:blipFill>
          <p:spPr>
            <a:xfrm>
              <a:off x="5490235" y="1925103"/>
              <a:ext cx="2725925" cy="821465"/>
            </a:xfrm>
            <a:prstGeom prst="rect">
              <a:avLst/>
            </a:prstGeom>
          </p:spPr>
        </p:pic>
        <p:pic>
          <p:nvPicPr>
            <p:cNvPr id="170" name="Picture 169">
              <a:extLst>
                <a:ext uri="{FF2B5EF4-FFF2-40B4-BE49-F238E27FC236}">
                  <a16:creationId xmlns:a16="http://schemas.microsoft.com/office/drawing/2014/main" id="{41084EFC-894C-FF5C-3C47-766E2832989C}"/>
                </a:ext>
              </a:extLst>
            </p:cNvPr>
            <p:cNvPicPr>
              <a:picLocks noChangeAspect="1"/>
            </p:cNvPicPr>
            <p:nvPr/>
          </p:nvPicPr>
          <p:blipFill>
            <a:blip r:embed="rId8"/>
            <a:stretch>
              <a:fillRect/>
            </a:stretch>
          </p:blipFill>
          <p:spPr>
            <a:xfrm>
              <a:off x="7837537" y="2341792"/>
              <a:ext cx="350417" cy="350417"/>
            </a:xfrm>
            <a:prstGeom prst="rect">
              <a:avLst/>
            </a:prstGeom>
          </p:spPr>
        </p:pic>
      </p:grpSp>
      <p:sp>
        <p:nvSpPr>
          <p:cNvPr id="171" name="Rounded Rectangle 138">
            <a:extLst>
              <a:ext uri="{FF2B5EF4-FFF2-40B4-BE49-F238E27FC236}">
                <a16:creationId xmlns:a16="http://schemas.microsoft.com/office/drawing/2014/main" id="{FA4B7FA4-C266-4887-AF51-A9540A5B8C57}"/>
              </a:ext>
            </a:extLst>
          </p:cNvPr>
          <p:cNvSpPr/>
          <p:nvPr/>
        </p:nvSpPr>
        <p:spPr>
          <a:xfrm>
            <a:off x="8259414" y="3452569"/>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2" name="Rounded Rectangle 139">
            <a:extLst>
              <a:ext uri="{FF2B5EF4-FFF2-40B4-BE49-F238E27FC236}">
                <a16:creationId xmlns:a16="http://schemas.microsoft.com/office/drawing/2014/main" id="{76E210B4-B5EC-3EC3-F63A-3D2A13F43223}"/>
              </a:ext>
            </a:extLst>
          </p:cNvPr>
          <p:cNvSpPr/>
          <p:nvPr/>
        </p:nvSpPr>
        <p:spPr>
          <a:xfrm>
            <a:off x="8268510" y="5164924"/>
            <a:ext cx="55335" cy="912710"/>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7" name="TextBox 186">
            <a:extLst>
              <a:ext uri="{FF2B5EF4-FFF2-40B4-BE49-F238E27FC236}">
                <a16:creationId xmlns:a16="http://schemas.microsoft.com/office/drawing/2014/main" id="{73249BB4-BE74-4D70-FFD2-D75E636270A5}"/>
              </a:ext>
            </a:extLst>
          </p:cNvPr>
          <p:cNvSpPr txBox="1"/>
          <p:nvPr/>
        </p:nvSpPr>
        <p:spPr>
          <a:xfrm>
            <a:off x="5388408" y="4874753"/>
            <a:ext cx="1149674"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No. of e-Bikes</a:t>
            </a:r>
            <a:endParaRPr lang="en-AU" sz="1200" dirty="0">
              <a:solidFill>
                <a:srgbClr val="3C4B34"/>
              </a:solidFill>
              <a:latin typeface="Lato" panose="020F0502020204030203" pitchFamily="34" charset="0"/>
            </a:endParaRPr>
          </a:p>
        </p:txBody>
      </p:sp>
      <p:sp>
        <p:nvSpPr>
          <p:cNvPr id="188" name="Rounded Rectangle 114">
            <a:extLst>
              <a:ext uri="{FF2B5EF4-FFF2-40B4-BE49-F238E27FC236}">
                <a16:creationId xmlns:a16="http://schemas.microsoft.com/office/drawing/2014/main" id="{B6407F31-514A-1041-2D5C-21C62C94E8AC}"/>
              </a:ext>
            </a:extLst>
          </p:cNvPr>
          <p:cNvSpPr/>
          <p:nvPr/>
        </p:nvSpPr>
        <p:spPr>
          <a:xfrm>
            <a:off x="5483684" y="514242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6</a:t>
            </a:r>
          </a:p>
        </p:txBody>
      </p:sp>
      <p:sp>
        <p:nvSpPr>
          <p:cNvPr id="189" name="Rounded Rectangle 133">
            <a:extLst>
              <a:ext uri="{FF2B5EF4-FFF2-40B4-BE49-F238E27FC236}">
                <a16:creationId xmlns:a16="http://schemas.microsoft.com/office/drawing/2014/main" id="{C9C2B8E4-062A-89DF-65C8-ED559C31BA05}"/>
              </a:ext>
            </a:extLst>
          </p:cNvPr>
          <p:cNvSpPr/>
          <p:nvPr/>
        </p:nvSpPr>
        <p:spPr>
          <a:xfrm>
            <a:off x="5490235" y="5690414"/>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Save &amp; Roll out</a:t>
            </a:r>
            <a:endParaRPr lang="en-AU" sz="1300" b="1" dirty="0">
              <a:solidFill>
                <a:schemeClr val="bg1"/>
              </a:solidFill>
              <a:latin typeface="Comfortaa" pitchFamily="2" charset="0"/>
            </a:endParaRPr>
          </a:p>
        </p:txBody>
      </p:sp>
      <p:sp>
        <p:nvSpPr>
          <p:cNvPr id="191" name="TextBox 190">
            <a:extLst>
              <a:ext uri="{FF2B5EF4-FFF2-40B4-BE49-F238E27FC236}">
                <a16:creationId xmlns:a16="http://schemas.microsoft.com/office/drawing/2014/main" id="{09D97392-E223-460B-9721-BF5D7CC11201}"/>
              </a:ext>
            </a:extLst>
          </p:cNvPr>
          <p:cNvSpPr txBox="1"/>
          <p:nvPr/>
        </p:nvSpPr>
        <p:spPr>
          <a:xfrm>
            <a:off x="5386358" y="2094132"/>
            <a:ext cx="96212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192" name="Rounded Rectangle 108">
            <a:extLst>
              <a:ext uri="{FF2B5EF4-FFF2-40B4-BE49-F238E27FC236}">
                <a16:creationId xmlns:a16="http://schemas.microsoft.com/office/drawing/2014/main" id="{568B3F1C-B68E-8DD1-6FDE-27C88C47C561}"/>
              </a:ext>
            </a:extLst>
          </p:cNvPr>
          <p:cNvSpPr/>
          <p:nvPr/>
        </p:nvSpPr>
        <p:spPr>
          <a:xfrm>
            <a:off x="5481634" y="237113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Fat Boy - Vagus</a:t>
            </a:r>
            <a:endParaRPr lang="en-AU" sz="1200" dirty="0">
              <a:solidFill>
                <a:srgbClr val="3C4B34"/>
              </a:solidFill>
              <a:latin typeface="Lato" panose="020F0502020204030203" pitchFamily="34" charset="0"/>
            </a:endParaRPr>
          </a:p>
        </p:txBody>
      </p:sp>
    </p:spTree>
    <p:extLst>
      <p:ext uri="{BB962C8B-B14F-4D97-AF65-F5344CB8AC3E}">
        <p14:creationId xmlns:p14="http://schemas.microsoft.com/office/powerpoint/2010/main" val="31870051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3FFE7A7-121B-515F-3439-683A115100FC}"/>
              </a:ext>
            </a:extLst>
          </p:cNvPr>
          <p:cNvSpPr txBox="1"/>
          <p:nvPr/>
        </p:nvSpPr>
        <p:spPr>
          <a:xfrm rot="16200000">
            <a:off x="-2712435" y="2705724"/>
            <a:ext cx="6858000" cy="1446550"/>
          </a:xfrm>
          <a:prstGeom prst="rect">
            <a:avLst/>
          </a:prstGeom>
          <a:noFill/>
        </p:spPr>
        <p:txBody>
          <a:bodyPr wrap="square" rtlCol="0">
            <a:spAutoFit/>
          </a:bodyPr>
          <a:lstStyle/>
          <a:p>
            <a:r>
              <a:rPr lang="en-US" sz="4400" b="1" dirty="0"/>
              <a:t>Business Analytics Dashboard</a:t>
            </a:r>
            <a:endParaRPr lang="en-AU" sz="4400" b="1" dirty="0"/>
          </a:p>
        </p:txBody>
      </p:sp>
      <p:grpSp>
        <p:nvGrpSpPr>
          <p:cNvPr id="33" name="Group 32">
            <a:extLst>
              <a:ext uri="{FF2B5EF4-FFF2-40B4-BE49-F238E27FC236}">
                <a16:creationId xmlns:a16="http://schemas.microsoft.com/office/drawing/2014/main" id="{88DB75CD-7C6B-A0F1-800C-2BD4CD9C6591}"/>
              </a:ext>
            </a:extLst>
          </p:cNvPr>
          <p:cNvGrpSpPr/>
          <p:nvPr/>
        </p:nvGrpSpPr>
        <p:grpSpPr>
          <a:xfrm>
            <a:off x="8770190" y="81439"/>
            <a:ext cx="3366722" cy="6858000"/>
            <a:chOff x="5731715" y="81439"/>
            <a:chExt cx="3366722" cy="6858000"/>
          </a:xfrm>
        </p:grpSpPr>
        <p:grpSp>
          <p:nvGrpSpPr>
            <p:cNvPr id="22" name="Group 21">
              <a:extLst>
                <a:ext uri="{FF2B5EF4-FFF2-40B4-BE49-F238E27FC236}">
                  <a16:creationId xmlns:a16="http://schemas.microsoft.com/office/drawing/2014/main" id="{DF2A2BB3-1683-B891-D48C-2DE1E2ED30E3}"/>
                </a:ext>
              </a:extLst>
            </p:cNvPr>
            <p:cNvGrpSpPr/>
            <p:nvPr/>
          </p:nvGrpSpPr>
          <p:grpSpPr>
            <a:xfrm>
              <a:off x="5731715" y="81439"/>
              <a:ext cx="3366722" cy="6858000"/>
              <a:chOff x="8666331" y="315797"/>
              <a:chExt cx="3366722" cy="6858000"/>
            </a:xfrm>
          </p:grpSpPr>
          <p:pic>
            <p:nvPicPr>
              <p:cNvPr id="23" name="Picture 22">
                <a:extLst>
                  <a:ext uri="{FF2B5EF4-FFF2-40B4-BE49-F238E27FC236}">
                    <a16:creationId xmlns:a16="http://schemas.microsoft.com/office/drawing/2014/main" id="{42D2D1C5-739F-4A8B-660A-22BF5D8EB659}"/>
                  </a:ext>
                </a:extLst>
              </p:cNvPr>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 name="Picture 23">
                <a:extLst>
                  <a:ext uri="{FF2B5EF4-FFF2-40B4-BE49-F238E27FC236}">
                    <a16:creationId xmlns:a16="http://schemas.microsoft.com/office/drawing/2014/main" id="{DD2E674A-F5AA-6D3E-CBC6-FBB42A907B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5" name="Rectangle 24">
                <a:extLst>
                  <a:ext uri="{FF2B5EF4-FFF2-40B4-BE49-F238E27FC236}">
                    <a16:creationId xmlns:a16="http://schemas.microsoft.com/office/drawing/2014/main" id="{EA7DF63A-A032-BA3A-CF56-78221DDFFE2D}"/>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30" name="Group 29">
              <a:extLst>
                <a:ext uri="{FF2B5EF4-FFF2-40B4-BE49-F238E27FC236}">
                  <a16:creationId xmlns:a16="http://schemas.microsoft.com/office/drawing/2014/main" id="{1CBAD457-4585-1216-515E-77DFC97E5BB7}"/>
                </a:ext>
              </a:extLst>
            </p:cNvPr>
            <p:cNvGrpSpPr/>
            <p:nvPr/>
          </p:nvGrpSpPr>
          <p:grpSpPr>
            <a:xfrm>
              <a:off x="6068618" y="632466"/>
              <a:ext cx="2725652" cy="5976769"/>
              <a:chOff x="9129902" y="1070351"/>
              <a:chExt cx="2677886" cy="5707990"/>
            </a:xfrm>
            <a:solidFill>
              <a:srgbClr val="FFFFFF"/>
            </a:solidFill>
          </p:grpSpPr>
          <p:cxnSp>
            <p:nvCxnSpPr>
              <p:cNvPr id="18" name="Straight Arrow Connector 17">
                <a:extLst>
                  <a:ext uri="{FF2B5EF4-FFF2-40B4-BE49-F238E27FC236}">
                    <a16:creationId xmlns:a16="http://schemas.microsoft.com/office/drawing/2014/main" id="{C4183789-4F27-2E87-1546-CF3494020DEC}"/>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Rounded Rectangle 55">
                <a:extLst>
                  <a:ext uri="{FF2B5EF4-FFF2-40B4-BE49-F238E27FC236}">
                    <a16:creationId xmlns:a16="http://schemas.microsoft.com/office/drawing/2014/main" id="{BECB81C7-7B15-A8FE-1694-73AA6AB4AF7C}"/>
                  </a:ext>
                </a:extLst>
              </p:cNvPr>
              <p:cNvSpPr/>
              <p:nvPr/>
            </p:nvSpPr>
            <p:spPr>
              <a:xfrm>
                <a:off x="11286216" y="1183089"/>
                <a:ext cx="423420" cy="203005"/>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01CED1"/>
                    </a:solidFill>
                  </a:rPr>
                  <a:t>✕</a:t>
                </a:r>
              </a:p>
            </p:txBody>
          </p:sp>
          <p:sp>
            <p:nvSpPr>
              <p:cNvPr id="12" name="Rectangle 11">
                <a:extLst>
                  <a:ext uri="{FF2B5EF4-FFF2-40B4-BE49-F238E27FC236}">
                    <a16:creationId xmlns:a16="http://schemas.microsoft.com/office/drawing/2014/main" id="{DB2878D7-5BB1-98CE-F630-6D3769FDF2E4}"/>
                  </a:ext>
                </a:extLst>
              </p:cNvPr>
              <p:cNvSpPr/>
              <p:nvPr/>
            </p:nvSpPr>
            <p:spPr>
              <a:xfrm>
                <a:off x="9129902" y="1070351"/>
                <a:ext cx="2677886" cy="57079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3" name="TextBox 12">
                <a:extLst>
                  <a:ext uri="{FF2B5EF4-FFF2-40B4-BE49-F238E27FC236}">
                    <a16:creationId xmlns:a16="http://schemas.microsoft.com/office/drawing/2014/main" id="{9B042BC7-D6D2-95EF-0913-EEF4F29EA2EC}"/>
                  </a:ext>
                </a:extLst>
              </p:cNvPr>
              <p:cNvSpPr txBox="1"/>
              <p:nvPr/>
            </p:nvSpPr>
            <p:spPr>
              <a:xfrm>
                <a:off x="9204547" y="2324984"/>
                <a:ext cx="2505089" cy="2130421"/>
              </a:xfrm>
              <a:prstGeom prst="rect">
                <a:avLst/>
              </a:prstGeom>
              <a:grpFill/>
              <a:ln>
                <a:solidFill>
                  <a:schemeClr val="bg1"/>
                </a:solidFill>
              </a:ln>
            </p:spPr>
            <p:txBody>
              <a:bodyPr wrap="square" rtlCol="0">
                <a:spAutoFit/>
              </a:bodyPr>
              <a:lstStyle/>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Home</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Logout</a:t>
                </a:r>
                <a:endParaRPr lang="en-IN" dirty="0">
                  <a:latin typeface="Lato" panose="020F0502020204030203" pitchFamily="34" charset="0"/>
                  <a:ea typeface="Lato" panose="020F0502020204030203" pitchFamily="34" charset="0"/>
                  <a:cs typeface="Lato" panose="020F0502020204030203" pitchFamily="34" charset="0"/>
                </a:endParaRPr>
              </a:p>
            </p:txBody>
          </p:sp>
          <p:cxnSp>
            <p:nvCxnSpPr>
              <p:cNvPr id="14" name="Straight Connector 13">
                <a:extLst>
                  <a:ext uri="{FF2B5EF4-FFF2-40B4-BE49-F238E27FC236}">
                    <a16:creationId xmlns:a16="http://schemas.microsoft.com/office/drawing/2014/main" id="{C6F786A0-221E-2E19-DC3E-FC758D1BE3A9}"/>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F036E60-2A43-52D5-0BFC-A3391BEC9AAD}"/>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AA737F7-0382-673C-2038-95B2F7D8B62A}"/>
                  </a:ext>
                </a:extLst>
              </p:cNvPr>
              <p:cNvCxnSpPr/>
              <p:nvPr/>
            </p:nvCxnSpPr>
            <p:spPr>
              <a:xfrm>
                <a:off x="9288523" y="4006677"/>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32" name="Rounded Rectangle 55">
              <a:extLst>
                <a:ext uri="{FF2B5EF4-FFF2-40B4-BE49-F238E27FC236}">
                  <a16:creationId xmlns:a16="http://schemas.microsoft.com/office/drawing/2014/main" id="{CC5FFD71-9706-158C-AD43-981B2EB48560}"/>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grpSp>
        <p:nvGrpSpPr>
          <p:cNvPr id="11" name="Group 10">
            <a:extLst>
              <a:ext uri="{FF2B5EF4-FFF2-40B4-BE49-F238E27FC236}">
                <a16:creationId xmlns:a16="http://schemas.microsoft.com/office/drawing/2014/main" id="{F32EB62A-8104-D5B2-64C3-28E09C46558D}"/>
              </a:ext>
            </a:extLst>
          </p:cNvPr>
          <p:cNvGrpSpPr/>
          <p:nvPr/>
        </p:nvGrpSpPr>
        <p:grpSpPr>
          <a:xfrm>
            <a:off x="1586445" y="113537"/>
            <a:ext cx="3366722" cy="6858000"/>
            <a:chOff x="1881720" y="113537"/>
            <a:chExt cx="3366722" cy="6858000"/>
          </a:xfrm>
        </p:grpSpPr>
        <p:sp>
          <p:nvSpPr>
            <p:cNvPr id="17" name="Rectangle 16">
              <a:extLst>
                <a:ext uri="{FF2B5EF4-FFF2-40B4-BE49-F238E27FC236}">
                  <a16:creationId xmlns:a16="http://schemas.microsoft.com/office/drawing/2014/main" id="{F2E40FC0-39E0-AB09-3CD0-45F6FA23EA1A}"/>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0" name="Group 19">
              <a:extLst>
                <a:ext uri="{FF2B5EF4-FFF2-40B4-BE49-F238E27FC236}">
                  <a16:creationId xmlns:a16="http://schemas.microsoft.com/office/drawing/2014/main" id="{6E4C93D9-791E-C4D9-E9B4-B39A23E6FCBD}"/>
                </a:ext>
              </a:extLst>
            </p:cNvPr>
            <p:cNvGrpSpPr/>
            <p:nvPr/>
          </p:nvGrpSpPr>
          <p:grpSpPr>
            <a:xfrm>
              <a:off x="1881720" y="113537"/>
              <a:ext cx="3366722" cy="6858000"/>
              <a:chOff x="4676834" y="0"/>
              <a:chExt cx="3366722" cy="6858000"/>
            </a:xfrm>
          </p:grpSpPr>
          <p:grpSp>
            <p:nvGrpSpPr>
              <p:cNvPr id="49" name="Group 48">
                <a:extLst>
                  <a:ext uri="{FF2B5EF4-FFF2-40B4-BE49-F238E27FC236}">
                    <a16:creationId xmlns:a16="http://schemas.microsoft.com/office/drawing/2014/main" id="{7DCA5CC8-E195-0E9F-64C5-12365A8F342B}"/>
                  </a:ext>
                </a:extLst>
              </p:cNvPr>
              <p:cNvGrpSpPr/>
              <p:nvPr/>
            </p:nvGrpSpPr>
            <p:grpSpPr>
              <a:xfrm>
                <a:off x="4840421" y="235840"/>
                <a:ext cx="3029027" cy="958178"/>
                <a:chOff x="8366016" y="1852719"/>
                <a:chExt cx="2992003" cy="958178"/>
              </a:xfrm>
            </p:grpSpPr>
            <p:sp>
              <p:nvSpPr>
                <p:cNvPr id="54" name="Freeform 92">
                  <a:extLst>
                    <a:ext uri="{FF2B5EF4-FFF2-40B4-BE49-F238E27FC236}">
                      <a16:creationId xmlns:a16="http://schemas.microsoft.com/office/drawing/2014/main" id="{3E37E40A-6D97-C5B1-1FE1-8FD72E31F0D9}"/>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5" name="Group 54">
                  <a:extLst>
                    <a:ext uri="{FF2B5EF4-FFF2-40B4-BE49-F238E27FC236}">
                      <a16:creationId xmlns:a16="http://schemas.microsoft.com/office/drawing/2014/main" id="{6A9C78E0-A392-CCE3-92E0-14379A3D201E}"/>
                    </a:ext>
                  </a:extLst>
                </p:cNvPr>
                <p:cNvGrpSpPr/>
                <p:nvPr/>
              </p:nvGrpSpPr>
              <p:grpSpPr>
                <a:xfrm>
                  <a:off x="8366016" y="1868661"/>
                  <a:ext cx="2052847" cy="942236"/>
                  <a:chOff x="8366016" y="1851793"/>
                  <a:chExt cx="2052847" cy="942236"/>
                </a:xfrm>
              </p:grpSpPr>
              <p:pic>
                <p:nvPicPr>
                  <p:cNvPr id="56" name="Picture 55">
                    <a:extLst>
                      <a:ext uri="{FF2B5EF4-FFF2-40B4-BE49-F238E27FC236}">
                        <a16:creationId xmlns:a16="http://schemas.microsoft.com/office/drawing/2014/main" id="{A95E4EBF-E939-9CED-EDE8-EBDFEB64CB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57" name="TextBox 56">
                    <a:extLst>
                      <a:ext uri="{FF2B5EF4-FFF2-40B4-BE49-F238E27FC236}">
                        <a16:creationId xmlns:a16="http://schemas.microsoft.com/office/drawing/2014/main" id="{958D8B89-618F-ABB2-3CE2-39DF07E7B51B}"/>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0" name="Group 49">
                <a:extLst>
                  <a:ext uri="{FF2B5EF4-FFF2-40B4-BE49-F238E27FC236}">
                    <a16:creationId xmlns:a16="http://schemas.microsoft.com/office/drawing/2014/main" id="{E5326415-09FE-EB08-BA1F-068622D9399B}"/>
                  </a:ext>
                </a:extLst>
              </p:cNvPr>
              <p:cNvGrpSpPr/>
              <p:nvPr/>
            </p:nvGrpSpPr>
            <p:grpSpPr>
              <a:xfrm>
                <a:off x="4676834" y="0"/>
                <a:ext cx="3366722" cy="6858000"/>
                <a:chOff x="8666331" y="315797"/>
                <a:chExt cx="3366722" cy="6858000"/>
              </a:xfrm>
            </p:grpSpPr>
            <p:pic>
              <p:nvPicPr>
                <p:cNvPr id="51" name="Picture 50">
                  <a:extLst>
                    <a:ext uri="{FF2B5EF4-FFF2-40B4-BE49-F238E27FC236}">
                      <a16:creationId xmlns:a16="http://schemas.microsoft.com/office/drawing/2014/main" id="{5CAC2004-CBE5-C98F-9B58-17C3FF7DF26A}"/>
                    </a:ext>
                  </a:extLst>
                </p:cNvPr>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2" name="Picture 51">
                  <a:extLst>
                    <a:ext uri="{FF2B5EF4-FFF2-40B4-BE49-F238E27FC236}">
                      <a16:creationId xmlns:a16="http://schemas.microsoft.com/office/drawing/2014/main" id="{6F0A91AB-B9D0-2B02-77A4-ACB89321F6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3" name="Rectangle 52">
                  <a:extLst>
                    <a:ext uri="{FF2B5EF4-FFF2-40B4-BE49-F238E27FC236}">
                      <a16:creationId xmlns:a16="http://schemas.microsoft.com/office/drawing/2014/main" id="{704089B9-A037-C968-30C0-1A754EBFFB74}"/>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21" name="TextBox 20">
              <a:extLst>
                <a:ext uri="{FF2B5EF4-FFF2-40B4-BE49-F238E27FC236}">
                  <a16:creationId xmlns:a16="http://schemas.microsoft.com/office/drawing/2014/main" id="{C1BC8E45-DB88-E6C6-DE95-D413C7047EF4}"/>
                </a:ext>
              </a:extLst>
            </p:cNvPr>
            <p:cNvSpPr txBox="1"/>
            <p:nvPr/>
          </p:nvSpPr>
          <p:spPr>
            <a:xfrm>
              <a:off x="2103364" y="1368037"/>
              <a:ext cx="1864613" cy="307777"/>
            </a:xfrm>
            <a:prstGeom prst="rect">
              <a:avLst/>
            </a:prstGeom>
            <a:noFill/>
          </p:spPr>
          <p:txBody>
            <a:bodyPr wrap="none" rtlCol="0">
              <a:spAutoFit/>
            </a:bodyPr>
            <a:lstStyle/>
            <a:p>
              <a:r>
                <a:rPr lang="en-US" sz="1400" dirty="0">
                  <a:solidFill>
                    <a:srgbClr val="AD56E1"/>
                  </a:solidFill>
                  <a:latin typeface="Lato" panose="020F0502020204030203" pitchFamily="34" charset="0"/>
                  <a:ea typeface="Lato" panose="020F0502020204030203" pitchFamily="34" charset="0"/>
                  <a:cs typeface="Lato" panose="020F0502020204030203" pitchFamily="34" charset="0"/>
                </a:rPr>
                <a:t>MyCycles Dashboard</a:t>
              </a:r>
              <a:endParaRPr lang="en-AU" sz="1400"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grpSp>
          <p:nvGrpSpPr>
            <p:cNvPr id="26" name="Group 25">
              <a:extLst>
                <a:ext uri="{FF2B5EF4-FFF2-40B4-BE49-F238E27FC236}">
                  <a16:creationId xmlns:a16="http://schemas.microsoft.com/office/drawing/2014/main" id="{047AA68E-3636-DBB6-0FB0-45E46D612BC6}"/>
                </a:ext>
              </a:extLst>
            </p:cNvPr>
            <p:cNvGrpSpPr/>
            <p:nvPr/>
          </p:nvGrpSpPr>
          <p:grpSpPr>
            <a:xfrm>
              <a:off x="2285079" y="6160736"/>
              <a:ext cx="2559317" cy="376814"/>
              <a:chOff x="1620486" y="6094970"/>
              <a:chExt cx="2559317" cy="376814"/>
            </a:xfrm>
          </p:grpSpPr>
          <p:pic>
            <p:nvPicPr>
              <p:cNvPr id="44" name="Picture 43">
                <a:extLst>
                  <a:ext uri="{FF2B5EF4-FFF2-40B4-BE49-F238E27FC236}">
                    <a16:creationId xmlns:a16="http://schemas.microsoft.com/office/drawing/2014/main" id="{3A2B2F5F-0CF3-9995-7F51-69F5CB48A930}"/>
                  </a:ext>
                </a:extLst>
              </p:cNvPr>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45" name="Picture 44">
                <a:extLst>
                  <a:ext uri="{FF2B5EF4-FFF2-40B4-BE49-F238E27FC236}">
                    <a16:creationId xmlns:a16="http://schemas.microsoft.com/office/drawing/2014/main" id="{A53C1B6A-33E1-6F9F-C571-EFDD8BCD4F35}"/>
                  </a:ext>
                </a:extLst>
              </p:cNvPr>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46" name="Group 45">
                <a:extLst>
                  <a:ext uri="{FF2B5EF4-FFF2-40B4-BE49-F238E27FC236}">
                    <a16:creationId xmlns:a16="http://schemas.microsoft.com/office/drawing/2014/main" id="{7B24EAFF-8FF5-A1EA-FDA0-9254AF88AA9C}"/>
                  </a:ext>
                </a:extLst>
              </p:cNvPr>
              <p:cNvGrpSpPr/>
              <p:nvPr/>
            </p:nvGrpSpPr>
            <p:grpSpPr>
              <a:xfrm>
                <a:off x="2061631" y="6094970"/>
                <a:ext cx="1694123" cy="376814"/>
                <a:chOff x="5033065" y="5683638"/>
                <a:chExt cx="1694123" cy="376814"/>
              </a:xfrm>
            </p:grpSpPr>
            <p:pic>
              <p:nvPicPr>
                <p:cNvPr id="47" name="Picture 46">
                  <a:extLst>
                    <a:ext uri="{FF2B5EF4-FFF2-40B4-BE49-F238E27FC236}">
                      <a16:creationId xmlns:a16="http://schemas.microsoft.com/office/drawing/2014/main" id="{437B1098-EABB-BBE0-5154-295F7DC95E14}"/>
                    </a:ext>
                  </a:extLst>
                </p:cNvPr>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48" name="Rectangle 47">
                  <a:extLst>
                    <a:ext uri="{FF2B5EF4-FFF2-40B4-BE49-F238E27FC236}">
                      <a16:creationId xmlns:a16="http://schemas.microsoft.com/office/drawing/2014/main" id="{CE587CC8-5B88-523B-4676-62099CE32EBE}"/>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7" name="TextBox 26">
              <a:extLst>
                <a:ext uri="{FF2B5EF4-FFF2-40B4-BE49-F238E27FC236}">
                  <a16:creationId xmlns:a16="http://schemas.microsoft.com/office/drawing/2014/main" id="{B114E4AE-FD3C-DB42-5F49-FD900060731B}"/>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ounded Rectangle 104">
              <a:extLst>
                <a:ext uri="{FF2B5EF4-FFF2-40B4-BE49-F238E27FC236}">
                  <a16:creationId xmlns:a16="http://schemas.microsoft.com/office/drawing/2014/main" id="{498EFC35-C1B5-81DD-8FD5-DD5E2AB68633}"/>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2" name="Rounded Rectangle 138">
              <a:extLst>
                <a:ext uri="{FF2B5EF4-FFF2-40B4-BE49-F238E27FC236}">
                  <a16:creationId xmlns:a16="http://schemas.microsoft.com/office/drawing/2014/main" id="{C6377C18-4010-603D-FCEF-8CCDBD4B1D52}"/>
                </a:ext>
              </a:extLst>
            </p:cNvPr>
            <p:cNvSpPr/>
            <p:nvPr/>
          </p:nvSpPr>
          <p:spPr>
            <a:xfrm>
              <a:off x="4955933" y="3452569"/>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3" name="Rounded Rectangle 139">
              <a:extLst>
                <a:ext uri="{FF2B5EF4-FFF2-40B4-BE49-F238E27FC236}">
                  <a16:creationId xmlns:a16="http://schemas.microsoft.com/office/drawing/2014/main" id="{29B82AAD-E70A-46A2-1F3F-96E6C402B341}"/>
                </a:ext>
              </a:extLst>
            </p:cNvPr>
            <p:cNvSpPr/>
            <p:nvPr/>
          </p:nvSpPr>
          <p:spPr>
            <a:xfrm>
              <a:off x="4965029" y="3448086"/>
              <a:ext cx="55335" cy="912710"/>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19116454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24A83-7673-7074-A825-5CD364B45B8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A3EA0A-4BDA-DD48-43AE-E23FFD8F68B3}"/>
              </a:ext>
            </a:extLst>
          </p:cNvPr>
          <p:cNvSpPr txBox="1"/>
          <p:nvPr/>
        </p:nvSpPr>
        <p:spPr>
          <a:xfrm rot="16200000">
            <a:off x="-2712435" y="3044278"/>
            <a:ext cx="6858000" cy="769441"/>
          </a:xfrm>
          <a:prstGeom prst="rect">
            <a:avLst/>
          </a:prstGeom>
          <a:noFill/>
        </p:spPr>
        <p:txBody>
          <a:bodyPr wrap="square" rtlCol="0">
            <a:spAutoFit/>
          </a:bodyPr>
          <a:lstStyle/>
          <a:p>
            <a:r>
              <a:rPr lang="en-US" sz="4400" b="1" dirty="0"/>
              <a:t>Business Logout</a:t>
            </a:r>
            <a:endParaRPr lang="en-AU" sz="4400" b="1" dirty="0"/>
          </a:p>
        </p:txBody>
      </p:sp>
      <p:grpSp>
        <p:nvGrpSpPr>
          <p:cNvPr id="33" name="Group 32">
            <a:extLst>
              <a:ext uri="{FF2B5EF4-FFF2-40B4-BE49-F238E27FC236}">
                <a16:creationId xmlns:a16="http://schemas.microsoft.com/office/drawing/2014/main" id="{0D03CA89-72C9-1FE7-612E-ABCDB4C5E56E}"/>
              </a:ext>
            </a:extLst>
          </p:cNvPr>
          <p:cNvGrpSpPr/>
          <p:nvPr/>
        </p:nvGrpSpPr>
        <p:grpSpPr>
          <a:xfrm>
            <a:off x="8770190" y="81439"/>
            <a:ext cx="3366722" cy="6858000"/>
            <a:chOff x="5731715" y="81439"/>
            <a:chExt cx="3366722" cy="6858000"/>
          </a:xfrm>
        </p:grpSpPr>
        <p:grpSp>
          <p:nvGrpSpPr>
            <p:cNvPr id="22" name="Group 21">
              <a:extLst>
                <a:ext uri="{FF2B5EF4-FFF2-40B4-BE49-F238E27FC236}">
                  <a16:creationId xmlns:a16="http://schemas.microsoft.com/office/drawing/2014/main" id="{1035E620-D4BF-37D6-C9A7-3C9E55252ACA}"/>
                </a:ext>
              </a:extLst>
            </p:cNvPr>
            <p:cNvGrpSpPr/>
            <p:nvPr/>
          </p:nvGrpSpPr>
          <p:grpSpPr>
            <a:xfrm>
              <a:off x="5731715" y="81439"/>
              <a:ext cx="3366722" cy="6858000"/>
              <a:chOff x="8666331" y="315797"/>
              <a:chExt cx="3366722" cy="6858000"/>
            </a:xfrm>
          </p:grpSpPr>
          <p:pic>
            <p:nvPicPr>
              <p:cNvPr id="23" name="Picture 22">
                <a:extLst>
                  <a:ext uri="{FF2B5EF4-FFF2-40B4-BE49-F238E27FC236}">
                    <a16:creationId xmlns:a16="http://schemas.microsoft.com/office/drawing/2014/main" id="{6AE405EC-27CA-D4C9-7637-8B74E4FD4A5B}"/>
                  </a:ext>
                </a:extLst>
              </p:cNvPr>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 name="Picture 23">
                <a:extLst>
                  <a:ext uri="{FF2B5EF4-FFF2-40B4-BE49-F238E27FC236}">
                    <a16:creationId xmlns:a16="http://schemas.microsoft.com/office/drawing/2014/main" id="{B5125BE9-8EEA-B5FE-4C0C-D5132E58F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5" name="Rectangle 24">
                <a:extLst>
                  <a:ext uri="{FF2B5EF4-FFF2-40B4-BE49-F238E27FC236}">
                    <a16:creationId xmlns:a16="http://schemas.microsoft.com/office/drawing/2014/main" id="{B1AF2D20-7357-B074-CAD7-5E86AE0616AE}"/>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30" name="Group 29">
              <a:extLst>
                <a:ext uri="{FF2B5EF4-FFF2-40B4-BE49-F238E27FC236}">
                  <a16:creationId xmlns:a16="http://schemas.microsoft.com/office/drawing/2014/main" id="{8A0A1117-9A68-5888-CB59-EA65F980B24C}"/>
                </a:ext>
              </a:extLst>
            </p:cNvPr>
            <p:cNvGrpSpPr/>
            <p:nvPr/>
          </p:nvGrpSpPr>
          <p:grpSpPr>
            <a:xfrm>
              <a:off x="6068618" y="632466"/>
              <a:ext cx="2725652" cy="5976769"/>
              <a:chOff x="9129902" y="1070351"/>
              <a:chExt cx="2677886" cy="5707990"/>
            </a:xfrm>
            <a:solidFill>
              <a:srgbClr val="FFFFFF"/>
            </a:solidFill>
          </p:grpSpPr>
          <p:cxnSp>
            <p:nvCxnSpPr>
              <p:cNvPr id="18" name="Straight Arrow Connector 17">
                <a:extLst>
                  <a:ext uri="{FF2B5EF4-FFF2-40B4-BE49-F238E27FC236}">
                    <a16:creationId xmlns:a16="http://schemas.microsoft.com/office/drawing/2014/main" id="{C7E546A4-9492-18EF-3333-C769E0292665}"/>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Rounded Rectangle 55">
                <a:extLst>
                  <a:ext uri="{FF2B5EF4-FFF2-40B4-BE49-F238E27FC236}">
                    <a16:creationId xmlns:a16="http://schemas.microsoft.com/office/drawing/2014/main" id="{FDC42AF8-1F66-E91F-8DB1-22BE8B74AC8E}"/>
                  </a:ext>
                </a:extLst>
              </p:cNvPr>
              <p:cNvSpPr/>
              <p:nvPr/>
            </p:nvSpPr>
            <p:spPr>
              <a:xfrm>
                <a:off x="11286216" y="1183089"/>
                <a:ext cx="423420" cy="203005"/>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01CED1"/>
                    </a:solidFill>
                  </a:rPr>
                  <a:t>✕</a:t>
                </a:r>
              </a:p>
            </p:txBody>
          </p:sp>
          <p:sp>
            <p:nvSpPr>
              <p:cNvPr id="12" name="Rectangle 11">
                <a:extLst>
                  <a:ext uri="{FF2B5EF4-FFF2-40B4-BE49-F238E27FC236}">
                    <a16:creationId xmlns:a16="http://schemas.microsoft.com/office/drawing/2014/main" id="{DA761FB6-7A1F-CA55-63D1-53A4589BDF6D}"/>
                  </a:ext>
                </a:extLst>
              </p:cNvPr>
              <p:cNvSpPr/>
              <p:nvPr/>
            </p:nvSpPr>
            <p:spPr>
              <a:xfrm>
                <a:off x="9129902" y="1070351"/>
                <a:ext cx="2677886" cy="57079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3" name="TextBox 12">
                <a:extLst>
                  <a:ext uri="{FF2B5EF4-FFF2-40B4-BE49-F238E27FC236}">
                    <a16:creationId xmlns:a16="http://schemas.microsoft.com/office/drawing/2014/main" id="{031C365C-691B-0026-6088-8747B84C8B38}"/>
                  </a:ext>
                </a:extLst>
              </p:cNvPr>
              <p:cNvSpPr txBox="1"/>
              <p:nvPr/>
            </p:nvSpPr>
            <p:spPr>
              <a:xfrm>
                <a:off x="9204547" y="2324984"/>
                <a:ext cx="2505089" cy="2130421"/>
              </a:xfrm>
              <a:prstGeom prst="rect">
                <a:avLst/>
              </a:prstGeom>
              <a:grpFill/>
              <a:ln>
                <a:solidFill>
                  <a:schemeClr val="bg1"/>
                </a:solidFill>
              </a:ln>
            </p:spPr>
            <p:txBody>
              <a:bodyPr wrap="square" rtlCol="0">
                <a:spAutoFit/>
              </a:bodyPr>
              <a:lstStyle/>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Home</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Logout</a:t>
                </a:r>
                <a:endParaRPr lang="en-IN"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cxnSp>
            <p:nvCxnSpPr>
              <p:cNvPr id="14" name="Straight Connector 13">
                <a:extLst>
                  <a:ext uri="{FF2B5EF4-FFF2-40B4-BE49-F238E27FC236}">
                    <a16:creationId xmlns:a16="http://schemas.microsoft.com/office/drawing/2014/main" id="{DB807DFF-3604-7BD5-A5F3-6C6280084C26}"/>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FF0ADF2-B254-4650-7D3A-8ADEF37692D0}"/>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3D1C8F0-F53F-3902-799A-3EF21FC2F2D2}"/>
                  </a:ext>
                </a:extLst>
              </p:cNvPr>
              <p:cNvCxnSpPr/>
              <p:nvPr/>
            </p:nvCxnSpPr>
            <p:spPr>
              <a:xfrm>
                <a:off x="9288523" y="4006677"/>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32" name="Rounded Rectangle 55">
              <a:extLst>
                <a:ext uri="{FF2B5EF4-FFF2-40B4-BE49-F238E27FC236}">
                  <a16:creationId xmlns:a16="http://schemas.microsoft.com/office/drawing/2014/main" id="{D93FE63F-BAE1-5A47-B06D-E6E73D1BF4AB}"/>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grpSp>
        <p:nvGrpSpPr>
          <p:cNvPr id="11" name="Group 10">
            <a:extLst>
              <a:ext uri="{FF2B5EF4-FFF2-40B4-BE49-F238E27FC236}">
                <a16:creationId xmlns:a16="http://schemas.microsoft.com/office/drawing/2014/main" id="{D1D84579-ED01-4846-8F45-436145B9EFAA}"/>
              </a:ext>
            </a:extLst>
          </p:cNvPr>
          <p:cNvGrpSpPr/>
          <p:nvPr/>
        </p:nvGrpSpPr>
        <p:grpSpPr>
          <a:xfrm>
            <a:off x="1586445" y="113537"/>
            <a:ext cx="3366722" cy="6858000"/>
            <a:chOff x="1881720" y="113537"/>
            <a:chExt cx="3366722" cy="6858000"/>
          </a:xfrm>
        </p:grpSpPr>
        <p:sp>
          <p:nvSpPr>
            <p:cNvPr id="17" name="Rectangle 16">
              <a:extLst>
                <a:ext uri="{FF2B5EF4-FFF2-40B4-BE49-F238E27FC236}">
                  <a16:creationId xmlns:a16="http://schemas.microsoft.com/office/drawing/2014/main" id="{E8E15C32-B399-4BEA-14FF-3483A69E2AD5}"/>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0" name="Group 19">
              <a:extLst>
                <a:ext uri="{FF2B5EF4-FFF2-40B4-BE49-F238E27FC236}">
                  <a16:creationId xmlns:a16="http://schemas.microsoft.com/office/drawing/2014/main" id="{669232B9-6168-58A9-197C-6C231A4E990F}"/>
                </a:ext>
              </a:extLst>
            </p:cNvPr>
            <p:cNvGrpSpPr/>
            <p:nvPr/>
          </p:nvGrpSpPr>
          <p:grpSpPr>
            <a:xfrm>
              <a:off x="1881720" y="113537"/>
              <a:ext cx="3366722" cy="6858000"/>
              <a:chOff x="4676834" y="0"/>
              <a:chExt cx="3366722" cy="6858000"/>
            </a:xfrm>
          </p:grpSpPr>
          <p:grpSp>
            <p:nvGrpSpPr>
              <p:cNvPr id="49" name="Group 48">
                <a:extLst>
                  <a:ext uri="{FF2B5EF4-FFF2-40B4-BE49-F238E27FC236}">
                    <a16:creationId xmlns:a16="http://schemas.microsoft.com/office/drawing/2014/main" id="{1EE566FD-961C-9B5D-56C0-088ABDE9C17A}"/>
                  </a:ext>
                </a:extLst>
              </p:cNvPr>
              <p:cNvGrpSpPr/>
              <p:nvPr/>
            </p:nvGrpSpPr>
            <p:grpSpPr>
              <a:xfrm>
                <a:off x="4840421" y="235840"/>
                <a:ext cx="3029027" cy="958178"/>
                <a:chOff x="8366016" y="1852719"/>
                <a:chExt cx="2992003" cy="958178"/>
              </a:xfrm>
            </p:grpSpPr>
            <p:sp>
              <p:nvSpPr>
                <p:cNvPr id="54" name="Freeform 92">
                  <a:extLst>
                    <a:ext uri="{FF2B5EF4-FFF2-40B4-BE49-F238E27FC236}">
                      <a16:creationId xmlns:a16="http://schemas.microsoft.com/office/drawing/2014/main" id="{513D73D3-DA40-C39E-5A62-B61EEB9631BF}"/>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5" name="Group 54">
                  <a:extLst>
                    <a:ext uri="{FF2B5EF4-FFF2-40B4-BE49-F238E27FC236}">
                      <a16:creationId xmlns:a16="http://schemas.microsoft.com/office/drawing/2014/main" id="{5DA80434-D0F4-3E58-51A4-CA46D7D9F6A9}"/>
                    </a:ext>
                  </a:extLst>
                </p:cNvPr>
                <p:cNvGrpSpPr/>
                <p:nvPr/>
              </p:nvGrpSpPr>
              <p:grpSpPr>
                <a:xfrm>
                  <a:off x="8366016" y="1868661"/>
                  <a:ext cx="2052847" cy="942236"/>
                  <a:chOff x="8366016" y="1851793"/>
                  <a:chExt cx="2052847" cy="942236"/>
                </a:xfrm>
              </p:grpSpPr>
              <p:pic>
                <p:nvPicPr>
                  <p:cNvPr id="56" name="Picture 55">
                    <a:extLst>
                      <a:ext uri="{FF2B5EF4-FFF2-40B4-BE49-F238E27FC236}">
                        <a16:creationId xmlns:a16="http://schemas.microsoft.com/office/drawing/2014/main" id="{754FA1D0-A77D-DB0B-71A9-7B9F8890377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57" name="TextBox 56">
                    <a:extLst>
                      <a:ext uri="{FF2B5EF4-FFF2-40B4-BE49-F238E27FC236}">
                        <a16:creationId xmlns:a16="http://schemas.microsoft.com/office/drawing/2014/main" id="{429C6FB2-7DBA-13A9-AC1F-906FD6BA4CE1}"/>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0" name="Group 49">
                <a:extLst>
                  <a:ext uri="{FF2B5EF4-FFF2-40B4-BE49-F238E27FC236}">
                    <a16:creationId xmlns:a16="http://schemas.microsoft.com/office/drawing/2014/main" id="{C1AC0165-60C0-B62E-EE82-1A04EFD74FD6}"/>
                  </a:ext>
                </a:extLst>
              </p:cNvPr>
              <p:cNvGrpSpPr/>
              <p:nvPr/>
            </p:nvGrpSpPr>
            <p:grpSpPr>
              <a:xfrm>
                <a:off x="4676834" y="0"/>
                <a:ext cx="3366722" cy="6858000"/>
                <a:chOff x="8666331" y="315797"/>
                <a:chExt cx="3366722" cy="6858000"/>
              </a:xfrm>
            </p:grpSpPr>
            <p:pic>
              <p:nvPicPr>
                <p:cNvPr id="51" name="Picture 50">
                  <a:extLst>
                    <a:ext uri="{FF2B5EF4-FFF2-40B4-BE49-F238E27FC236}">
                      <a16:creationId xmlns:a16="http://schemas.microsoft.com/office/drawing/2014/main" id="{416FB98C-03B2-57A8-AE2A-0C3F20116696}"/>
                    </a:ext>
                  </a:extLst>
                </p:cNvPr>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2" name="Picture 51">
                  <a:extLst>
                    <a:ext uri="{FF2B5EF4-FFF2-40B4-BE49-F238E27FC236}">
                      <a16:creationId xmlns:a16="http://schemas.microsoft.com/office/drawing/2014/main" id="{CF9C7097-73BC-F558-88BC-73E2EA9709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3" name="Rectangle 52">
                  <a:extLst>
                    <a:ext uri="{FF2B5EF4-FFF2-40B4-BE49-F238E27FC236}">
                      <a16:creationId xmlns:a16="http://schemas.microsoft.com/office/drawing/2014/main" id="{559B6DA3-60A5-16A9-5D4A-728404717BBC}"/>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21" name="TextBox 20">
              <a:extLst>
                <a:ext uri="{FF2B5EF4-FFF2-40B4-BE49-F238E27FC236}">
                  <a16:creationId xmlns:a16="http://schemas.microsoft.com/office/drawing/2014/main" id="{67B6D68D-E5FD-DC0D-A124-F3BEF8E2358F}"/>
                </a:ext>
              </a:extLst>
            </p:cNvPr>
            <p:cNvSpPr txBox="1"/>
            <p:nvPr/>
          </p:nvSpPr>
          <p:spPr>
            <a:xfrm>
              <a:off x="2103364" y="1750592"/>
              <a:ext cx="776175" cy="307777"/>
            </a:xfrm>
            <a:prstGeom prst="rect">
              <a:avLst/>
            </a:prstGeom>
            <a:noFill/>
          </p:spPr>
          <p:txBody>
            <a:bodyPr wrap="none" rtlCol="0">
              <a:spAutoFit/>
            </a:bodyPr>
            <a:lstStyle/>
            <a:p>
              <a:r>
                <a:rPr lang="en-US" sz="1400" dirty="0">
                  <a:solidFill>
                    <a:srgbClr val="AD56E1"/>
                  </a:solidFill>
                  <a:latin typeface="Lato" panose="020F0502020204030203" pitchFamily="34" charset="0"/>
                  <a:ea typeface="Lato" panose="020F0502020204030203" pitchFamily="34" charset="0"/>
                  <a:cs typeface="Lato" panose="020F0502020204030203" pitchFamily="34" charset="0"/>
                </a:rPr>
                <a:t>Log out</a:t>
              </a:r>
              <a:endParaRPr lang="en-AU" sz="1400"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grpSp>
          <p:nvGrpSpPr>
            <p:cNvPr id="26" name="Group 25">
              <a:extLst>
                <a:ext uri="{FF2B5EF4-FFF2-40B4-BE49-F238E27FC236}">
                  <a16:creationId xmlns:a16="http://schemas.microsoft.com/office/drawing/2014/main" id="{E109018F-F2A7-C81E-8738-4D124431B348}"/>
                </a:ext>
              </a:extLst>
            </p:cNvPr>
            <p:cNvGrpSpPr/>
            <p:nvPr/>
          </p:nvGrpSpPr>
          <p:grpSpPr>
            <a:xfrm>
              <a:off x="2285079" y="6160736"/>
              <a:ext cx="2559317" cy="376814"/>
              <a:chOff x="1620486" y="6094970"/>
              <a:chExt cx="2559317" cy="376814"/>
            </a:xfrm>
          </p:grpSpPr>
          <p:pic>
            <p:nvPicPr>
              <p:cNvPr id="44" name="Picture 43">
                <a:extLst>
                  <a:ext uri="{FF2B5EF4-FFF2-40B4-BE49-F238E27FC236}">
                    <a16:creationId xmlns:a16="http://schemas.microsoft.com/office/drawing/2014/main" id="{1050E559-5B35-E2BB-8CF4-22E8B91F7245}"/>
                  </a:ext>
                </a:extLst>
              </p:cNvPr>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45" name="Picture 44">
                <a:extLst>
                  <a:ext uri="{FF2B5EF4-FFF2-40B4-BE49-F238E27FC236}">
                    <a16:creationId xmlns:a16="http://schemas.microsoft.com/office/drawing/2014/main" id="{0ABEB382-6937-9DE1-0FC4-2FF27402EB07}"/>
                  </a:ext>
                </a:extLst>
              </p:cNvPr>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46" name="Group 45">
                <a:extLst>
                  <a:ext uri="{FF2B5EF4-FFF2-40B4-BE49-F238E27FC236}">
                    <a16:creationId xmlns:a16="http://schemas.microsoft.com/office/drawing/2014/main" id="{50CBFFD8-1678-2D74-D3F3-5061086E7B2F}"/>
                  </a:ext>
                </a:extLst>
              </p:cNvPr>
              <p:cNvGrpSpPr/>
              <p:nvPr/>
            </p:nvGrpSpPr>
            <p:grpSpPr>
              <a:xfrm>
                <a:off x="2061631" y="6094970"/>
                <a:ext cx="1694123" cy="376814"/>
                <a:chOff x="5033065" y="5683638"/>
                <a:chExt cx="1694123" cy="376814"/>
              </a:xfrm>
            </p:grpSpPr>
            <p:pic>
              <p:nvPicPr>
                <p:cNvPr id="47" name="Picture 46">
                  <a:extLst>
                    <a:ext uri="{FF2B5EF4-FFF2-40B4-BE49-F238E27FC236}">
                      <a16:creationId xmlns:a16="http://schemas.microsoft.com/office/drawing/2014/main" id="{4509344D-9861-9643-E941-D8E9F28AA539}"/>
                    </a:ext>
                  </a:extLst>
                </p:cNvPr>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48" name="Rectangle 47">
                  <a:extLst>
                    <a:ext uri="{FF2B5EF4-FFF2-40B4-BE49-F238E27FC236}">
                      <a16:creationId xmlns:a16="http://schemas.microsoft.com/office/drawing/2014/main" id="{582E0BBE-9471-BE3E-CEFA-148CBAABBC64}"/>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7" name="TextBox 26">
              <a:extLst>
                <a:ext uri="{FF2B5EF4-FFF2-40B4-BE49-F238E27FC236}">
                  <a16:creationId xmlns:a16="http://schemas.microsoft.com/office/drawing/2014/main" id="{5E61EA0D-B31A-1239-A8BB-23C42A7B0796}"/>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ounded Rectangle 104">
              <a:extLst>
                <a:ext uri="{FF2B5EF4-FFF2-40B4-BE49-F238E27FC236}">
                  <a16:creationId xmlns:a16="http://schemas.microsoft.com/office/drawing/2014/main" id="{6A551F41-9686-75A1-12C8-464F4D0AAA81}"/>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sp>
        <p:nvSpPr>
          <p:cNvPr id="6" name="TextBox 5">
            <a:extLst>
              <a:ext uri="{FF2B5EF4-FFF2-40B4-BE49-F238E27FC236}">
                <a16:creationId xmlns:a16="http://schemas.microsoft.com/office/drawing/2014/main" id="{101FB25F-FB8B-11B8-345F-085ED7F895EE}"/>
              </a:ext>
            </a:extLst>
          </p:cNvPr>
          <p:cNvSpPr txBox="1"/>
          <p:nvPr/>
        </p:nvSpPr>
        <p:spPr>
          <a:xfrm>
            <a:off x="1830655" y="3152550"/>
            <a:ext cx="1611339"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Enter Your Password</a:t>
            </a:r>
            <a:endParaRPr lang="en-AU" sz="1200" dirty="0">
              <a:solidFill>
                <a:srgbClr val="3C4B34"/>
              </a:solidFill>
              <a:latin typeface="Lato" panose="020F0502020204030203" pitchFamily="34" charset="0"/>
            </a:endParaRPr>
          </a:p>
        </p:txBody>
      </p:sp>
      <p:sp>
        <p:nvSpPr>
          <p:cNvPr id="7" name="Rounded Rectangle 77">
            <a:extLst>
              <a:ext uri="{FF2B5EF4-FFF2-40B4-BE49-F238E27FC236}">
                <a16:creationId xmlns:a16="http://schemas.microsoft.com/office/drawing/2014/main" id="{DF5B0146-AFD6-96F0-B4DD-D7725D9249BC}"/>
              </a:ext>
            </a:extLst>
          </p:cNvPr>
          <p:cNvSpPr/>
          <p:nvPr/>
        </p:nvSpPr>
        <p:spPr>
          <a:xfrm>
            <a:off x="1925931" y="34295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8" name="Rounded Rectangle 78">
            <a:extLst>
              <a:ext uri="{FF2B5EF4-FFF2-40B4-BE49-F238E27FC236}">
                <a16:creationId xmlns:a16="http://schemas.microsoft.com/office/drawing/2014/main" id="{1E4B69A4-F688-3257-6A5C-917103F694BE}"/>
              </a:ext>
            </a:extLst>
          </p:cNvPr>
          <p:cNvSpPr/>
          <p:nvPr/>
        </p:nvSpPr>
        <p:spPr>
          <a:xfrm>
            <a:off x="1909924" y="423158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Logout</a:t>
            </a:r>
          </a:p>
        </p:txBody>
      </p:sp>
      <p:sp>
        <p:nvSpPr>
          <p:cNvPr id="9" name="TextBox 8">
            <a:extLst>
              <a:ext uri="{FF2B5EF4-FFF2-40B4-BE49-F238E27FC236}">
                <a16:creationId xmlns:a16="http://schemas.microsoft.com/office/drawing/2014/main" id="{35494C6C-EA22-DAB5-F9B7-F01167F2F151}"/>
              </a:ext>
            </a:extLst>
          </p:cNvPr>
          <p:cNvSpPr txBox="1"/>
          <p:nvPr/>
        </p:nvSpPr>
        <p:spPr>
          <a:xfrm>
            <a:off x="2213920" y="2463545"/>
            <a:ext cx="1909305"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See you again, Partner!</a:t>
            </a:r>
            <a:endParaRPr lang="en-AU" sz="1400" b="1" dirty="0">
              <a:solidFill>
                <a:srgbClr val="3C4B34"/>
              </a:solidFill>
              <a:latin typeface="Comfortaa"/>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32636007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5571</TotalTime>
  <Words>2753</Words>
  <Application>Microsoft Office PowerPoint</Application>
  <PresentationFormat>Widescreen</PresentationFormat>
  <Paragraphs>801</Paragraphs>
  <Slides>29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Arial</vt:lpstr>
      <vt:lpstr>Calibri</vt:lpstr>
      <vt:lpstr>Calibri Light</vt:lpstr>
      <vt:lpstr>Comfortaa</vt:lpstr>
      <vt:lpstr>French Script MT</vt:lpstr>
      <vt:lpstr>Google Sans</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sayanb0978@gmail.com</cp:lastModifiedBy>
  <cp:revision>218</cp:revision>
  <dcterms:created xsi:type="dcterms:W3CDTF">2025-12-22T08:11:41Z</dcterms:created>
  <dcterms:modified xsi:type="dcterms:W3CDTF">2026-02-19T09:13:27Z</dcterms:modified>
</cp:coreProperties>
</file>