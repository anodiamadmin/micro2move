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2" r:id="rId2"/>
    <p:sldId id="287" r:id="rId3"/>
    <p:sldId id="288" r:id="rId4"/>
    <p:sldId id="280" r:id="rId5"/>
    <p:sldId id="281" r:id="rId6"/>
    <p:sldId id="265" r:id="rId7"/>
    <p:sldId id="266" r:id="rId8"/>
    <p:sldId id="268" r:id="rId9"/>
    <p:sldId id="272" r:id="rId10"/>
    <p:sldId id="274" r:id="rId11"/>
    <p:sldId id="273" r:id="rId12"/>
    <p:sldId id="283" r:id="rId13"/>
    <p:sldId id="284" r:id="rId14"/>
    <p:sldId id="285" r:id="rId15"/>
    <p:sldId id="286" r:id="rId16"/>
    <p:sldId id="278" r:id="rId17"/>
    <p:sldId id="279" r:id="rId18"/>
    <p:sldId id="275" r:id="rId19"/>
    <p:sldId id="276" r:id="rId20"/>
    <p:sldId id="277" r:id="rId21"/>
    <p:sldId id="258" r:id="rId22"/>
    <p:sldId id="290" r:id="rId23"/>
    <p:sldId id="292" r:id="rId24"/>
    <p:sldId id="299" r:id="rId25"/>
    <p:sldId id="293" r:id="rId26"/>
    <p:sldId id="294" r:id="rId27"/>
    <p:sldId id="295" r:id="rId28"/>
    <p:sldId id="298" r:id="rId29"/>
    <p:sldId id="300" r:id="rId30"/>
    <p:sldId id="301" r:id="rId31"/>
    <p:sldId id="291" r:id="rId32"/>
    <p:sldId id="296" r:id="rId33"/>
    <p:sldId id="297"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06445"/>
    <a:srgbClr val="AD56E1"/>
    <a:srgbClr val="A0C88B"/>
    <a:srgbClr val="FFFFFF"/>
    <a:srgbClr val="7F7F7F"/>
    <a:srgbClr val="E9E0FF"/>
    <a:srgbClr val="CB9BF0"/>
    <a:srgbClr val="E53935"/>
    <a:srgbClr val="F34A31"/>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63" d="100"/>
          <a:sy n="63" d="100"/>
        </p:scale>
        <p:origin x="78" y="1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19/02/2026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19/02/2026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19/02/2026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19/02/2026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6.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1.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image" Target="../media/image34.png"/><Relationship Id="rId9" Type="http://schemas.openxmlformats.org/officeDocument/2006/relationships/image" Target="../media/image35.png"/></Relationships>
</file>

<file path=ppt/slides/_rels/slide28.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png"/><Relationship Id="rId7" Type="http://schemas.openxmlformats.org/officeDocument/2006/relationships/image" Target="../media/image36.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9.png"/><Relationship Id="rId4" Type="http://schemas.openxmlformats.org/officeDocument/2006/relationships/image" Target="../media/image5.png"/><Relationship Id="rId9" Type="http://schemas.openxmlformats.org/officeDocument/2006/relationships/image" Target="../media/image38.png"/></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2.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1839" t="18979" r="11935" b="22132"/>
          <a:stretch/>
        </p:blipFill>
        <p:spPr>
          <a:xfrm>
            <a:off x="2294063" y="1655101"/>
            <a:ext cx="3300277" cy="25496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 Light &amp; Dark Themes</a:t>
            </a:r>
            <a:endParaRPr lang="en-AU" sz="4400" b="1" dirty="0"/>
          </a:p>
        </p:txBody>
      </p:sp>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21535" t="27735" r="20713" b="30801"/>
          <a:stretch/>
        </p:blipFill>
        <p:spPr>
          <a:xfrm>
            <a:off x="7065901" y="1578797"/>
            <a:ext cx="3991971" cy="2866031"/>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Tree>
    <p:extLst>
      <p:ext uri="{BB962C8B-B14F-4D97-AF65-F5344CB8AC3E}">
        <p14:creationId xmlns:p14="http://schemas.microsoft.com/office/powerpoint/2010/main" val="423776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M2M_BG</a:t>
            </a:r>
          </a:p>
          <a:p>
            <a:pPr algn="ctr"/>
            <a:r>
              <a:rPr lang="en-US" dirty="0">
                <a:solidFill>
                  <a:schemeClr val="tx1"/>
                </a:solidFill>
              </a:rPr>
              <a:t>#E9E0FF</a:t>
            </a:r>
          </a:p>
          <a:p>
            <a:pPr algn="ctr"/>
            <a:r>
              <a:rPr lang="en-US" sz="1600" dirty="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White</a:t>
            </a:r>
          </a:p>
          <a:p>
            <a:pPr algn="ctr"/>
            <a:r>
              <a:rPr lang="en-US" dirty="0">
                <a:solidFill>
                  <a:schemeClr val="tx1"/>
                </a:solidFill>
              </a:rPr>
              <a:t>#FFFFFF</a:t>
            </a:r>
          </a:p>
          <a:p>
            <a:pPr algn="ctr"/>
            <a:r>
              <a:rPr lang="en-US" sz="1600" dirty="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M2M_Logo</a:t>
            </a:r>
          </a:p>
          <a:p>
            <a:pPr algn="ctr"/>
            <a:r>
              <a:rPr lang="en-US" dirty="0">
                <a:solidFill>
                  <a:schemeClr val="bg1"/>
                </a:solidFill>
              </a:rPr>
              <a:t>#9510E4</a:t>
            </a:r>
          </a:p>
          <a:p>
            <a:pPr algn="ctr"/>
            <a:r>
              <a:rPr lang="en-US" dirty="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M2M_Secondary</a:t>
            </a:r>
          </a:p>
          <a:p>
            <a:pPr algn="ctr"/>
            <a:r>
              <a:rPr lang="en-US" dirty="0">
                <a:solidFill>
                  <a:schemeClr val="tx1"/>
                </a:solidFill>
              </a:rPr>
              <a:t>#506445</a:t>
            </a:r>
          </a:p>
          <a:p>
            <a:pPr algn="ctr"/>
            <a:r>
              <a:rPr lang="en-US" dirty="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M2M_Primary</a:t>
            </a:r>
          </a:p>
          <a:p>
            <a:pPr algn="ctr"/>
            <a:r>
              <a:rPr lang="en-US" dirty="0">
                <a:solidFill>
                  <a:schemeClr val="tx1"/>
                </a:solidFill>
              </a:rPr>
              <a:t>#CB9BF0</a:t>
            </a:r>
          </a:p>
          <a:p>
            <a:pPr algn="ctr"/>
            <a:r>
              <a:rPr lang="en-US" sz="1600" dirty="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M2M_LightestSecondary</a:t>
            </a:r>
          </a:p>
          <a:p>
            <a:pPr algn="ctr"/>
            <a:r>
              <a:rPr lang="en-US" dirty="0">
                <a:solidFill>
                  <a:schemeClr val="tx1"/>
                </a:solidFill>
              </a:rPr>
              <a:t>#A0C88B</a:t>
            </a:r>
          </a:p>
          <a:p>
            <a:pPr algn="ctr"/>
            <a:r>
              <a:rPr lang="en-US" sz="1600" dirty="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M2M_DeepPrimary</a:t>
            </a:r>
          </a:p>
          <a:p>
            <a:pPr algn="ctr"/>
            <a:r>
              <a:rPr lang="en-US" dirty="0">
                <a:solidFill>
                  <a:schemeClr val="tx1"/>
                </a:solidFill>
              </a:rPr>
              <a:t>#AD56E1</a:t>
            </a:r>
          </a:p>
          <a:p>
            <a:pPr algn="ctr"/>
            <a:r>
              <a:rPr lang="en-US" dirty="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M2M_LightSecondary</a:t>
            </a:r>
          </a:p>
          <a:p>
            <a:pPr algn="ctr"/>
            <a:r>
              <a:rPr lang="en-US" dirty="0">
                <a:solidFill>
                  <a:schemeClr val="tx1"/>
                </a:solidFill>
              </a:rPr>
              <a:t>#789668</a:t>
            </a:r>
          </a:p>
          <a:p>
            <a:pPr algn="ctr"/>
            <a:r>
              <a:rPr lang="en-US" sz="1600" dirty="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M2M_Secondary_Darkest</a:t>
            </a:r>
          </a:p>
          <a:p>
            <a:pPr algn="ctr"/>
            <a:r>
              <a:rPr lang="en-US" dirty="0">
                <a:solidFill>
                  <a:schemeClr val="bg1"/>
                </a:solidFill>
              </a:rPr>
              <a:t>#283223</a:t>
            </a:r>
          </a:p>
          <a:p>
            <a:pPr algn="ctr"/>
            <a:r>
              <a:rPr lang="en-US" dirty="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M2M_Secondary_Dark</a:t>
            </a:r>
          </a:p>
          <a:p>
            <a:pPr algn="ctr"/>
            <a:r>
              <a:rPr lang="en-US" dirty="0">
                <a:solidFill>
                  <a:schemeClr val="tx1"/>
                </a:solidFill>
              </a:rPr>
              <a:t>#3C4B34</a:t>
            </a:r>
          </a:p>
          <a:p>
            <a:pPr algn="ctr"/>
            <a:r>
              <a:rPr lang="en-US" dirty="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Grey</a:t>
            </a:r>
          </a:p>
          <a:p>
            <a:pPr algn="ctr"/>
            <a:r>
              <a:rPr lang="en-US" dirty="0">
                <a:solidFill>
                  <a:schemeClr val="tx1"/>
                </a:solidFill>
              </a:rPr>
              <a:t>#777777</a:t>
            </a:r>
          </a:p>
          <a:p>
            <a:pPr algn="ctr"/>
            <a:r>
              <a:rPr lang="en-US" sz="1600" dirty="0">
                <a:solidFill>
                  <a:schemeClr val="tx1"/>
                </a:solidFill>
              </a:rPr>
              <a:t>(127, 127, 127)</a:t>
            </a:r>
            <a:endParaRPr lang="en-AU" sz="1600"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M2M_Success</a:t>
            </a:r>
          </a:p>
          <a:p>
            <a:pPr algn="ctr"/>
            <a:r>
              <a:rPr lang="en-US" dirty="0">
                <a:solidFill>
                  <a:schemeClr val="tx1"/>
                </a:solidFill>
              </a:rPr>
              <a:t>#</a:t>
            </a:r>
            <a:r>
              <a:rPr lang="en-AU" dirty="0">
                <a:solidFill>
                  <a:schemeClr val="tx1"/>
                </a:solidFill>
              </a:rPr>
              <a:t>34C759</a:t>
            </a:r>
          </a:p>
          <a:p>
            <a:pPr algn="ctr"/>
            <a:r>
              <a:rPr lang="en-US" dirty="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M2M_Green</a:t>
            </a:r>
          </a:p>
          <a:p>
            <a:pPr algn="ctr"/>
            <a:r>
              <a:rPr lang="en-US" dirty="0">
                <a:solidFill>
                  <a:schemeClr val="tx1"/>
                </a:solidFill>
              </a:rPr>
              <a:t>#</a:t>
            </a:r>
            <a:r>
              <a:rPr lang="en-AU" dirty="0">
                <a:solidFill>
                  <a:schemeClr val="tx1"/>
                </a:solidFill>
              </a:rPr>
              <a:t>15803D</a:t>
            </a:r>
          </a:p>
          <a:p>
            <a:pPr algn="ctr"/>
            <a:r>
              <a:rPr lang="en-US" dirty="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M2M_Blue</a:t>
            </a:r>
          </a:p>
          <a:p>
            <a:pPr algn="ctr"/>
            <a:r>
              <a:rPr lang="en-US" dirty="0">
                <a:solidFill>
                  <a:schemeClr val="tx1"/>
                </a:solidFill>
              </a:rPr>
              <a:t>#</a:t>
            </a:r>
            <a:r>
              <a:rPr lang="en-AU" dirty="0">
                <a:solidFill>
                  <a:schemeClr val="tx1"/>
                </a:solidFill>
              </a:rPr>
              <a:t>1D9BF0</a:t>
            </a:r>
          </a:p>
          <a:p>
            <a:pPr algn="ctr"/>
            <a:r>
              <a:rPr lang="en-US" dirty="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Black</a:t>
            </a:r>
          </a:p>
          <a:p>
            <a:pPr algn="ctr"/>
            <a:r>
              <a:rPr lang="en-US" dirty="0">
                <a:solidFill>
                  <a:schemeClr val="bg1"/>
                </a:solidFill>
              </a:rPr>
              <a:t>#000000</a:t>
            </a:r>
          </a:p>
          <a:p>
            <a:pPr algn="ctr"/>
            <a:r>
              <a:rPr lang="en-US" dirty="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M2M_Dark_Blue</a:t>
            </a:r>
          </a:p>
          <a:p>
            <a:pPr algn="ctr"/>
            <a:r>
              <a:rPr lang="en-US" dirty="0">
                <a:solidFill>
                  <a:schemeClr val="bg1"/>
                </a:solidFill>
              </a:rPr>
              <a:t>#</a:t>
            </a:r>
            <a:r>
              <a:rPr lang="en-AU" dirty="0">
                <a:solidFill>
                  <a:schemeClr val="bg1"/>
                </a:solidFill>
              </a:rPr>
              <a:t>19123B</a:t>
            </a:r>
          </a:p>
          <a:p>
            <a:pPr algn="ctr"/>
            <a:r>
              <a:rPr lang="en-US" dirty="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Dark_Grey</a:t>
            </a:r>
          </a:p>
          <a:p>
            <a:pPr algn="ctr"/>
            <a:r>
              <a:rPr lang="en-US" dirty="0">
                <a:solidFill>
                  <a:schemeClr val="bg1"/>
                </a:solidFill>
              </a:rPr>
              <a:t>#333333</a:t>
            </a:r>
          </a:p>
          <a:p>
            <a:pPr algn="ctr"/>
            <a:r>
              <a:rPr lang="en-US" sz="1600" dirty="0">
                <a:solidFill>
                  <a:schemeClr val="bg1"/>
                </a:solidFill>
              </a:rPr>
              <a:t>(51, 51, 51)</a:t>
            </a:r>
            <a:endParaRPr lang="en-AU" dirty="0">
              <a:solidFill>
                <a:schemeClr val="bg1"/>
              </a:solidFill>
            </a:endParaRPr>
          </a:p>
        </p:txBody>
      </p:sp>
      <p:sp>
        <p:nvSpPr>
          <p:cNvPr id="23" name="Rectangle 22"/>
          <p:cNvSpPr/>
          <p:nvPr/>
        </p:nvSpPr>
        <p:spPr>
          <a:xfrm>
            <a:off x="3151659"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M2M_Red</a:t>
            </a:r>
          </a:p>
          <a:p>
            <a:pPr algn="ctr"/>
            <a:r>
              <a:rPr lang="en-US" dirty="0">
                <a:solidFill>
                  <a:schemeClr val="tx1"/>
                </a:solidFill>
              </a:rPr>
              <a:t>#</a:t>
            </a:r>
            <a:r>
              <a:rPr lang="en-AU" dirty="0">
                <a:solidFill>
                  <a:schemeClr val="tx1"/>
                </a:solidFill>
              </a:rPr>
              <a:t>E53935</a:t>
            </a:r>
          </a:p>
          <a:p>
            <a:pPr algn="ctr"/>
            <a:r>
              <a:rPr lang="en-US" dirty="0">
                <a:solidFill>
                  <a:schemeClr val="tx1"/>
                </a:solidFill>
              </a:rPr>
              <a:t>(229, 57, 53)</a:t>
            </a:r>
            <a:endParaRPr lang="en-AU" dirty="0">
              <a:solidFill>
                <a:schemeClr val="tx1"/>
              </a:solidFill>
            </a:endParaRPr>
          </a:p>
        </p:txBody>
      </p:sp>
    </p:spTree>
    <p:extLst>
      <p:ext uri="{BB962C8B-B14F-4D97-AF65-F5344CB8AC3E}">
        <p14:creationId xmlns:p14="http://schemas.microsoft.com/office/powerpoint/2010/main" val="147678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Font Family</a:t>
            </a:r>
            <a:endParaRPr lang="en-AU" sz="4400" b="1" dirty="0"/>
          </a:p>
        </p:txBody>
      </p:sp>
      <p:sp>
        <p:nvSpPr>
          <p:cNvPr id="2" name="TextBox 1"/>
          <p:cNvSpPr txBox="1"/>
          <p:nvPr/>
        </p:nvSpPr>
        <p:spPr>
          <a:xfrm>
            <a:off x="3234519" y="948519"/>
            <a:ext cx="4293163" cy="3477875"/>
          </a:xfrm>
          <a:prstGeom prst="rect">
            <a:avLst/>
          </a:prstGeom>
          <a:noFill/>
        </p:spPr>
        <p:txBody>
          <a:bodyPr wrap="none" rtlCol="0">
            <a:spAutoFit/>
          </a:bodyPr>
          <a:lstStyle/>
          <a:p>
            <a:r>
              <a:rPr lang="en-US" sz="4400" dirty="0"/>
              <a:t>Primary:</a:t>
            </a:r>
          </a:p>
          <a:p>
            <a:r>
              <a:rPr lang="en-US" sz="4400" dirty="0"/>
              <a:t>	</a:t>
            </a:r>
            <a:r>
              <a:rPr lang="en-US" sz="4400" dirty="0">
                <a:latin typeface="Comfortaa" pitchFamily="2" charset="0"/>
              </a:rPr>
              <a:t>Comfortaa</a:t>
            </a:r>
          </a:p>
          <a:p>
            <a:endParaRPr lang="en-US" sz="4400" dirty="0"/>
          </a:p>
          <a:p>
            <a:r>
              <a:rPr lang="en-US" sz="4400" dirty="0"/>
              <a:t>Secondary:</a:t>
            </a:r>
          </a:p>
          <a:p>
            <a:r>
              <a:rPr lang="en-US" sz="4400" dirty="0"/>
              <a:t>	</a:t>
            </a:r>
            <a:r>
              <a:rPr lang="en-US" sz="4400" dirty="0">
                <a:latin typeface="Lato" panose="020F0502020204030203" pitchFamily="34" charset="0"/>
              </a:rPr>
              <a:t>Lato</a:t>
            </a:r>
            <a:endParaRPr lang="en-AU" sz="4400" dirty="0">
              <a:latin typeface="Lato" panose="020F0502020204030203" pitchFamily="34" charset="0"/>
            </a:endParaRPr>
          </a:p>
        </p:txBody>
      </p:sp>
    </p:spTree>
    <p:extLst>
      <p:ext uri="{BB962C8B-B14F-4D97-AF65-F5344CB8AC3E}">
        <p14:creationId xmlns:p14="http://schemas.microsoft.com/office/powerpoint/2010/main" val="404524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angle 71"/>
          <p:cNvSpPr/>
          <p:nvPr/>
        </p:nvSpPr>
        <p:spPr>
          <a:xfrm>
            <a:off x="8475118" y="196379"/>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Rectangle 54"/>
          <p:cNvSpPr/>
          <p:nvPr/>
        </p:nvSpPr>
        <p:spPr>
          <a:xfrm>
            <a:off x="4863242" y="191178"/>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ectangle 53"/>
          <p:cNvSpPr/>
          <p:nvPr/>
        </p:nvSpPr>
        <p:spPr>
          <a:xfrm>
            <a:off x="1227498" y="188135"/>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Safe Area &amp; Bottom Nav</a:t>
            </a:r>
            <a:endParaRPr lang="en-AU" sz="4400" b="1" dirty="0"/>
          </a:p>
        </p:txBody>
      </p:sp>
      <p:grpSp>
        <p:nvGrpSpPr>
          <p:cNvPr id="52" name="Group 51"/>
          <p:cNvGrpSpPr/>
          <p:nvPr/>
        </p:nvGrpSpPr>
        <p:grpSpPr>
          <a:xfrm>
            <a:off x="1041090" y="-3043"/>
            <a:ext cx="3366722" cy="6858000"/>
            <a:chOff x="8666331" y="315797"/>
            <a:chExt cx="3366722" cy="6858000"/>
          </a:xfrm>
        </p:grpSpPr>
        <p:pic>
          <p:nvPicPr>
            <p:cNvPr id="49" name="Picture 4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0" name="Picture 4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1" name="Rectangle 5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60" name="Group 59"/>
          <p:cNvGrpSpPr/>
          <p:nvPr/>
        </p:nvGrpSpPr>
        <p:grpSpPr>
          <a:xfrm>
            <a:off x="4676834" y="0"/>
            <a:ext cx="3366722" cy="6858000"/>
            <a:chOff x="4676834" y="0"/>
            <a:chExt cx="3366722" cy="6858000"/>
          </a:xfrm>
        </p:grpSpPr>
        <p:grpSp>
          <p:nvGrpSpPr>
            <p:cNvPr id="6" name="Group 5"/>
            <p:cNvGrpSpPr/>
            <p:nvPr/>
          </p:nvGrpSpPr>
          <p:grpSpPr>
            <a:xfrm>
              <a:off x="4891726" y="235841"/>
              <a:ext cx="2977715" cy="657457"/>
              <a:chOff x="8416700" y="1852720"/>
              <a:chExt cx="2941320" cy="657457"/>
            </a:xfrm>
          </p:grpSpPr>
          <p:sp>
            <p:nvSpPr>
              <p:cNvPr id="31" name="Freeform 30"/>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 name="Group 4"/>
              <p:cNvGrpSpPr/>
              <p:nvPr/>
            </p:nvGrpSpPr>
            <p:grpSpPr>
              <a:xfrm>
                <a:off x="8604900" y="1978310"/>
                <a:ext cx="1924379" cy="531867"/>
                <a:chOff x="8604900" y="1961442"/>
                <a:chExt cx="1924379" cy="531867"/>
              </a:xfrm>
            </p:grpSpPr>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29" name="TextBox 2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6" name="Group 55"/>
            <p:cNvGrpSpPr/>
            <p:nvPr/>
          </p:nvGrpSpPr>
          <p:grpSpPr>
            <a:xfrm>
              <a:off x="4676834" y="0"/>
              <a:ext cx="3366722" cy="6858000"/>
              <a:chOff x="8666331" y="315797"/>
              <a:chExt cx="3366722" cy="6858000"/>
            </a:xfrm>
          </p:grpSpPr>
          <p:pic>
            <p:nvPicPr>
              <p:cNvPr id="57" name="Picture 5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8" name="Picture 5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9" name="Rectangle 5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73" name="Group 72"/>
          <p:cNvGrpSpPr/>
          <p:nvPr/>
        </p:nvGrpSpPr>
        <p:grpSpPr>
          <a:xfrm>
            <a:off x="8312578" y="-11288"/>
            <a:ext cx="3366722" cy="6858000"/>
            <a:chOff x="8312578" y="-11288"/>
            <a:chExt cx="3366722" cy="6858000"/>
          </a:xfrm>
        </p:grpSpPr>
        <p:grpSp>
          <p:nvGrpSpPr>
            <p:cNvPr id="71" name="Group 70"/>
            <p:cNvGrpSpPr/>
            <p:nvPr/>
          </p:nvGrpSpPr>
          <p:grpSpPr>
            <a:xfrm>
              <a:off x="8491019" y="5891917"/>
              <a:ext cx="3030067" cy="755373"/>
              <a:chOff x="10771234" y="5988981"/>
              <a:chExt cx="2941320" cy="755373"/>
            </a:xfrm>
          </p:grpSpPr>
          <p:sp>
            <p:nvSpPr>
              <p:cNvPr id="20" name="Freeform 19"/>
              <p:cNvSpPr/>
              <p:nvPr/>
            </p:nvSpPr>
            <p:spPr>
              <a:xfrm>
                <a:off x="10771234" y="5988981"/>
                <a:ext cx="2941320" cy="75537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rgbClr val="E9E0FF"/>
                  </a:solidFill>
                </a:endParaRPr>
              </a:p>
            </p:txBody>
          </p:sp>
          <p:sp>
            <p:nvSpPr>
              <p:cNvPr id="11" name="TextBox 10"/>
              <p:cNvSpPr txBox="1"/>
              <p:nvPr/>
            </p:nvSpPr>
            <p:spPr>
              <a:xfrm>
                <a:off x="10995993" y="6069702"/>
                <a:ext cx="786704" cy="523220"/>
              </a:xfrm>
              <a:prstGeom prst="rect">
                <a:avLst/>
              </a:prstGeom>
              <a:noFill/>
            </p:spPr>
            <p:txBody>
              <a:bodyPr wrap="square" rtlCol="0">
                <a:spAutoFit/>
              </a:bodyPr>
              <a:lstStyle/>
              <a:p>
                <a:pPr algn="ctr"/>
                <a:r>
                  <a:rPr lang="en-AU" b="1" dirty="0">
                    <a:solidFill>
                      <a:srgbClr val="AD56E1"/>
                    </a:solidFill>
                    <a:latin typeface="Comfortaa" pitchFamily="2" charset="0"/>
                  </a:rPr>
                  <a:t>🚲</a:t>
                </a:r>
                <a:br>
                  <a:rPr lang="en-AU" b="1" dirty="0">
                    <a:solidFill>
                      <a:srgbClr val="AD56E1"/>
                    </a:solidFill>
                    <a:latin typeface="Comfortaa" pitchFamily="2" charset="0"/>
                  </a:rPr>
                </a:br>
                <a:r>
                  <a:rPr lang="en-AU" sz="1000" b="1" dirty="0">
                    <a:solidFill>
                      <a:srgbClr val="AD56E1"/>
                    </a:solidFill>
                    <a:latin typeface="Comfortaa" pitchFamily="2" charset="0"/>
                  </a:rPr>
                  <a:t>My Rides</a:t>
                </a:r>
              </a:p>
            </p:txBody>
          </p:sp>
          <p:sp>
            <p:nvSpPr>
              <p:cNvPr id="12" name="TextBox 11"/>
              <p:cNvSpPr txBox="1"/>
              <p:nvPr/>
            </p:nvSpPr>
            <p:spPr>
              <a:xfrm>
                <a:off x="11865992" y="6056025"/>
                <a:ext cx="745998" cy="523220"/>
              </a:xfrm>
              <a:prstGeom prst="rect">
                <a:avLst/>
              </a:prstGeom>
              <a:noFill/>
            </p:spPr>
            <p:txBody>
              <a:bodyPr wrap="square" rtlCol="0">
                <a:spAutoFit/>
              </a:bodyPr>
              <a:lstStyle/>
              <a:p>
                <a:pPr algn="ctr"/>
                <a:r>
                  <a:rPr lang="en-AU" b="1" dirty="0">
                    <a:solidFill>
                      <a:srgbClr val="506445"/>
                    </a:solidFill>
                    <a:latin typeface="Comfortaa" pitchFamily="2" charset="0"/>
                  </a:rPr>
                  <a:t>🌐</a:t>
                </a:r>
                <a:br>
                  <a:rPr lang="en-AU" b="1" dirty="0">
                    <a:solidFill>
                      <a:srgbClr val="506445"/>
                    </a:solidFill>
                    <a:latin typeface="Comfortaa" pitchFamily="2" charset="0"/>
                  </a:rPr>
                </a:br>
                <a:r>
                  <a:rPr lang="en-AU" sz="1000" b="1" dirty="0">
                    <a:solidFill>
                      <a:srgbClr val="506445"/>
                    </a:solidFill>
                    <a:latin typeface="Comfortaa" pitchFamily="2" charset="0"/>
                  </a:rPr>
                  <a:t>Explore</a:t>
                </a:r>
              </a:p>
            </p:txBody>
          </p:sp>
          <p:sp>
            <p:nvSpPr>
              <p:cNvPr id="13" name="TextBox 12"/>
              <p:cNvSpPr txBox="1"/>
              <p:nvPr/>
            </p:nvSpPr>
            <p:spPr>
              <a:xfrm>
                <a:off x="12695285" y="6056025"/>
                <a:ext cx="678180" cy="538609"/>
              </a:xfrm>
              <a:prstGeom prst="rect">
                <a:avLst/>
              </a:prstGeom>
              <a:noFill/>
            </p:spPr>
            <p:txBody>
              <a:bodyPr wrap="square" rtlCol="0">
                <a:spAutoFit/>
              </a:bodyPr>
              <a:lstStyle>
                <a:defPPr>
                  <a:defRPr lang="en-US"/>
                </a:defPPr>
                <a:lvl1pPr algn="ctr">
                  <a:defRPr b="1">
                    <a:solidFill>
                      <a:srgbClr val="506445"/>
                    </a:solidFill>
                    <a:latin typeface="Comfortaa" pitchFamily="2" charset="0"/>
                  </a:defRPr>
                </a:lvl1pPr>
              </a:lstStyle>
              <a:p>
                <a:r>
                  <a:rPr lang="en-AU" dirty="0"/>
                  <a:t>👤</a:t>
                </a:r>
                <a:br>
                  <a:rPr lang="en-AU" dirty="0"/>
                </a:br>
                <a:r>
                  <a:rPr lang="en-AU" sz="1000" dirty="0"/>
                  <a:t>Profile</a:t>
                </a:r>
              </a:p>
            </p:txBody>
          </p:sp>
        </p:grpSp>
        <p:grpSp>
          <p:nvGrpSpPr>
            <p:cNvPr id="61" name="Group 60"/>
            <p:cNvGrpSpPr/>
            <p:nvPr/>
          </p:nvGrpSpPr>
          <p:grpSpPr>
            <a:xfrm>
              <a:off x="8312578" y="-11288"/>
              <a:ext cx="3366722" cy="6858000"/>
              <a:chOff x="4676834" y="0"/>
              <a:chExt cx="3366722" cy="6858000"/>
            </a:xfrm>
          </p:grpSpPr>
          <p:grpSp>
            <p:nvGrpSpPr>
              <p:cNvPr id="62" name="Group 61"/>
              <p:cNvGrpSpPr/>
              <p:nvPr/>
            </p:nvGrpSpPr>
            <p:grpSpPr>
              <a:xfrm>
                <a:off x="4891726" y="235841"/>
                <a:ext cx="2977715" cy="657457"/>
                <a:chOff x="8416700" y="1852720"/>
                <a:chExt cx="2941320" cy="657457"/>
              </a:xfrm>
            </p:grpSpPr>
            <p:sp>
              <p:nvSpPr>
                <p:cNvPr id="67" name="Freeform 66"/>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68" name="Group 67"/>
                <p:cNvGrpSpPr/>
                <p:nvPr/>
              </p:nvGrpSpPr>
              <p:grpSpPr>
                <a:xfrm>
                  <a:off x="8604900" y="1978310"/>
                  <a:ext cx="1932233" cy="531867"/>
                  <a:chOff x="8604900" y="1961442"/>
                  <a:chExt cx="1932233" cy="531867"/>
                </a:xfrm>
              </p:grpSpPr>
              <p:pic>
                <p:nvPicPr>
                  <p:cNvPr id="69" name="Picture 6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9" cy="531867"/>
                  </a:xfrm>
                  <a:prstGeom prst="rect">
                    <a:avLst/>
                  </a:prstGeom>
                </p:spPr>
              </p:pic>
              <p:sp>
                <p:nvSpPr>
                  <p:cNvPr id="70" name="TextBox 69"/>
                  <p:cNvSpPr txBox="1"/>
                  <p:nvPr/>
                </p:nvSpPr>
                <p:spPr>
                  <a:xfrm>
                    <a:off x="9224169"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3" name="Group 62"/>
              <p:cNvGrpSpPr/>
              <p:nvPr/>
            </p:nvGrpSpPr>
            <p:grpSpPr>
              <a:xfrm>
                <a:off x="4676834" y="0"/>
                <a:ext cx="3366722" cy="6858000"/>
                <a:chOff x="8666331" y="315797"/>
                <a:chExt cx="3366722" cy="6858000"/>
              </a:xfrm>
            </p:grpSpPr>
            <p:pic>
              <p:nvPicPr>
                <p:cNvPr id="64" name="Picture 6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5" name="Picture 6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6" name="Rectangle 6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a:t>
            </a:r>
            <a:endParaRPr lang="en-AU" sz="4400" b="1" dirty="0"/>
          </a:p>
        </p:txBody>
      </p:sp>
      <p:grpSp>
        <p:nvGrpSpPr>
          <p:cNvPr id="26" name="Group 25"/>
          <p:cNvGrpSpPr/>
          <p:nvPr/>
        </p:nvGrpSpPr>
        <p:grpSpPr>
          <a:xfrm>
            <a:off x="2426339" y="-2"/>
            <a:ext cx="3366722" cy="6858000"/>
            <a:chOff x="6438780" y="-2"/>
            <a:chExt cx="3366722" cy="6858000"/>
          </a:xfrm>
        </p:grpSpPr>
        <p:sp>
          <p:nvSpPr>
            <p:cNvPr id="18" name="Rectangle 17"/>
            <p:cNvSpPr/>
            <p:nvPr/>
          </p:nvSpPr>
          <p:spPr>
            <a:xfrm>
              <a:off x="6599774" y="232012"/>
              <a:ext cx="3083313" cy="640080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grpSp>
          <p:nvGrpSpPr>
            <p:cNvPr id="14" name="Group 13"/>
            <p:cNvGrpSpPr/>
            <p:nvPr/>
          </p:nvGrpSpPr>
          <p:grpSpPr>
            <a:xfrm>
              <a:off x="6438780" y="-2"/>
              <a:ext cx="3366722" cy="6858000"/>
              <a:chOff x="8666331" y="315797"/>
              <a:chExt cx="3366722"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7" name="Rectangle 16"/>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18"/>
            <p:cNvPicPr>
              <a:picLocks noChangeAspect="1"/>
            </p:cNvPicPr>
            <p:nvPr/>
          </p:nvPicPr>
          <p:blipFill rotWithShape="1">
            <a:blip r:embed="rId4">
              <a:extLst>
                <a:ext uri="{28A0092B-C50C-407E-A947-70E740481C1C}">
                  <a14:useLocalDpi xmlns:a14="http://schemas.microsoft.com/office/drawing/2010/main" val="0"/>
                </a:ext>
              </a:extLst>
            </a:blip>
            <a:srcRect l="21535" t="27735" r="20713" b="30801"/>
            <a:stretch/>
          </p:blipFill>
          <p:spPr>
            <a:xfrm>
              <a:off x="7181461" y="2631294"/>
              <a:ext cx="2048513" cy="1470727"/>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20" name="Rectangle 19"/>
            <p:cNvSpPr/>
            <p:nvPr/>
          </p:nvSpPr>
          <p:spPr>
            <a:xfrm>
              <a:off x="7314120" y="2478521"/>
              <a:ext cx="1654620" cy="369332"/>
            </a:xfrm>
            <a:prstGeom prst="rect">
              <a:avLst/>
            </a:prstGeom>
          </p:spPr>
          <p:txBody>
            <a:bodyPr wrap="none">
              <a:spAutoFit/>
            </a:bodyPr>
            <a:lstStyle/>
            <a:p>
              <a:r>
                <a:rPr lang="en-US" b="1" dirty="0">
                  <a:solidFill>
                    <a:srgbClr val="E9E0FF"/>
                  </a:solidFill>
                  <a:latin typeface="Comfortaa" pitchFamily="2" charset="0"/>
                </a:rPr>
                <a:t>micro2move</a:t>
              </a:r>
              <a:endParaRPr lang="en-AU" dirty="0">
                <a:solidFill>
                  <a:srgbClr val="E9E0FF"/>
                </a:solidFill>
              </a:endParaRPr>
            </a:p>
          </p:txBody>
        </p:sp>
        <p:sp>
          <p:nvSpPr>
            <p:cNvPr id="22" name="Rectangle 21"/>
            <p:cNvSpPr/>
            <p:nvPr/>
          </p:nvSpPr>
          <p:spPr>
            <a:xfrm>
              <a:off x="6709787" y="1826764"/>
              <a:ext cx="2863284" cy="292388"/>
            </a:xfrm>
            <a:prstGeom prst="rect">
              <a:avLst/>
            </a:prstGeom>
          </p:spPr>
          <p:txBody>
            <a:bodyPr wrap="none">
              <a:spAutoFit/>
            </a:bodyPr>
            <a:lstStyle/>
            <a:p>
              <a:pPr algn="ctr"/>
              <a:r>
                <a:rPr lang="en-US" sz="1300" b="1" dirty="0">
                  <a:solidFill>
                    <a:srgbClr val="E9E0FF"/>
                  </a:solidFill>
                  <a:latin typeface="Comfortaa" pitchFamily="2" charset="0"/>
                </a:rPr>
                <a:t>Making Sydney E-bike Friendly</a:t>
              </a:r>
              <a:endParaRPr lang="en-AU" sz="1300" dirty="0">
                <a:solidFill>
                  <a:srgbClr val="E9E0FF"/>
                </a:solidFill>
              </a:endParaRPr>
            </a:p>
          </p:txBody>
        </p:sp>
        <p:sp>
          <p:nvSpPr>
            <p:cNvPr id="23" name="Rectangle 22"/>
            <p:cNvSpPr/>
            <p:nvPr/>
          </p:nvSpPr>
          <p:spPr>
            <a:xfrm>
              <a:off x="6749865" y="4254794"/>
              <a:ext cx="2783134" cy="338554"/>
            </a:xfrm>
            <a:prstGeom prst="rect">
              <a:avLst/>
            </a:prstGeom>
          </p:spPr>
          <p:txBody>
            <a:bodyPr wrap="none">
              <a:spAutoFit/>
            </a:bodyPr>
            <a:lstStyle/>
            <a:p>
              <a:pPr algn="ctr"/>
              <a:r>
                <a:rPr lang="en-US" sz="1600" b="1" dirty="0">
                  <a:solidFill>
                    <a:srgbClr val="A0C88B"/>
                  </a:solidFill>
                  <a:latin typeface="Comfortaa" pitchFamily="2" charset="0"/>
                </a:rPr>
                <a:t>Affordable</a:t>
              </a:r>
              <a:r>
                <a:rPr lang="en-US" sz="1600" b="1" dirty="0">
                  <a:solidFill>
                    <a:srgbClr val="E9E0FF"/>
                  </a:solidFill>
                  <a:latin typeface="Comfortaa" pitchFamily="2" charset="0"/>
                </a:rPr>
                <a:t> </a:t>
              </a:r>
              <a:r>
                <a:rPr lang="en-US" sz="1600" b="1" dirty="0">
                  <a:solidFill>
                    <a:srgbClr val="CB9BF0"/>
                  </a:solidFill>
                  <a:latin typeface="Comfortaa" pitchFamily="2" charset="0"/>
                </a:rPr>
                <a:t>Reliable </a:t>
              </a:r>
              <a:r>
                <a:rPr lang="en-US" sz="1600" b="1" dirty="0">
                  <a:solidFill>
                    <a:srgbClr val="E9E0FF"/>
                  </a:solidFill>
                  <a:latin typeface="Comfortaa" pitchFamily="2" charset="0"/>
                </a:rPr>
                <a:t>Safe</a:t>
              </a:r>
              <a:endParaRPr lang="en-AU" sz="1600" dirty="0">
                <a:solidFill>
                  <a:srgbClr val="E9E0FF"/>
                </a:solidFill>
              </a:endParaRPr>
            </a:p>
          </p:txBody>
        </p:sp>
      </p:grpSp>
    </p:spTree>
    <p:extLst>
      <p:ext uri="{BB962C8B-B14F-4D97-AF65-F5344CB8AC3E}">
        <p14:creationId xmlns:p14="http://schemas.microsoft.com/office/powerpoint/2010/main" val="2940405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Rectangle 77"/>
          <p:cNvSpPr/>
          <p:nvPr/>
        </p:nvSpPr>
        <p:spPr>
          <a:xfrm>
            <a:off x="4973077" y="19942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extBox 6"/>
          <p:cNvSpPr txBox="1"/>
          <p:nvPr/>
        </p:nvSpPr>
        <p:spPr>
          <a:xfrm>
            <a:off x="5759025" y="1583425"/>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5977250" y="2447266"/>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57457"/>
              <a:chOff x="8416700" y="1852720"/>
              <a:chExt cx="2941320" cy="657457"/>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1" name="Group 30"/>
              <p:cNvGrpSpPr/>
              <p:nvPr/>
            </p:nvGrpSpPr>
            <p:grpSpPr>
              <a:xfrm>
                <a:off x="8604900" y="1978310"/>
                <a:ext cx="1924379" cy="531867"/>
                <a:chOff x="8604900" y="1961442"/>
                <a:chExt cx="1924379" cy="531867"/>
              </a:xfrm>
            </p:grpSpPr>
            <p:pic>
              <p:nvPicPr>
                <p:cNvPr id="32" name="Picture 3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33" name="TextBox 32"/>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50" name="Group 49"/>
          <p:cNvGrpSpPr/>
          <p:nvPr/>
        </p:nvGrpSpPr>
        <p:grpSpPr>
          <a:xfrm>
            <a:off x="4815155" y="0"/>
            <a:ext cx="3366722" cy="6858000"/>
            <a:chOff x="4676834" y="0"/>
            <a:chExt cx="3366722" cy="6858000"/>
          </a:xfrm>
        </p:grpSpPr>
        <p:grpSp>
          <p:nvGrpSpPr>
            <p:cNvPr id="51" name="Group 50"/>
            <p:cNvGrpSpPr/>
            <p:nvPr/>
          </p:nvGrpSpPr>
          <p:grpSpPr>
            <a:xfrm>
              <a:off x="4891726" y="235841"/>
              <a:ext cx="2977715" cy="657457"/>
              <a:chOff x="8416700" y="1852720"/>
              <a:chExt cx="2941320" cy="657457"/>
            </a:xfrm>
          </p:grpSpPr>
          <p:sp>
            <p:nvSpPr>
              <p:cNvPr id="56" name="Freeform 55"/>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7" name="Group 56"/>
              <p:cNvGrpSpPr/>
              <p:nvPr/>
            </p:nvGrpSpPr>
            <p:grpSpPr>
              <a:xfrm>
                <a:off x="8604900" y="1978310"/>
                <a:ext cx="1924379" cy="531867"/>
                <a:chOff x="8604900" y="1961442"/>
                <a:chExt cx="1924379" cy="531867"/>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59" name="TextBox 5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2" name="Group 51"/>
            <p:cNvGrpSpPr/>
            <p:nvPr/>
          </p:nvGrpSpPr>
          <p:grpSpPr>
            <a:xfrm>
              <a:off x="4676834" y="0"/>
              <a:ext cx="3366722" cy="6858000"/>
              <a:chOff x="8666331" y="315797"/>
              <a:chExt cx="3366722" cy="6858000"/>
            </a:xfrm>
          </p:grpSpPr>
          <p:pic>
            <p:nvPicPr>
              <p:cNvPr id="53" name="Picture 5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4" name="Picture 5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5" name="Rectangle 5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60" name="TextBox 59"/>
          <p:cNvSpPr txBox="1"/>
          <p:nvPr/>
        </p:nvSpPr>
        <p:spPr>
          <a:xfrm>
            <a:off x="5036871" y="105840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61" name="TextBox 60"/>
          <p:cNvSpPr txBox="1"/>
          <p:nvPr/>
        </p:nvSpPr>
        <p:spPr>
          <a:xfrm>
            <a:off x="5036871" y="154555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62" name="Rounded Rectangle 61"/>
          <p:cNvSpPr/>
          <p:nvPr/>
        </p:nvSpPr>
        <p:spPr>
          <a:xfrm>
            <a:off x="5132147" y="182255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63" name="TextBox 62"/>
          <p:cNvSpPr txBox="1"/>
          <p:nvPr/>
        </p:nvSpPr>
        <p:spPr>
          <a:xfrm>
            <a:off x="5036871" y="241764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64" name="Rounded Rectangle 63"/>
          <p:cNvSpPr/>
          <p:nvPr/>
        </p:nvSpPr>
        <p:spPr>
          <a:xfrm>
            <a:off x="5132147" y="26946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65" name="Rounded Rectangle 64"/>
          <p:cNvSpPr/>
          <p:nvPr/>
        </p:nvSpPr>
        <p:spPr>
          <a:xfrm>
            <a:off x="5116140" y="349667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66" name="TextBox 65"/>
          <p:cNvSpPr txBox="1"/>
          <p:nvPr/>
        </p:nvSpPr>
        <p:spPr>
          <a:xfrm>
            <a:off x="5328973" y="4221747"/>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Rectangle 106"/>
          <p:cNvSpPr/>
          <p:nvPr/>
        </p:nvSpPr>
        <p:spPr>
          <a:xfrm>
            <a:off x="1436621" y="20704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5" name="Rounded Rectangle 104"/>
          <p:cNvSpPr/>
          <p:nvPr/>
        </p:nvSpPr>
        <p:spPr>
          <a:xfrm>
            <a:off x="2994633"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Rounded Rectangle 95"/>
          <p:cNvSpPr/>
          <p:nvPr/>
        </p:nvSpPr>
        <p:spPr>
          <a:xfrm>
            <a:off x="5258788" y="10788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67" name="Group 66"/>
          <p:cNvGrpSpPr/>
          <p:nvPr/>
        </p:nvGrpSpPr>
        <p:grpSpPr>
          <a:xfrm>
            <a:off x="1264957" y="7620"/>
            <a:ext cx="3366722" cy="6858000"/>
            <a:chOff x="4676834" y="0"/>
            <a:chExt cx="3366722" cy="6858000"/>
          </a:xfrm>
        </p:grpSpPr>
        <p:grpSp>
          <p:nvGrpSpPr>
            <p:cNvPr id="70" name="Group 69"/>
            <p:cNvGrpSpPr/>
            <p:nvPr/>
          </p:nvGrpSpPr>
          <p:grpSpPr>
            <a:xfrm>
              <a:off x="4891726" y="235841"/>
              <a:ext cx="2977715" cy="657457"/>
              <a:chOff x="8416700" y="1852720"/>
              <a:chExt cx="2941320" cy="657457"/>
            </a:xfrm>
          </p:grpSpPr>
          <p:sp>
            <p:nvSpPr>
              <p:cNvPr id="75" name="Freeform 74"/>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6" name="Group 75"/>
              <p:cNvGrpSpPr/>
              <p:nvPr/>
            </p:nvGrpSpPr>
            <p:grpSpPr>
              <a:xfrm>
                <a:off x="8604900" y="1978310"/>
                <a:ext cx="1924379" cy="531867"/>
                <a:chOff x="8604900" y="1961442"/>
                <a:chExt cx="1924379" cy="531867"/>
              </a:xfrm>
            </p:grpSpPr>
            <p:pic>
              <p:nvPicPr>
                <p:cNvPr id="77" name="Picture 7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78" name="TextBox 77"/>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1" name="Group 70"/>
            <p:cNvGrpSpPr/>
            <p:nvPr/>
          </p:nvGrpSpPr>
          <p:grpSpPr>
            <a:xfrm>
              <a:off x="4676834" y="0"/>
              <a:ext cx="3366722" cy="6858000"/>
              <a:chOff x="8666331" y="315797"/>
              <a:chExt cx="3366722" cy="6858000"/>
            </a:xfrm>
          </p:grpSpPr>
          <p:pic>
            <p:nvPicPr>
              <p:cNvPr id="72" name="Picture 7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73" name="Picture 7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74" name="Rectangle 7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9" name="TextBox 78"/>
          <p:cNvSpPr txBox="1"/>
          <p:nvPr/>
        </p:nvSpPr>
        <p:spPr>
          <a:xfrm>
            <a:off x="1486510" y="1061902"/>
            <a:ext cx="907621" cy="307777"/>
          </a:xfrm>
          <a:prstGeom prst="rect">
            <a:avLst/>
          </a:prstGeom>
          <a:noFill/>
        </p:spPr>
        <p:txBody>
          <a:bodyPr wrap="none" rtlCol="0">
            <a:spAutoFit/>
          </a:bodyPr>
          <a:lstStyle/>
          <a:p>
            <a:r>
              <a:rPr lang="en-US" sz="1400" b="1" dirty="0">
                <a:solidFill>
                  <a:srgbClr val="3C4B34"/>
                </a:solidFill>
                <a:latin typeface="Comfortaa" pitchFamily="2" charset="0"/>
              </a:rPr>
              <a:t>Sign up</a:t>
            </a:r>
            <a:endParaRPr lang="en-AU" sz="1400" b="1" dirty="0">
              <a:solidFill>
                <a:srgbClr val="3C4B34"/>
              </a:solidFill>
              <a:latin typeface="Comfortaa" pitchFamily="2" charset="0"/>
            </a:endParaRPr>
          </a:p>
        </p:txBody>
      </p:sp>
      <p:sp>
        <p:nvSpPr>
          <p:cNvPr id="80" name="TextBox 79"/>
          <p:cNvSpPr txBox="1"/>
          <p:nvPr/>
        </p:nvSpPr>
        <p:spPr>
          <a:xfrm>
            <a:off x="1486510" y="1549050"/>
            <a:ext cx="2626040"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Full Name (As displayed on Govt. ID)</a:t>
            </a:r>
            <a:endParaRPr lang="en-AU" sz="1200" dirty="0">
              <a:solidFill>
                <a:srgbClr val="3C4B34"/>
              </a:solidFill>
              <a:latin typeface="Lato" panose="020F0502020204030203" pitchFamily="34" charset="0"/>
            </a:endParaRPr>
          </a:p>
        </p:txBody>
      </p:sp>
      <p:sp>
        <p:nvSpPr>
          <p:cNvPr id="81" name="Rounded Rectangle 80"/>
          <p:cNvSpPr/>
          <p:nvPr/>
        </p:nvSpPr>
        <p:spPr>
          <a:xfrm>
            <a:off x="1581786" y="18260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 Doe</a:t>
            </a:r>
            <a:endParaRPr lang="en-AU" sz="1200" dirty="0">
              <a:solidFill>
                <a:srgbClr val="7F7F7F"/>
              </a:solidFill>
            </a:endParaRPr>
          </a:p>
        </p:txBody>
      </p:sp>
      <p:sp>
        <p:nvSpPr>
          <p:cNvPr id="82" name="TextBox 81"/>
          <p:cNvSpPr txBox="1"/>
          <p:nvPr/>
        </p:nvSpPr>
        <p:spPr>
          <a:xfrm>
            <a:off x="1486510" y="2254766"/>
            <a:ext cx="10583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Date of Birth</a:t>
            </a:r>
            <a:endParaRPr lang="en-AU" sz="1200" dirty="0">
              <a:solidFill>
                <a:srgbClr val="3C4B34"/>
              </a:solidFill>
              <a:latin typeface="Lato" panose="020F0502020204030203" pitchFamily="34" charset="0"/>
            </a:endParaRPr>
          </a:p>
        </p:txBody>
      </p:sp>
      <p:sp>
        <p:nvSpPr>
          <p:cNvPr id="83" name="Rounded Rectangle 82"/>
          <p:cNvSpPr/>
          <p:nvPr/>
        </p:nvSpPr>
        <p:spPr>
          <a:xfrm>
            <a:off x="1581786" y="25317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DD/MM/YYYY</a:t>
            </a:r>
            <a:endParaRPr lang="en-AU" sz="1200" dirty="0">
              <a:solidFill>
                <a:srgbClr val="7F7F7F"/>
              </a:solidFill>
            </a:endParaRPr>
          </a:p>
        </p:txBody>
      </p:sp>
      <p:sp>
        <p:nvSpPr>
          <p:cNvPr id="84" name="TextBox 83"/>
          <p:cNvSpPr txBox="1"/>
          <p:nvPr/>
        </p:nvSpPr>
        <p:spPr>
          <a:xfrm>
            <a:off x="1480033" y="294071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5" name="Rounded Rectangle 84"/>
          <p:cNvSpPr/>
          <p:nvPr/>
        </p:nvSpPr>
        <p:spPr>
          <a:xfrm>
            <a:off x="1575309" y="321771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87" name="TextBox 86"/>
          <p:cNvSpPr txBox="1"/>
          <p:nvPr/>
        </p:nvSpPr>
        <p:spPr>
          <a:xfrm>
            <a:off x="1480033" y="3646433"/>
            <a:ext cx="1340432"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Create Password</a:t>
            </a:r>
            <a:endParaRPr lang="en-AU" sz="1200" dirty="0">
              <a:solidFill>
                <a:srgbClr val="3C4B34"/>
              </a:solidFill>
              <a:latin typeface="Lato" panose="020F0502020204030203" pitchFamily="34" charset="0"/>
            </a:endParaRPr>
          </a:p>
        </p:txBody>
      </p:sp>
      <p:sp>
        <p:nvSpPr>
          <p:cNvPr id="92" name="Rounded Rectangle 91"/>
          <p:cNvSpPr/>
          <p:nvPr/>
        </p:nvSpPr>
        <p:spPr>
          <a:xfrm>
            <a:off x="1575309" y="392343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5" name="Rectangle 4"/>
          <p:cNvSpPr/>
          <p:nvPr/>
        </p:nvSpPr>
        <p:spPr>
          <a:xfrm>
            <a:off x="1581786" y="452094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8" name="TextBox 97"/>
          <p:cNvSpPr txBox="1"/>
          <p:nvPr/>
        </p:nvSpPr>
        <p:spPr>
          <a:xfrm>
            <a:off x="1841181" y="4511755"/>
            <a:ext cx="2348720" cy="276999"/>
          </a:xfrm>
          <a:prstGeom prst="rect">
            <a:avLst/>
          </a:prstGeom>
          <a:noFill/>
        </p:spPr>
        <p:txBody>
          <a:bodyPr wrap="none" rtlCol="0">
            <a:spAutoFit/>
          </a:bodyPr>
          <a:lstStyle/>
          <a:p>
            <a:r>
              <a:rPr lang="en-US" sz="1200" dirty="0">
                <a:solidFill>
                  <a:schemeClr val="tx1">
                    <a:lumMod val="65000"/>
                    <a:lumOff val="35000"/>
                  </a:schemeClr>
                </a:solidFill>
                <a:latin typeface="Lato" panose="020F0502020204030203" pitchFamily="34" charset="0"/>
              </a:rPr>
              <a:t>I accept the</a:t>
            </a:r>
            <a:r>
              <a:rPr lang="en-US" sz="1200" dirty="0">
                <a:latin typeface="Lato" panose="020F0502020204030203" pitchFamily="34" charset="0"/>
              </a:rPr>
              <a:t> </a:t>
            </a:r>
            <a:r>
              <a:rPr lang="en-US" sz="1200" b="1" u="sng" dirty="0">
                <a:solidFill>
                  <a:srgbClr val="9510E4"/>
                </a:solidFill>
                <a:latin typeface="Lato" panose="020F0502020204030203" pitchFamily="34" charset="0"/>
              </a:rPr>
              <a:t>Terms &amp; Conditions</a:t>
            </a:r>
            <a:endParaRPr lang="en-AU" sz="1200" b="1" u="sng" dirty="0">
              <a:solidFill>
                <a:srgbClr val="9510E4"/>
              </a:solidFill>
              <a:latin typeface="Lato" panose="020F0502020204030203" pitchFamily="34" charset="0"/>
            </a:endParaRPr>
          </a:p>
        </p:txBody>
      </p:sp>
      <p:sp>
        <p:nvSpPr>
          <p:cNvPr id="99" name="Rounded Rectangle 98"/>
          <p:cNvSpPr/>
          <p:nvPr/>
        </p:nvSpPr>
        <p:spPr>
          <a:xfrm>
            <a:off x="1607039"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1" name="TextBox 100"/>
          <p:cNvSpPr txBox="1"/>
          <p:nvPr/>
        </p:nvSpPr>
        <p:spPr>
          <a:xfrm>
            <a:off x="1744363" y="5011958"/>
            <a:ext cx="992579"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Govt. ID</a:t>
            </a:r>
            <a:endParaRPr lang="en-AU" sz="900" dirty="0">
              <a:solidFill>
                <a:schemeClr val="tx1">
                  <a:lumMod val="65000"/>
                  <a:lumOff val="35000"/>
                </a:schemeClr>
              </a:solidFill>
              <a:latin typeface="Lato" panose="020F0502020204030203" pitchFamily="34" charset="0"/>
            </a:endParaRPr>
          </a:p>
        </p:txBody>
      </p:sp>
      <p:sp>
        <p:nvSpPr>
          <p:cNvPr id="102" name="TextBox 101"/>
          <p:cNvSpPr txBox="1"/>
          <p:nvPr/>
        </p:nvSpPr>
        <p:spPr>
          <a:xfrm>
            <a:off x="3192004" y="5018140"/>
            <a:ext cx="904414"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Selfie Holding </a:t>
            </a:r>
          </a:p>
          <a:p>
            <a:pPr algn="ctr"/>
            <a:r>
              <a:rPr lang="en-US" sz="900" dirty="0">
                <a:solidFill>
                  <a:schemeClr val="tx1">
                    <a:lumMod val="65000"/>
                    <a:lumOff val="35000"/>
                  </a:schemeClr>
                </a:solidFill>
                <a:latin typeface="Lato" panose="020F0502020204030203" pitchFamily="34" charset="0"/>
              </a:rPr>
              <a:t>same Govt. ID</a:t>
            </a:r>
            <a:endParaRPr lang="en-AU" sz="900" dirty="0">
              <a:solidFill>
                <a:schemeClr val="tx1">
                  <a:lumMod val="65000"/>
                  <a:lumOff val="35000"/>
                </a:schemeClr>
              </a:solidFill>
              <a:latin typeface="Lato" panose="020F0502020204030203" pitchFamily="34" charset="0"/>
            </a:endParaRPr>
          </a:p>
        </p:txBody>
      </p:sp>
      <p:sp>
        <p:nvSpPr>
          <p:cNvPr id="103" name="Rectangle 102"/>
          <p:cNvSpPr/>
          <p:nvPr/>
        </p:nvSpPr>
        <p:spPr>
          <a:xfrm>
            <a:off x="2032310" y="5397479"/>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104" name="Rectangle 103"/>
          <p:cNvSpPr/>
          <p:nvPr/>
        </p:nvSpPr>
        <p:spPr>
          <a:xfrm>
            <a:off x="3386643" y="5366701"/>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106" name="Rounded Rectangle 105"/>
          <p:cNvSpPr/>
          <p:nvPr/>
        </p:nvSpPr>
        <p:spPr>
          <a:xfrm>
            <a:off x="1575029" y="597233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108" name="Rounded Rectangle 107"/>
          <p:cNvSpPr/>
          <p:nvPr/>
        </p:nvSpPr>
        <p:spPr>
          <a:xfrm>
            <a:off x="5109121" y="596296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OK</a:t>
            </a:r>
          </a:p>
        </p:txBody>
      </p:sp>
      <p:grpSp>
        <p:nvGrpSpPr>
          <p:cNvPr id="9" name="Group 8"/>
          <p:cNvGrpSpPr/>
          <p:nvPr/>
        </p:nvGrpSpPr>
        <p:grpSpPr>
          <a:xfrm>
            <a:off x="4997969" y="220082"/>
            <a:ext cx="2977715" cy="657457"/>
            <a:chOff x="8674996" y="532475"/>
            <a:chExt cx="2977715" cy="657457"/>
          </a:xfrm>
        </p:grpSpPr>
        <p:sp>
          <p:nvSpPr>
            <p:cNvPr id="109" name="Freeform 108"/>
            <p:cNvSpPr/>
            <p:nvPr/>
          </p:nvSpPr>
          <p:spPr>
            <a:xfrm rot="10800000">
              <a:off x="8674996" y="532475"/>
              <a:ext cx="2977715"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pic>
          <p:nvPicPr>
            <p:cNvPr id="110" name="Picture 10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65525" y="658065"/>
              <a:ext cx="538449" cy="531867"/>
            </a:xfrm>
            <a:prstGeom prst="rect">
              <a:avLst/>
            </a:prstGeom>
          </p:spPr>
        </p:pic>
        <p:sp>
          <p:nvSpPr>
            <p:cNvPr id="111" name="TextBox 110"/>
            <p:cNvSpPr txBox="1"/>
            <p:nvPr/>
          </p:nvSpPr>
          <p:spPr>
            <a:xfrm>
              <a:off x="9484506" y="821489"/>
              <a:ext cx="1329210"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nvGrpSpPr>
          <p:cNvPr id="93" name="Group 92"/>
          <p:cNvGrpSpPr/>
          <p:nvPr/>
        </p:nvGrpSpPr>
        <p:grpSpPr>
          <a:xfrm>
            <a:off x="4997969" y="1066285"/>
            <a:ext cx="2924488" cy="4662815"/>
            <a:chOff x="8993192" y="1118837"/>
            <a:chExt cx="2924488" cy="4662815"/>
          </a:xfrm>
        </p:grpSpPr>
        <p:sp>
          <p:nvSpPr>
            <p:cNvPr id="69" name="TextBox 68"/>
            <p:cNvSpPr txBox="1"/>
            <p:nvPr/>
          </p:nvSpPr>
          <p:spPr>
            <a:xfrm>
              <a:off x="8993192" y="1118837"/>
              <a:ext cx="2813829" cy="307777"/>
            </a:xfrm>
            <a:prstGeom prst="rect">
              <a:avLst/>
            </a:prstGeom>
            <a:noFill/>
          </p:spPr>
          <p:txBody>
            <a:bodyPr wrap="square" rtlCol="0">
              <a:spAutoFit/>
            </a:bodyPr>
            <a:lstStyle/>
            <a:p>
              <a:r>
                <a:rPr lang="en-US" sz="1400" b="1" dirty="0">
                  <a:solidFill>
                    <a:srgbClr val="506445"/>
                  </a:solidFill>
                  <a:latin typeface="Comfortaa" pitchFamily="2" charset="0"/>
                </a:rPr>
                <a:t>Terms &amp; Conditions</a:t>
              </a:r>
              <a:endParaRPr lang="en-AU" sz="1400" b="1" dirty="0">
                <a:solidFill>
                  <a:srgbClr val="506445"/>
                </a:solidFill>
                <a:latin typeface="Comfortaa" pitchFamily="2" charset="0"/>
              </a:endParaRPr>
            </a:p>
          </p:txBody>
        </p:sp>
        <p:sp>
          <p:nvSpPr>
            <p:cNvPr id="91" name="TextBox 90"/>
            <p:cNvSpPr txBox="1"/>
            <p:nvPr/>
          </p:nvSpPr>
          <p:spPr>
            <a:xfrm>
              <a:off x="9059244" y="1488169"/>
              <a:ext cx="2858436" cy="4293483"/>
            </a:xfrm>
            <a:prstGeom prst="rect">
              <a:avLst/>
            </a:prstGeom>
            <a:noFill/>
          </p:spPr>
          <p:txBody>
            <a:bodyPr wrap="square" rtlCol="0">
              <a:spAutoFit/>
            </a:bodyPr>
            <a:lstStyle/>
            <a:p>
              <a:pPr algn="just"/>
              <a:r>
                <a:rPr lang="en-US" sz="13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a:t>
              </a:r>
            </a:p>
            <a:p>
              <a:pPr algn="just"/>
              <a:endParaRPr lang="en-US" sz="1300" dirty="0">
                <a:solidFill>
                  <a:srgbClr val="506445"/>
                </a:solidFill>
                <a:latin typeface="Lato" panose="020F0502020204030203" pitchFamily="34" charset="0"/>
              </a:endParaRPr>
            </a:p>
            <a:p>
              <a:pPr algn="just"/>
              <a:r>
                <a:rPr lang="en-US" sz="1300" b="1" dirty="0">
                  <a:solidFill>
                    <a:srgbClr val="506445"/>
                  </a:solidFill>
                  <a:latin typeface="Comfortaa" pitchFamily="2" charset="0"/>
                </a:rPr>
                <a:t>Implicit Insurance Details:</a:t>
              </a:r>
            </a:p>
            <a:p>
              <a:pPr algn="just"/>
              <a:r>
                <a:rPr lang="en-US" sz="1300" dirty="0">
                  <a:solidFill>
                    <a:srgbClr val="506445"/>
                  </a:solidFill>
                  <a:latin typeface="Lato" panose="020F0502020204030203" pitchFamily="34" charset="0"/>
                </a:rPr>
                <a:t>Your ride is insured for free with us. We are not liable for any of your ride. We are only a renting platform. If you want to know more about our insurance policies …</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grpSp>
      <p:pic>
        <p:nvPicPr>
          <p:cNvPr id="112" name="Picture 1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91784" y="-6808"/>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3" name="Picture 1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3404" y="157818"/>
            <a:ext cx="2439669" cy="456298"/>
          </a:xfrm>
          <a:prstGeom prst="rect">
            <a:avLst/>
          </a:prstGeom>
        </p:spPr>
      </p:pic>
      <p:sp>
        <p:nvSpPr>
          <p:cNvPr id="114" name="Rectangle 113"/>
          <p:cNvSpPr/>
          <p:nvPr/>
        </p:nvSpPr>
        <p:spPr>
          <a:xfrm>
            <a:off x="6003010" y="40882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a16="http://schemas.microsoft.com/office/drawing/2014/main" xmlns=""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a16="http://schemas.microsoft.com/office/drawing/2014/main" xmlns=""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xmlns=""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a16="http://schemas.microsoft.com/office/drawing/2014/main" xmlns=""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a16="http://schemas.microsoft.com/office/drawing/2014/main" xmlns=""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a16="http://schemas.microsoft.com/office/drawing/2014/main" xmlns=""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a16="http://schemas.microsoft.com/office/drawing/2014/main" xmlns=""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xmlns=""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a16="http://schemas.microsoft.com/office/drawing/2014/main" xmlns=""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xmlns=""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xmlns=""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xmlns=""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xmlns=""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xmlns=""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xmlns=""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xmlns=""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80" name="TextBox 79"/>
          <p:cNvSpPr txBox="1"/>
          <p:nvPr/>
        </p:nvSpPr>
        <p:spPr>
          <a:xfrm>
            <a:off x="1665953" y="4452797"/>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Sign 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ectangle 27"/>
          <p:cNvSpPr/>
          <p:nvPr/>
        </p:nvSpPr>
        <p:spPr>
          <a:xfrm>
            <a:off x="4987208"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9" name="Group 28"/>
          <p:cNvGrpSpPr/>
          <p:nvPr/>
        </p:nvGrpSpPr>
        <p:grpSpPr>
          <a:xfrm>
            <a:off x="4836368" y="-4255"/>
            <a:ext cx="3366722" cy="6858000"/>
            <a:chOff x="4676834" y="0"/>
            <a:chExt cx="3366722" cy="6858000"/>
          </a:xfrm>
        </p:grpSpPr>
        <p:grpSp>
          <p:nvGrpSpPr>
            <p:cNvPr id="30" name="Group 29"/>
            <p:cNvGrpSpPr/>
            <p:nvPr/>
          </p:nvGrpSpPr>
          <p:grpSpPr>
            <a:xfrm>
              <a:off x="4840421" y="235840"/>
              <a:ext cx="3029027" cy="958178"/>
              <a:chOff x="8366016" y="1852719"/>
              <a:chExt cx="2992003" cy="958178"/>
            </a:xfrm>
          </p:grpSpPr>
          <p:sp>
            <p:nvSpPr>
              <p:cNvPr id="36" name="Freeform 3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7" name="Group 36"/>
              <p:cNvGrpSpPr/>
              <p:nvPr/>
            </p:nvGrpSpPr>
            <p:grpSpPr>
              <a:xfrm>
                <a:off x="8366016" y="1868661"/>
                <a:ext cx="2052847" cy="942236"/>
                <a:chOff x="8366016" y="1851793"/>
                <a:chExt cx="2052847" cy="942236"/>
              </a:xfrm>
            </p:grpSpPr>
            <p:pic>
              <p:nvPicPr>
                <p:cNvPr id="38" name="Picture 3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40" name="TextBox 3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31" name="Group 30"/>
            <p:cNvGrpSpPr/>
            <p:nvPr/>
          </p:nvGrpSpPr>
          <p:grpSpPr>
            <a:xfrm>
              <a:off x="4676834" y="0"/>
              <a:ext cx="3366722" cy="6858000"/>
              <a:chOff x="8666331" y="315797"/>
              <a:chExt cx="3366722" cy="6858000"/>
            </a:xfrm>
          </p:grpSpPr>
          <p:pic>
            <p:nvPicPr>
              <p:cNvPr id="32" name="Picture 3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3" name="Picture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5" name="Rectangle 3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41" name="TextBox 40"/>
          <p:cNvSpPr txBox="1"/>
          <p:nvPr/>
        </p:nvSpPr>
        <p:spPr>
          <a:xfrm>
            <a:off x="5067630" y="1230495"/>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42" name="TextBox 41"/>
          <p:cNvSpPr txBox="1"/>
          <p:nvPr/>
        </p:nvSpPr>
        <p:spPr>
          <a:xfrm>
            <a:off x="5058012" y="269357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43" name="Rounded Rectangle 42"/>
          <p:cNvSpPr/>
          <p:nvPr/>
        </p:nvSpPr>
        <p:spPr>
          <a:xfrm>
            <a:off x="5153288" y="297057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4" name="TextBox 43"/>
          <p:cNvSpPr txBox="1"/>
          <p:nvPr/>
        </p:nvSpPr>
        <p:spPr>
          <a:xfrm>
            <a:off x="5058012" y="3565663"/>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5" name="Rounded Rectangle 44"/>
          <p:cNvSpPr/>
          <p:nvPr/>
        </p:nvSpPr>
        <p:spPr>
          <a:xfrm>
            <a:off x="5153288" y="384266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6" name="Rounded Rectangle 45"/>
          <p:cNvSpPr/>
          <p:nvPr/>
        </p:nvSpPr>
        <p:spPr>
          <a:xfrm>
            <a:off x="5137281" y="4644696"/>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7" name="TextBox 46"/>
          <p:cNvSpPr txBox="1"/>
          <p:nvPr/>
        </p:nvSpPr>
        <p:spPr>
          <a:xfrm>
            <a:off x="5285194" y="5369764"/>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48" name="Group 47"/>
          <p:cNvGrpSpPr/>
          <p:nvPr/>
        </p:nvGrpSpPr>
        <p:grpSpPr>
          <a:xfrm>
            <a:off x="5239727" y="6090715"/>
            <a:ext cx="2559317" cy="376814"/>
            <a:chOff x="1620486" y="6094970"/>
            <a:chExt cx="2559317" cy="376814"/>
          </a:xfrm>
        </p:grpSpPr>
        <p:pic>
          <p:nvPicPr>
            <p:cNvPr id="49" name="Picture 4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51" name="Picture 5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52" name="Group 51"/>
            <p:cNvGrpSpPr/>
            <p:nvPr/>
          </p:nvGrpSpPr>
          <p:grpSpPr>
            <a:xfrm>
              <a:off x="2061631" y="6094970"/>
              <a:ext cx="1694123" cy="376814"/>
              <a:chOff x="5033065" y="5683638"/>
              <a:chExt cx="1694123" cy="376814"/>
            </a:xfrm>
          </p:grpSpPr>
          <p:pic>
            <p:nvPicPr>
              <p:cNvPr id="53" name="Picture 5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54" name="Rectangle 5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55" name="TextBox 54"/>
          <p:cNvSpPr txBox="1"/>
          <p:nvPr/>
        </p:nvSpPr>
        <p:spPr>
          <a:xfrm>
            <a:off x="5757098"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TextBox 55"/>
          <p:cNvSpPr txBox="1"/>
          <p:nvPr/>
        </p:nvSpPr>
        <p:spPr>
          <a:xfrm>
            <a:off x="5168482" y="1707265"/>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
        <p:nvSpPr>
          <p:cNvPr id="58" name="Rectangle 57"/>
          <p:cNvSpPr/>
          <p:nvPr/>
        </p:nvSpPr>
        <p:spPr>
          <a:xfrm>
            <a:off x="8602020"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9" name="Group 58"/>
          <p:cNvGrpSpPr/>
          <p:nvPr/>
        </p:nvGrpSpPr>
        <p:grpSpPr>
          <a:xfrm>
            <a:off x="8451180" y="-4255"/>
            <a:ext cx="3366722" cy="6858000"/>
            <a:chOff x="4676834" y="0"/>
            <a:chExt cx="3366722" cy="6858000"/>
          </a:xfrm>
        </p:grpSpPr>
        <p:grpSp>
          <p:nvGrpSpPr>
            <p:cNvPr id="60" name="Group 59"/>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7" name="Group 66"/>
            <p:cNvGrpSpPr/>
            <p:nvPr/>
          </p:nvGrpSpPr>
          <p:grpSpPr>
            <a:xfrm>
              <a:off x="4676834" y="0"/>
              <a:ext cx="3366722" cy="6858000"/>
              <a:chOff x="8666331" y="315797"/>
              <a:chExt cx="3366722" cy="6858000"/>
            </a:xfrm>
          </p:grpSpPr>
          <p:pic>
            <p:nvPicPr>
              <p:cNvPr id="77" name="Picture 7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8672824" y="1223783"/>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89" name="TextBox 88"/>
          <p:cNvSpPr txBox="1"/>
          <p:nvPr/>
        </p:nvSpPr>
        <p:spPr>
          <a:xfrm>
            <a:off x="8672824" y="285734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8768100" y="313434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91" name="TextBox 90"/>
          <p:cNvSpPr txBox="1"/>
          <p:nvPr/>
        </p:nvSpPr>
        <p:spPr>
          <a:xfrm>
            <a:off x="8672824" y="3729439"/>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8768100" y="400643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93" name="Rounded Rectangle 92"/>
          <p:cNvSpPr/>
          <p:nvPr/>
        </p:nvSpPr>
        <p:spPr>
          <a:xfrm>
            <a:off x="8752093" y="480847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94" name="TextBox 93"/>
          <p:cNvSpPr txBox="1"/>
          <p:nvPr/>
        </p:nvSpPr>
        <p:spPr>
          <a:xfrm>
            <a:off x="8900006" y="5533540"/>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95" name="Group 94"/>
          <p:cNvGrpSpPr/>
          <p:nvPr/>
        </p:nvGrpSpPr>
        <p:grpSpPr>
          <a:xfrm>
            <a:off x="8854539" y="6090715"/>
            <a:ext cx="2559317" cy="376814"/>
            <a:chOff x="1620486" y="6094970"/>
            <a:chExt cx="2559317" cy="376814"/>
          </a:xfrm>
        </p:grpSpPr>
        <p:pic>
          <p:nvPicPr>
            <p:cNvPr id="96" name="Picture 95"/>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97" name="Picture 96"/>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98" name="Group 97"/>
            <p:cNvGrpSpPr/>
            <p:nvPr/>
          </p:nvGrpSpPr>
          <p:grpSpPr>
            <a:xfrm>
              <a:off x="2061631" y="6094970"/>
              <a:ext cx="1694123" cy="376814"/>
              <a:chOff x="5033065" y="5683638"/>
              <a:chExt cx="1694123" cy="376814"/>
            </a:xfrm>
          </p:grpSpPr>
          <p:pic>
            <p:nvPicPr>
              <p:cNvPr id="99" name="Picture 98"/>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0" name="Rectangle 99"/>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1" name="TextBox 100"/>
          <p:cNvSpPr txBox="1"/>
          <p:nvPr/>
        </p:nvSpPr>
        <p:spPr>
          <a:xfrm>
            <a:off x="9371910"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2" name="TextBox 101"/>
          <p:cNvSpPr txBox="1"/>
          <p:nvPr/>
        </p:nvSpPr>
        <p:spPr>
          <a:xfrm>
            <a:off x="8774953" y="1640160"/>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a:t>Thank you for showing interest!</a:t>
            </a:r>
            <a:endParaRPr lang="en-US" dirty="0"/>
          </a:p>
          <a:p>
            <a:r>
              <a:rPr lang="en-US" sz="1200" dirty="0"/>
              <a:t>Admin did not grant you access because:</a:t>
            </a:r>
          </a:p>
          <a:p>
            <a:pPr algn="just"/>
            <a:r>
              <a:rPr lang="en-AU" sz="1200" dirty="0"/>
              <a:t>Lorem ipsum ed ut perspiciatis unde omnis iste natus error sit </a:t>
            </a:r>
            <a:r>
              <a:rPr lang="pt-BR" sz="1200" dirty="0"/>
              <a:t>accusantium doloremque laudantium, totam rem ar</a:t>
            </a:r>
            <a:r>
              <a:rPr lang="en-AU" sz="1400" dirty="0"/>
              <a:t>.</a:t>
            </a:r>
            <a:endParaRPr lang="en-US" sz="1200" dirty="0"/>
          </a:p>
        </p:txBody>
      </p:sp>
      <p:sp>
        <p:nvSpPr>
          <p:cNvPr id="103" name="Rounded Rectangle 102"/>
          <p:cNvSpPr/>
          <p:nvPr/>
        </p:nvSpPr>
        <p:spPr>
          <a:xfrm>
            <a:off x="1518040" y="5045912"/>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smtClean="0">
                <a:solidFill>
                  <a:srgbClr val="9510E4"/>
                </a:solidFill>
                <a:latin typeface="Comfortaa" pitchFamily="2" charset="0"/>
              </a:rPr>
              <a:t>          </a:t>
            </a:r>
            <a:r>
              <a:rPr lang="en-US" sz="1100" b="1" dirty="0" smtClean="0">
                <a:solidFill>
                  <a:srgbClr val="AD56E1"/>
                </a:solidFill>
                <a:latin typeface="Comfortaa" pitchFamily="2" charset="0"/>
              </a:rPr>
              <a:t>Business </a:t>
            </a:r>
            <a:r>
              <a:rPr lang="en-US" sz="1100" b="1" dirty="0">
                <a:solidFill>
                  <a:srgbClr val="AD56E1"/>
                </a:solidFill>
                <a:latin typeface="Comfortaa" pitchFamily="2" charset="0"/>
              </a:rPr>
              <a:t>Admin Login</a:t>
            </a:r>
            <a:endParaRPr lang="en-AU" sz="1100" b="1" dirty="0">
              <a:solidFill>
                <a:srgbClr val="AD56E1"/>
              </a:solidFill>
              <a:latin typeface="Comfortaa" pitchFamily="2" charset="0"/>
            </a:endParaRPr>
          </a:p>
        </p:txBody>
      </p:sp>
      <p:pic>
        <p:nvPicPr>
          <p:cNvPr id="104" name="Picture 10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94423" y="4952941"/>
            <a:ext cx="538449" cy="531867"/>
          </a:xfrm>
          <a:prstGeom prst="rect">
            <a:avLst/>
          </a:prstGeom>
        </p:spPr>
      </p:pic>
    </p:spTree>
    <p:extLst>
      <p:ext uri="{BB962C8B-B14F-4D97-AF65-F5344CB8AC3E}">
        <p14:creationId xmlns:p14="http://schemas.microsoft.com/office/powerpoint/2010/main" val="1544035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07609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74" name="TextBox 73"/>
          <p:cNvSpPr txBox="1"/>
          <p:nvPr/>
        </p:nvSpPr>
        <p:spPr>
          <a:xfrm>
            <a:off x="1438771" y="1349884"/>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a:t>
            </a:r>
            <a:r>
              <a:rPr lang="en-US" sz="1200" dirty="0" smtClean="0">
                <a:solidFill>
                  <a:srgbClr val="3C4B34"/>
                </a:solidFill>
                <a:latin typeface="Lato" panose="020F0502020204030203" pitchFamily="34" charset="0"/>
              </a:rPr>
              <a:t>Name</a:t>
            </a:r>
            <a:endParaRPr lang="en-AU" sz="1200" dirty="0">
              <a:solidFill>
                <a:srgbClr val="3C4B34"/>
              </a:solidFill>
              <a:latin typeface="Lato" panose="020F0502020204030203" pitchFamily="34" charset="0"/>
            </a:endParaRPr>
          </a:p>
        </p:txBody>
      </p:sp>
      <p:sp>
        <p:nvSpPr>
          <p:cNvPr id="75" name="Rounded Rectangle 74"/>
          <p:cNvSpPr/>
          <p:nvPr/>
        </p:nvSpPr>
        <p:spPr>
          <a:xfrm>
            <a:off x="1534047" y="162688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Register</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89" name="TextBox 88"/>
          <p:cNvSpPr txBox="1"/>
          <p:nvPr/>
        </p:nvSpPr>
        <p:spPr>
          <a:xfrm>
            <a:off x="1445796" y="2034071"/>
            <a:ext cx="76655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90" name="Rounded Rectangle 89"/>
          <p:cNvSpPr/>
          <p:nvPr/>
        </p:nvSpPr>
        <p:spPr>
          <a:xfrm>
            <a:off x="1541072" y="231789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Bondi</a:t>
            </a:r>
            <a:endParaRPr lang="en-AU" sz="1200" dirty="0">
              <a:solidFill>
                <a:srgbClr val="7F7F7F"/>
              </a:solidFill>
            </a:endParaRPr>
          </a:p>
        </p:txBody>
      </p:sp>
      <p:sp>
        <p:nvSpPr>
          <p:cNvPr id="91" name="TextBox 90"/>
          <p:cNvSpPr txBox="1"/>
          <p:nvPr/>
        </p:nvSpPr>
        <p:spPr>
          <a:xfrm>
            <a:off x="1445796" y="2728743"/>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92" name="Rounded Rectangle 91"/>
          <p:cNvSpPr/>
          <p:nvPr/>
        </p:nvSpPr>
        <p:spPr>
          <a:xfrm>
            <a:off x="1541072" y="30057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93" name="Rectangle 92"/>
          <p:cNvSpPr/>
          <p:nvPr/>
        </p:nvSpPr>
        <p:spPr>
          <a:xfrm>
            <a:off x="504148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4" name="Group 93"/>
          <p:cNvGrpSpPr/>
          <p:nvPr/>
        </p:nvGrpSpPr>
        <p:grpSpPr>
          <a:xfrm>
            <a:off x="4890644" y="0"/>
            <a:ext cx="3366722" cy="6858000"/>
            <a:chOff x="4676834" y="0"/>
            <a:chExt cx="3366722" cy="6858000"/>
          </a:xfrm>
        </p:grpSpPr>
        <p:grpSp>
          <p:nvGrpSpPr>
            <p:cNvPr id="95" name="Group 94"/>
            <p:cNvGrpSpPr/>
            <p:nvPr/>
          </p:nvGrpSpPr>
          <p:grpSpPr>
            <a:xfrm>
              <a:off x="4840421" y="235840"/>
              <a:ext cx="3029027" cy="958178"/>
              <a:chOff x="8366016" y="1852719"/>
              <a:chExt cx="2992003" cy="958178"/>
            </a:xfrm>
          </p:grpSpPr>
          <p:sp>
            <p:nvSpPr>
              <p:cNvPr id="100" name="Freeform 99"/>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01" name="Group 100"/>
              <p:cNvGrpSpPr/>
              <p:nvPr/>
            </p:nvGrpSpPr>
            <p:grpSpPr>
              <a:xfrm>
                <a:off x="8366016" y="1868661"/>
                <a:ext cx="2052847" cy="942236"/>
                <a:chOff x="8366016" y="1851793"/>
                <a:chExt cx="2052847" cy="942236"/>
              </a:xfrm>
            </p:grpSpPr>
            <p:pic>
              <p:nvPicPr>
                <p:cNvPr id="102" name="Picture 10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03" name="TextBox 102"/>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96" name="Group 95"/>
            <p:cNvGrpSpPr/>
            <p:nvPr/>
          </p:nvGrpSpPr>
          <p:grpSpPr>
            <a:xfrm>
              <a:off x="4676834" y="0"/>
              <a:ext cx="3366722" cy="6858000"/>
              <a:chOff x="8666331" y="315797"/>
              <a:chExt cx="3366722" cy="6858000"/>
            </a:xfrm>
          </p:grpSpPr>
          <p:pic>
            <p:nvPicPr>
              <p:cNvPr id="97" name="Picture 9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8" name="Picture 9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9" name="Rectangle 9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04" name="TextBox 103"/>
          <p:cNvSpPr txBox="1"/>
          <p:nvPr/>
        </p:nvSpPr>
        <p:spPr>
          <a:xfrm>
            <a:off x="5112288" y="128945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grpSp>
        <p:nvGrpSpPr>
          <p:cNvPr id="108" name="Group 107"/>
          <p:cNvGrpSpPr/>
          <p:nvPr/>
        </p:nvGrpSpPr>
        <p:grpSpPr>
          <a:xfrm>
            <a:off x="5294003" y="6094970"/>
            <a:ext cx="2559317" cy="376814"/>
            <a:chOff x="1620486" y="6094970"/>
            <a:chExt cx="2559317" cy="376814"/>
          </a:xfrm>
        </p:grpSpPr>
        <p:pic>
          <p:nvPicPr>
            <p:cNvPr id="109" name="Picture 10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0" name="Picture 10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1" name="Group 110"/>
            <p:cNvGrpSpPr/>
            <p:nvPr/>
          </p:nvGrpSpPr>
          <p:grpSpPr>
            <a:xfrm>
              <a:off x="2061631" y="6094970"/>
              <a:ext cx="1694123" cy="376814"/>
              <a:chOff x="5033065" y="5683638"/>
              <a:chExt cx="1694123" cy="376814"/>
            </a:xfrm>
          </p:grpSpPr>
          <p:pic>
            <p:nvPicPr>
              <p:cNvPr id="112" name="Picture 11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3" name="Rectangle 11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14" name="TextBox 113"/>
          <p:cNvSpPr txBox="1"/>
          <p:nvPr/>
        </p:nvSpPr>
        <p:spPr>
          <a:xfrm>
            <a:off x="5811374"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19" name="TextBox 118"/>
          <p:cNvSpPr txBox="1"/>
          <p:nvPr/>
        </p:nvSpPr>
        <p:spPr>
          <a:xfrm>
            <a:off x="5214589" y="164325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
        <p:nvSpPr>
          <p:cNvPr id="56" name="TextBox 55"/>
          <p:cNvSpPr txBox="1"/>
          <p:nvPr/>
        </p:nvSpPr>
        <p:spPr>
          <a:xfrm>
            <a:off x="1456306" y="3418855"/>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57" name="Rounded Rectangle 56"/>
          <p:cNvSpPr/>
          <p:nvPr/>
        </p:nvSpPr>
        <p:spPr>
          <a:xfrm>
            <a:off x="1551582" y="370267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58" name="TextBox 57"/>
          <p:cNvSpPr txBox="1"/>
          <p:nvPr/>
        </p:nvSpPr>
        <p:spPr>
          <a:xfrm>
            <a:off x="1456306" y="4106701"/>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59" name="Rounded Rectangle 58"/>
          <p:cNvSpPr/>
          <p:nvPr/>
        </p:nvSpPr>
        <p:spPr>
          <a:xfrm>
            <a:off x="1551582" y="438370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60" name="TextBox 59"/>
          <p:cNvSpPr txBox="1"/>
          <p:nvPr/>
        </p:nvSpPr>
        <p:spPr>
          <a:xfrm>
            <a:off x="5104777" y="2387957"/>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a:t>
            </a:r>
            <a:r>
              <a:rPr lang="en-US" sz="1200" dirty="0" smtClean="0">
                <a:solidFill>
                  <a:srgbClr val="3C4B34"/>
                </a:solidFill>
                <a:latin typeface="Lato" panose="020F0502020204030203" pitchFamily="34" charset="0"/>
              </a:rPr>
              <a:t>Name</a:t>
            </a:r>
            <a:endParaRPr lang="en-AU" sz="1200" dirty="0">
              <a:solidFill>
                <a:srgbClr val="3C4B34"/>
              </a:solidFill>
              <a:latin typeface="Lato" panose="020F0502020204030203" pitchFamily="34" charset="0"/>
            </a:endParaRPr>
          </a:p>
        </p:txBody>
      </p:sp>
      <p:sp>
        <p:nvSpPr>
          <p:cNvPr id="67" name="Rounded Rectangle 66"/>
          <p:cNvSpPr/>
          <p:nvPr/>
        </p:nvSpPr>
        <p:spPr>
          <a:xfrm>
            <a:off x="5200053" y="266495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76" name="TextBox 75"/>
          <p:cNvSpPr txBox="1"/>
          <p:nvPr/>
        </p:nvSpPr>
        <p:spPr>
          <a:xfrm>
            <a:off x="5111802" y="3072144"/>
            <a:ext cx="76655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77" name="Rounded Rectangle 76"/>
          <p:cNvSpPr/>
          <p:nvPr/>
        </p:nvSpPr>
        <p:spPr>
          <a:xfrm>
            <a:off x="5207078" y="335596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Bondi</a:t>
            </a:r>
            <a:endParaRPr lang="en-AU" sz="1200" dirty="0">
              <a:solidFill>
                <a:srgbClr val="7F7F7F"/>
              </a:solidFill>
            </a:endParaRPr>
          </a:p>
        </p:txBody>
      </p:sp>
      <p:sp>
        <p:nvSpPr>
          <p:cNvPr id="78" name="TextBox 77"/>
          <p:cNvSpPr txBox="1"/>
          <p:nvPr/>
        </p:nvSpPr>
        <p:spPr>
          <a:xfrm>
            <a:off x="5111802" y="3766816"/>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80" name="Rounded Rectangle 79"/>
          <p:cNvSpPr/>
          <p:nvPr/>
        </p:nvSpPr>
        <p:spPr>
          <a:xfrm>
            <a:off x="5207078" y="404381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82" name="TextBox 81"/>
          <p:cNvSpPr txBox="1"/>
          <p:nvPr/>
        </p:nvSpPr>
        <p:spPr>
          <a:xfrm>
            <a:off x="5122312" y="4456928"/>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3" name="Rounded Rectangle 82"/>
          <p:cNvSpPr/>
          <p:nvPr/>
        </p:nvSpPr>
        <p:spPr>
          <a:xfrm>
            <a:off x="5217588" y="474075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84" name="TextBox 83"/>
          <p:cNvSpPr txBox="1"/>
          <p:nvPr/>
        </p:nvSpPr>
        <p:spPr>
          <a:xfrm>
            <a:off x="5122312" y="5160688"/>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85" name="Rounded Rectangle 84"/>
          <p:cNvSpPr/>
          <p:nvPr/>
        </p:nvSpPr>
        <p:spPr>
          <a:xfrm>
            <a:off x="5217588" y="543768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107" name="Rounded Rectangle 106"/>
          <p:cNvSpPr/>
          <p:nvPr/>
        </p:nvSpPr>
        <p:spPr>
          <a:xfrm>
            <a:off x="5219246" y="5595602"/>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86" name="Rectangle 85"/>
          <p:cNvSpPr/>
          <p:nvPr/>
        </p:nvSpPr>
        <p:spPr>
          <a:xfrm>
            <a:off x="8769833" y="169894"/>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87" name="Group 86"/>
          <p:cNvGrpSpPr/>
          <p:nvPr/>
        </p:nvGrpSpPr>
        <p:grpSpPr>
          <a:xfrm>
            <a:off x="8618993" y="2569"/>
            <a:ext cx="3366722" cy="6858000"/>
            <a:chOff x="4676834" y="0"/>
            <a:chExt cx="3366722" cy="6858000"/>
          </a:xfrm>
        </p:grpSpPr>
        <p:grpSp>
          <p:nvGrpSpPr>
            <p:cNvPr id="88" name="Group 87"/>
            <p:cNvGrpSpPr/>
            <p:nvPr/>
          </p:nvGrpSpPr>
          <p:grpSpPr>
            <a:xfrm>
              <a:off x="4840421" y="235840"/>
              <a:ext cx="3029027" cy="958178"/>
              <a:chOff x="8366016" y="1852719"/>
              <a:chExt cx="2992003" cy="958178"/>
            </a:xfrm>
          </p:grpSpPr>
          <p:sp>
            <p:nvSpPr>
              <p:cNvPr id="124" name="Freeform 12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25" name="Group 124"/>
              <p:cNvGrpSpPr/>
              <p:nvPr/>
            </p:nvGrpSpPr>
            <p:grpSpPr>
              <a:xfrm>
                <a:off x="8366016" y="1868661"/>
                <a:ext cx="2052847" cy="942236"/>
                <a:chOff x="8366016" y="1851793"/>
                <a:chExt cx="2052847" cy="942236"/>
              </a:xfrm>
            </p:grpSpPr>
            <p:pic>
              <p:nvPicPr>
                <p:cNvPr id="126" name="Picture 12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27" name="TextBox 12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20" name="Group 119"/>
            <p:cNvGrpSpPr/>
            <p:nvPr/>
          </p:nvGrpSpPr>
          <p:grpSpPr>
            <a:xfrm>
              <a:off x="4676834" y="0"/>
              <a:ext cx="3366722" cy="6858000"/>
              <a:chOff x="8666331" y="315797"/>
              <a:chExt cx="3366722" cy="6858000"/>
            </a:xfrm>
          </p:grpSpPr>
          <p:pic>
            <p:nvPicPr>
              <p:cNvPr id="121" name="Picture 12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22" name="Picture 12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23" name="Rectangle 12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28" name="TextBox 127"/>
          <p:cNvSpPr txBox="1"/>
          <p:nvPr/>
        </p:nvSpPr>
        <p:spPr>
          <a:xfrm>
            <a:off x="8840637" y="1292025"/>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grpSp>
        <p:nvGrpSpPr>
          <p:cNvPr id="129" name="Group 128"/>
          <p:cNvGrpSpPr/>
          <p:nvPr/>
        </p:nvGrpSpPr>
        <p:grpSpPr>
          <a:xfrm>
            <a:off x="9022352" y="6097539"/>
            <a:ext cx="2559317" cy="376814"/>
            <a:chOff x="1620486" y="6094970"/>
            <a:chExt cx="2559317" cy="376814"/>
          </a:xfrm>
        </p:grpSpPr>
        <p:pic>
          <p:nvPicPr>
            <p:cNvPr id="130" name="Picture 129"/>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31" name="Picture 13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32" name="Group 131"/>
            <p:cNvGrpSpPr/>
            <p:nvPr/>
          </p:nvGrpSpPr>
          <p:grpSpPr>
            <a:xfrm>
              <a:off x="2061631" y="6094970"/>
              <a:ext cx="1694123" cy="376814"/>
              <a:chOff x="5033065" y="5683638"/>
              <a:chExt cx="1694123" cy="376814"/>
            </a:xfrm>
          </p:grpSpPr>
          <p:pic>
            <p:nvPicPr>
              <p:cNvPr id="133" name="Picture 13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34" name="Rectangle 13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5" name="TextBox 134"/>
          <p:cNvSpPr txBox="1"/>
          <p:nvPr/>
        </p:nvSpPr>
        <p:spPr>
          <a:xfrm>
            <a:off x="9539723" y="739659"/>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37" name="TextBox 136"/>
          <p:cNvSpPr txBox="1"/>
          <p:nvPr/>
        </p:nvSpPr>
        <p:spPr>
          <a:xfrm>
            <a:off x="8833126" y="2745370"/>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a:t>
            </a:r>
            <a:r>
              <a:rPr lang="en-US" sz="1200" dirty="0" smtClean="0">
                <a:solidFill>
                  <a:srgbClr val="3C4B34"/>
                </a:solidFill>
                <a:latin typeface="Lato" panose="020F0502020204030203" pitchFamily="34" charset="0"/>
              </a:rPr>
              <a:t>Name</a:t>
            </a:r>
            <a:endParaRPr lang="en-AU" sz="1200" dirty="0">
              <a:solidFill>
                <a:srgbClr val="3C4B34"/>
              </a:solidFill>
              <a:latin typeface="Lato" panose="020F0502020204030203" pitchFamily="34" charset="0"/>
            </a:endParaRPr>
          </a:p>
        </p:txBody>
      </p:sp>
      <p:sp>
        <p:nvSpPr>
          <p:cNvPr id="138" name="Rounded Rectangle 137"/>
          <p:cNvSpPr/>
          <p:nvPr/>
        </p:nvSpPr>
        <p:spPr>
          <a:xfrm>
            <a:off x="8928402" y="302236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139" name="TextBox 138"/>
          <p:cNvSpPr txBox="1"/>
          <p:nvPr/>
        </p:nvSpPr>
        <p:spPr>
          <a:xfrm>
            <a:off x="8840151" y="3429557"/>
            <a:ext cx="76655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140" name="Rounded Rectangle 139"/>
          <p:cNvSpPr/>
          <p:nvPr/>
        </p:nvSpPr>
        <p:spPr>
          <a:xfrm>
            <a:off x="8935427" y="371338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Bondi</a:t>
            </a:r>
            <a:endParaRPr lang="en-AU" sz="1200" dirty="0">
              <a:solidFill>
                <a:srgbClr val="7F7F7F"/>
              </a:solidFill>
            </a:endParaRPr>
          </a:p>
        </p:txBody>
      </p:sp>
      <p:sp>
        <p:nvSpPr>
          <p:cNvPr id="141" name="TextBox 140"/>
          <p:cNvSpPr txBox="1"/>
          <p:nvPr/>
        </p:nvSpPr>
        <p:spPr>
          <a:xfrm>
            <a:off x="8840151" y="4124229"/>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142" name="Rounded Rectangle 141"/>
          <p:cNvSpPr/>
          <p:nvPr/>
        </p:nvSpPr>
        <p:spPr>
          <a:xfrm>
            <a:off x="8935427" y="440122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143" name="TextBox 142"/>
          <p:cNvSpPr txBox="1"/>
          <p:nvPr/>
        </p:nvSpPr>
        <p:spPr>
          <a:xfrm>
            <a:off x="8850661" y="481434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144" name="Rounded Rectangle 143"/>
          <p:cNvSpPr/>
          <p:nvPr/>
        </p:nvSpPr>
        <p:spPr>
          <a:xfrm>
            <a:off x="8945937" y="509816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147" name="Rounded Rectangle 146"/>
          <p:cNvSpPr/>
          <p:nvPr/>
        </p:nvSpPr>
        <p:spPr>
          <a:xfrm>
            <a:off x="8959785" y="5591745"/>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148" name="TextBox 147"/>
          <p:cNvSpPr txBox="1"/>
          <p:nvPr/>
        </p:nvSpPr>
        <p:spPr>
          <a:xfrm>
            <a:off x="8937066" y="1630190"/>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a:t>Thank you for showing interest!</a:t>
            </a:r>
            <a:endParaRPr lang="en-US" dirty="0"/>
          </a:p>
          <a:p>
            <a:r>
              <a:rPr lang="en-US" sz="1200" dirty="0"/>
              <a:t>Admin did not grant you access because:</a:t>
            </a:r>
          </a:p>
          <a:p>
            <a:pPr algn="just"/>
            <a:r>
              <a:rPr lang="en-AU" sz="1200" dirty="0"/>
              <a:t>Lorem ipsum ed ut perspiciatis unde omnis iste natus error sit </a:t>
            </a:r>
            <a:r>
              <a:rPr lang="pt-BR" sz="1200" dirty="0"/>
              <a:t>accusantium doloremque laudantium, totam rem ar</a:t>
            </a:r>
            <a:r>
              <a:rPr lang="en-AU" sz="1400" dirty="0"/>
              <a:t>.</a:t>
            </a:r>
            <a:endParaRPr lang="en-US" sz="1200" dirty="0"/>
          </a:p>
        </p:txBody>
      </p:sp>
      <p:sp>
        <p:nvSpPr>
          <p:cNvPr id="149" name="TextBox 148"/>
          <p:cNvSpPr txBox="1"/>
          <p:nvPr/>
        </p:nvSpPr>
        <p:spPr>
          <a:xfrm>
            <a:off x="1456306" y="4848234"/>
            <a:ext cx="177965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Owner/ Manager Name</a:t>
            </a:r>
            <a:endParaRPr lang="en-AU" sz="1200" dirty="0">
              <a:solidFill>
                <a:srgbClr val="3C4B34"/>
              </a:solidFill>
              <a:latin typeface="Lato" panose="020F0502020204030203" pitchFamily="34" charset="0"/>
            </a:endParaRPr>
          </a:p>
        </p:txBody>
      </p:sp>
      <p:sp>
        <p:nvSpPr>
          <p:cNvPr id="150" name="Rounded Rectangle 149"/>
          <p:cNvSpPr/>
          <p:nvPr/>
        </p:nvSpPr>
        <p:spPr>
          <a:xfrm>
            <a:off x="1551582" y="5125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John Doe</a:t>
            </a:r>
            <a:endParaRPr lang="en-AU" sz="1200" dirty="0">
              <a:solidFill>
                <a:srgbClr val="7F7F7F"/>
              </a:solidFill>
            </a:endParaRPr>
          </a:p>
        </p:txBody>
      </p:sp>
      <p:sp>
        <p:nvSpPr>
          <p:cNvPr id="79" name="Rounded Rectangle 78"/>
          <p:cNvSpPr/>
          <p:nvPr/>
        </p:nvSpPr>
        <p:spPr>
          <a:xfrm>
            <a:off x="1545729" y="561846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Tree>
    <p:extLst>
      <p:ext uri="{BB962C8B-B14F-4D97-AF65-F5344CB8AC3E}">
        <p14:creationId xmlns:p14="http://schemas.microsoft.com/office/powerpoint/2010/main" val="972499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07609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74" name="TextBox 73"/>
          <p:cNvSpPr txBox="1"/>
          <p:nvPr/>
        </p:nvSpPr>
        <p:spPr>
          <a:xfrm>
            <a:off x="1474302" y="4321326"/>
            <a:ext cx="120257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Phone Number</a:t>
            </a:r>
            <a:endParaRPr lang="en-AU" sz="1200" dirty="0">
              <a:solidFill>
                <a:srgbClr val="3C4B34"/>
              </a:solidFill>
              <a:latin typeface="Lato" panose="020F0502020204030203" pitchFamily="34" charset="0"/>
            </a:endParaRPr>
          </a:p>
        </p:txBody>
      </p:sp>
      <p:sp>
        <p:nvSpPr>
          <p:cNvPr id="75" name="Rounded Rectangle 74"/>
          <p:cNvSpPr/>
          <p:nvPr/>
        </p:nvSpPr>
        <p:spPr>
          <a:xfrm>
            <a:off x="1569578" y="459832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+61 456 789 1234</a:t>
            </a:r>
            <a:endParaRPr lang="en-AU" sz="1200" dirty="0">
              <a:solidFill>
                <a:srgbClr val="7F7F7F"/>
              </a:solidFill>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a:t>
            </a:r>
            <a:r>
              <a:rPr lang="en-US" sz="4400" b="1" dirty="0" smtClean="0"/>
              <a:t>Register – Contd.</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91" name="TextBox 90"/>
          <p:cNvSpPr txBox="1"/>
          <p:nvPr/>
        </p:nvSpPr>
        <p:spPr>
          <a:xfrm>
            <a:off x="1445796" y="1433343"/>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92" name="Rounded Rectangle 91"/>
          <p:cNvSpPr/>
          <p:nvPr/>
        </p:nvSpPr>
        <p:spPr>
          <a:xfrm>
            <a:off x="1541072" y="17103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56" name="TextBox 55"/>
          <p:cNvSpPr txBox="1"/>
          <p:nvPr/>
        </p:nvSpPr>
        <p:spPr>
          <a:xfrm>
            <a:off x="1456306" y="2123455"/>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57" name="Rounded Rectangle 56"/>
          <p:cNvSpPr/>
          <p:nvPr/>
        </p:nvSpPr>
        <p:spPr>
          <a:xfrm>
            <a:off x="1551582" y="240727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58" name="TextBox 57"/>
          <p:cNvSpPr txBox="1"/>
          <p:nvPr/>
        </p:nvSpPr>
        <p:spPr>
          <a:xfrm>
            <a:off x="1456306" y="2811301"/>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59" name="Rounded Rectangle 58"/>
          <p:cNvSpPr/>
          <p:nvPr/>
        </p:nvSpPr>
        <p:spPr>
          <a:xfrm>
            <a:off x="1551582" y="308830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149" name="TextBox 148"/>
          <p:cNvSpPr txBox="1"/>
          <p:nvPr/>
        </p:nvSpPr>
        <p:spPr>
          <a:xfrm>
            <a:off x="1456306" y="3552834"/>
            <a:ext cx="177965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Owner/ Manager Name</a:t>
            </a:r>
            <a:endParaRPr lang="en-AU" sz="1200" dirty="0">
              <a:solidFill>
                <a:srgbClr val="3C4B34"/>
              </a:solidFill>
              <a:latin typeface="Lato" panose="020F0502020204030203" pitchFamily="34" charset="0"/>
            </a:endParaRPr>
          </a:p>
        </p:txBody>
      </p:sp>
      <p:sp>
        <p:nvSpPr>
          <p:cNvPr id="150" name="Rounded Rectangle 149"/>
          <p:cNvSpPr/>
          <p:nvPr/>
        </p:nvSpPr>
        <p:spPr>
          <a:xfrm>
            <a:off x="1551582" y="38298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John Doe</a:t>
            </a:r>
            <a:endParaRPr lang="en-AU" sz="1200" dirty="0">
              <a:solidFill>
                <a:srgbClr val="7F7F7F"/>
              </a:solidFill>
            </a:endParaRPr>
          </a:p>
        </p:txBody>
      </p:sp>
      <p:sp>
        <p:nvSpPr>
          <p:cNvPr id="79" name="Rounded Rectangle 78"/>
          <p:cNvSpPr/>
          <p:nvPr/>
        </p:nvSpPr>
        <p:spPr>
          <a:xfrm>
            <a:off x="1545729" y="561846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Tree>
    <p:extLst>
      <p:ext uri="{BB962C8B-B14F-4D97-AF65-F5344CB8AC3E}">
        <p14:creationId xmlns:p14="http://schemas.microsoft.com/office/powerpoint/2010/main" val="2978775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49526" y="1245355"/>
            <a:ext cx="2149948"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List Your First e-Bike Fleet </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Listing e-Bike Fleets</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0" name="Freeform 59"/>
          <p:cNvSpPr/>
          <p:nvPr/>
        </p:nvSpPr>
        <p:spPr>
          <a:xfrm>
            <a:off x="2471044" y="3003469"/>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67" name="Rectangle 66"/>
          <p:cNvSpPr/>
          <p:nvPr/>
        </p:nvSpPr>
        <p:spPr>
          <a:xfrm>
            <a:off x="5103405" y="167323"/>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88" name="TextBox 87"/>
          <p:cNvSpPr txBox="1"/>
          <p:nvPr/>
        </p:nvSpPr>
        <p:spPr>
          <a:xfrm>
            <a:off x="5270729" y="1234867"/>
            <a:ext cx="1561646"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Your e-Bike Fleets </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26" name="TextBox 125"/>
          <p:cNvSpPr txBox="1"/>
          <p:nvPr/>
        </p:nvSpPr>
        <p:spPr>
          <a:xfrm>
            <a:off x="5873295" y="737088"/>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7" name="Rounded Rectangle 126"/>
          <p:cNvSpPr/>
          <p:nvPr/>
        </p:nvSpPr>
        <p:spPr>
          <a:xfrm>
            <a:off x="7638192" y="68944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 name="Rectangle: Rounded Corners 1">
            <a:extLst>
              <a:ext uri="{FF2B5EF4-FFF2-40B4-BE49-F238E27FC236}">
                <a16:creationId xmlns:a16="http://schemas.microsoft.com/office/drawing/2014/main" xmlns="" id="{45403D9B-7312-E847-FADC-056461B6AACC}"/>
              </a:ext>
            </a:extLst>
          </p:cNvPr>
          <p:cNvSpPr/>
          <p:nvPr/>
        </p:nvSpPr>
        <p:spPr>
          <a:xfrm>
            <a:off x="5256509" y="162421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xmlns="" id="{5D687BAE-4641-B0CA-0260-E4F2C8FA2B4D}"/>
              </a:ext>
            </a:extLst>
          </p:cNvPr>
          <p:cNvSpPr txBox="1"/>
          <p:nvPr/>
        </p:nvSpPr>
        <p:spPr>
          <a:xfrm>
            <a:off x="5499760" y="1672895"/>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0" name="TextBox 9">
            <a:extLst>
              <a:ext uri="{FF2B5EF4-FFF2-40B4-BE49-F238E27FC236}">
                <a16:creationId xmlns:a16="http://schemas.microsoft.com/office/drawing/2014/main" xmlns="" id="{F4C2DE75-54B6-6065-C88E-553FB7D34113}"/>
              </a:ext>
            </a:extLst>
          </p:cNvPr>
          <p:cNvSpPr txBox="1"/>
          <p:nvPr/>
        </p:nvSpPr>
        <p:spPr>
          <a:xfrm>
            <a:off x="6466585" y="1917143"/>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2" name="TextBox 11">
            <a:extLst>
              <a:ext uri="{FF2B5EF4-FFF2-40B4-BE49-F238E27FC236}">
                <a16:creationId xmlns:a16="http://schemas.microsoft.com/office/drawing/2014/main" xmlns="" id="{7F80CBF0-B23E-B2E4-9780-9F29A4D9ACD3}"/>
              </a:ext>
            </a:extLst>
          </p:cNvPr>
          <p:cNvSpPr txBox="1"/>
          <p:nvPr/>
        </p:nvSpPr>
        <p:spPr>
          <a:xfrm>
            <a:off x="6470167" y="2209222"/>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Road</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4" name="TextBox 13">
            <a:extLst>
              <a:ext uri="{FF2B5EF4-FFF2-40B4-BE49-F238E27FC236}">
                <a16:creationId xmlns:a16="http://schemas.microsoft.com/office/drawing/2014/main" xmlns="" id="{10611F56-5AA7-7B2B-8012-15FE759FE782}"/>
              </a:ext>
            </a:extLst>
          </p:cNvPr>
          <p:cNvSpPr txBox="1"/>
          <p:nvPr/>
        </p:nvSpPr>
        <p:spPr>
          <a:xfrm>
            <a:off x="6466124" y="2558808"/>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MCIC </a:t>
            </a:r>
            <a:r>
              <a:rPr lang="en-AU" sz="1100" dirty="0">
                <a:solidFill>
                  <a:schemeClr val="bg1">
                    <a:lumMod val="50000"/>
                  </a:schemeClr>
                </a:solidFill>
                <a:latin typeface="Lato" panose="020F0502020204030203" pitchFamily="34" charset="0"/>
              </a:rPr>
              <a:t>Building</a:t>
            </a:r>
            <a:r>
              <a:rPr lang="en-AU" sz="1100" dirty="0" smtClean="0">
                <a:solidFill>
                  <a:schemeClr val="bg1">
                    <a:lumMod val="50000"/>
                  </a:schemeClr>
                </a:solidFill>
                <a:latin typeface="Lato" panose="020F0502020204030203" pitchFamily="34" charset="0"/>
              </a:rPr>
              <a:t>,</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Kensington</a:t>
            </a:r>
            <a:endParaRPr lang="en-IN" sz="1100" dirty="0"/>
          </a:p>
        </p:txBody>
      </p:sp>
      <p:sp>
        <p:nvSpPr>
          <p:cNvPr id="15" name="TextBox 14">
            <a:extLst>
              <a:ext uri="{FF2B5EF4-FFF2-40B4-BE49-F238E27FC236}">
                <a16:creationId xmlns:a16="http://schemas.microsoft.com/office/drawing/2014/main" xmlns="" id="{18FE2AC3-8032-711E-7DB3-6BB1563C46F1}"/>
              </a:ext>
            </a:extLst>
          </p:cNvPr>
          <p:cNvSpPr txBox="1"/>
          <p:nvPr/>
        </p:nvSpPr>
        <p:spPr>
          <a:xfrm>
            <a:off x="6445387" y="2979390"/>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7</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pic>
        <p:nvPicPr>
          <p:cNvPr id="36" name="Picture 3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0800000">
            <a:off x="5261320" y="1973264"/>
            <a:ext cx="1146147" cy="1409186"/>
          </a:xfrm>
          <a:prstGeom prst="round1Rect">
            <a:avLst>
              <a:gd name="adj" fmla="val 14881"/>
            </a:avLst>
          </a:prstGeom>
        </p:spPr>
      </p:pic>
      <p:pic>
        <p:nvPicPr>
          <p:cNvPr id="37" name="Picture 3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179758" y="1677623"/>
            <a:ext cx="751130" cy="446556"/>
          </a:xfrm>
          <a:prstGeom prst="rect">
            <a:avLst/>
          </a:prstGeom>
        </p:spPr>
      </p:pic>
      <p:grpSp>
        <p:nvGrpSpPr>
          <p:cNvPr id="104" name="Group 103">
            <a:extLst>
              <a:ext uri="{FF2B5EF4-FFF2-40B4-BE49-F238E27FC236}">
                <a16:creationId xmlns:a16="http://schemas.microsoft.com/office/drawing/2014/main" xmlns="" id="{CC129F5F-7A74-1D9F-9ADD-C3A6CBCF8E5E}"/>
              </a:ext>
            </a:extLst>
          </p:cNvPr>
          <p:cNvGrpSpPr/>
          <p:nvPr/>
        </p:nvGrpSpPr>
        <p:grpSpPr>
          <a:xfrm>
            <a:off x="7642530" y="2353577"/>
            <a:ext cx="242207" cy="307777"/>
            <a:chOff x="9979070" y="3034449"/>
            <a:chExt cx="242207" cy="307777"/>
          </a:xfrm>
        </p:grpSpPr>
        <p:sp>
          <p:nvSpPr>
            <p:cNvPr id="105" name="TextBox 104">
              <a:extLst>
                <a:ext uri="{FF2B5EF4-FFF2-40B4-BE49-F238E27FC236}">
                  <a16:creationId xmlns:a16="http://schemas.microsoft.com/office/drawing/2014/main" xmlns=""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06" name="Oval 105">
              <a:extLst>
                <a:ext uri="{FF2B5EF4-FFF2-40B4-BE49-F238E27FC236}">
                  <a16:creationId xmlns:a16="http://schemas.microsoft.com/office/drawing/2014/main" xmlns=""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7" name="Rectangle: Rounded Corners 1">
            <a:extLst>
              <a:ext uri="{FF2B5EF4-FFF2-40B4-BE49-F238E27FC236}">
                <a16:creationId xmlns:a16="http://schemas.microsoft.com/office/drawing/2014/main" xmlns="" id="{45403D9B-7312-E847-FADC-056461B6AACC}"/>
              </a:ext>
            </a:extLst>
          </p:cNvPr>
          <p:cNvSpPr/>
          <p:nvPr/>
        </p:nvSpPr>
        <p:spPr>
          <a:xfrm>
            <a:off x="5279645" y="3564320"/>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8" name="TextBox 107">
            <a:extLst>
              <a:ext uri="{FF2B5EF4-FFF2-40B4-BE49-F238E27FC236}">
                <a16:creationId xmlns:a16="http://schemas.microsoft.com/office/drawing/2014/main" xmlns="" id="{5D687BAE-4641-B0CA-0260-E4F2C8FA2B4D}"/>
              </a:ext>
            </a:extLst>
          </p:cNvPr>
          <p:cNvSpPr txBox="1"/>
          <p:nvPr/>
        </p:nvSpPr>
        <p:spPr>
          <a:xfrm>
            <a:off x="5522896" y="3613001"/>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09" name="TextBox 108">
            <a:extLst>
              <a:ext uri="{FF2B5EF4-FFF2-40B4-BE49-F238E27FC236}">
                <a16:creationId xmlns:a16="http://schemas.microsoft.com/office/drawing/2014/main" xmlns="" id="{F4C2DE75-54B6-6065-C88E-553FB7D34113}"/>
              </a:ext>
            </a:extLst>
          </p:cNvPr>
          <p:cNvSpPr txBox="1"/>
          <p:nvPr/>
        </p:nvSpPr>
        <p:spPr>
          <a:xfrm>
            <a:off x="6489721" y="3857249"/>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$125/week</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10" name="TextBox 109">
            <a:extLst>
              <a:ext uri="{FF2B5EF4-FFF2-40B4-BE49-F238E27FC236}">
                <a16:creationId xmlns:a16="http://schemas.microsoft.com/office/drawing/2014/main" xmlns="" id="{7F80CBF0-B23E-B2E4-9780-9F29A4D9ACD3}"/>
              </a:ext>
            </a:extLst>
          </p:cNvPr>
          <p:cNvSpPr txBox="1"/>
          <p:nvPr/>
        </p:nvSpPr>
        <p:spPr>
          <a:xfrm>
            <a:off x="6493303" y="4149328"/>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Fat Tyre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11" name="TextBox 110">
            <a:extLst>
              <a:ext uri="{FF2B5EF4-FFF2-40B4-BE49-F238E27FC236}">
                <a16:creationId xmlns:a16="http://schemas.microsoft.com/office/drawing/2014/main" xmlns="" id="{10611F56-5AA7-7B2B-8012-15FE759FE782}"/>
              </a:ext>
            </a:extLst>
          </p:cNvPr>
          <p:cNvSpPr txBox="1"/>
          <p:nvPr/>
        </p:nvSpPr>
        <p:spPr>
          <a:xfrm>
            <a:off x="6489260" y="4498914"/>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Hay Market</a:t>
            </a:r>
            <a:endParaRPr lang="en-IN" sz="1100" dirty="0"/>
          </a:p>
        </p:txBody>
      </p:sp>
      <p:sp>
        <p:nvSpPr>
          <p:cNvPr id="112" name="TextBox 111">
            <a:extLst>
              <a:ext uri="{FF2B5EF4-FFF2-40B4-BE49-F238E27FC236}">
                <a16:creationId xmlns:a16="http://schemas.microsoft.com/office/drawing/2014/main" xmlns="" id="{18FE2AC3-8032-711E-7DB3-6BB1563C46F1}"/>
              </a:ext>
            </a:extLst>
          </p:cNvPr>
          <p:cNvSpPr txBox="1"/>
          <p:nvPr/>
        </p:nvSpPr>
        <p:spPr>
          <a:xfrm>
            <a:off x="6468523" y="4939968"/>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20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15" name="Group 114">
            <a:extLst>
              <a:ext uri="{FF2B5EF4-FFF2-40B4-BE49-F238E27FC236}">
                <a16:creationId xmlns:a16="http://schemas.microsoft.com/office/drawing/2014/main" xmlns="" id="{CC129F5F-7A74-1D9F-9ADD-C3A6CBCF8E5E}"/>
              </a:ext>
            </a:extLst>
          </p:cNvPr>
          <p:cNvGrpSpPr/>
          <p:nvPr/>
        </p:nvGrpSpPr>
        <p:grpSpPr>
          <a:xfrm>
            <a:off x="7658842" y="4293683"/>
            <a:ext cx="242207" cy="307777"/>
            <a:chOff x="9979070" y="3034449"/>
            <a:chExt cx="242207" cy="307777"/>
          </a:xfrm>
        </p:grpSpPr>
        <p:sp>
          <p:nvSpPr>
            <p:cNvPr id="116" name="TextBox 115">
              <a:extLst>
                <a:ext uri="{FF2B5EF4-FFF2-40B4-BE49-F238E27FC236}">
                  <a16:creationId xmlns:a16="http://schemas.microsoft.com/office/drawing/2014/main" xmlns=""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17" name="Oval 116">
              <a:extLst>
                <a:ext uri="{FF2B5EF4-FFF2-40B4-BE49-F238E27FC236}">
                  <a16:creationId xmlns:a16="http://schemas.microsoft.com/office/drawing/2014/main" xmlns=""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8" name="Rounded Rectangle 127"/>
          <p:cNvSpPr/>
          <p:nvPr/>
        </p:nvSpPr>
        <p:spPr>
          <a:xfrm>
            <a:off x="8017158" y="2430408"/>
            <a:ext cx="55335" cy="31509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Rounded Rectangle 129"/>
          <p:cNvSpPr/>
          <p:nvPr/>
        </p:nvSpPr>
        <p:spPr>
          <a:xfrm>
            <a:off x="8013968" y="157612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8" name="Picture 57"/>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a:off x="5278675" y="3931018"/>
            <a:ext cx="1140051" cy="1390008"/>
          </a:xfrm>
          <a:prstGeom prst="round1Rect">
            <a:avLst/>
          </a:prstGeom>
        </p:spPr>
      </p:pic>
      <p:sp>
        <p:nvSpPr>
          <p:cNvPr id="132" name="Freeform 131">
            <a:extLst>
              <a:ext uri="{FF2B5EF4-FFF2-40B4-BE49-F238E27FC236}">
                <a16:creationId xmlns:a16="http://schemas.microsoft.com/office/drawing/2014/main" xmlns="" id="{45403D9B-7312-E847-FADC-056461B6AACC}"/>
              </a:ext>
            </a:extLst>
          </p:cNvPr>
          <p:cNvSpPr/>
          <p:nvPr/>
        </p:nvSpPr>
        <p:spPr>
          <a:xfrm>
            <a:off x="5294108" y="5505841"/>
            <a:ext cx="2683636" cy="396083"/>
          </a:xfrm>
          <a:custGeom>
            <a:avLst/>
            <a:gdLst>
              <a:gd name="connsiteX0" fmla="*/ 180905 w 2683636"/>
              <a:gd name="connsiteY0" fmla="*/ 0 h 396083"/>
              <a:gd name="connsiteX1" fmla="*/ 2502731 w 2683636"/>
              <a:gd name="connsiteY1" fmla="*/ 0 h 396083"/>
              <a:gd name="connsiteX2" fmla="*/ 2683636 w 2683636"/>
              <a:gd name="connsiteY2" fmla="*/ 180905 h 396083"/>
              <a:gd name="connsiteX3" fmla="*/ 2683636 w 2683636"/>
              <a:gd name="connsiteY3" fmla="*/ 396083 h 396083"/>
              <a:gd name="connsiteX4" fmla="*/ 0 w 2683636"/>
              <a:gd name="connsiteY4" fmla="*/ 396083 h 396083"/>
              <a:gd name="connsiteX5" fmla="*/ 0 w 2683636"/>
              <a:gd name="connsiteY5" fmla="*/ 180905 h 396083"/>
              <a:gd name="connsiteX6" fmla="*/ 180905 w 2683636"/>
              <a:gd name="connsiteY6" fmla="*/ 0 h 396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83636" h="396083">
                <a:moveTo>
                  <a:pt x="180905" y="0"/>
                </a:moveTo>
                <a:lnTo>
                  <a:pt x="2502731" y="0"/>
                </a:lnTo>
                <a:cubicBezTo>
                  <a:pt x="2602642" y="0"/>
                  <a:pt x="2683636" y="80994"/>
                  <a:pt x="2683636" y="180905"/>
                </a:cubicBezTo>
                <a:lnTo>
                  <a:pt x="2683636" y="396083"/>
                </a:lnTo>
                <a:lnTo>
                  <a:pt x="0" y="396083"/>
                </a:lnTo>
                <a:lnTo>
                  <a:pt x="0" y="180905"/>
                </a:lnTo>
                <a:cubicBezTo>
                  <a:pt x="0" y="80994"/>
                  <a:pt x="80994" y="0"/>
                  <a:pt x="180905" y="0"/>
                </a:cubicBezTo>
                <a:close/>
              </a:path>
            </a:pathLst>
          </a:cu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119" name="Rectangle 118"/>
          <p:cNvSpPr/>
          <p:nvPr/>
        </p:nvSpPr>
        <p:spPr>
          <a:xfrm>
            <a:off x="5109750" y="5585052"/>
            <a:ext cx="3034685" cy="7213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Rounded Rectangle 128"/>
          <p:cNvSpPr/>
          <p:nvPr/>
        </p:nvSpPr>
        <p:spPr>
          <a:xfrm>
            <a:off x="5269640" y="565389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List Another Fleet</a:t>
            </a:r>
            <a:endParaRPr lang="en-AU" sz="1300" b="1" dirty="0">
              <a:solidFill>
                <a:schemeClr val="bg1"/>
              </a:solidFill>
              <a:latin typeface="Comfortaa" pitchFamily="2" charset="0"/>
            </a:endParaRPr>
          </a:p>
        </p:txBody>
      </p:sp>
      <p:grpSp>
        <p:nvGrpSpPr>
          <p:cNvPr id="76" name="Group 75"/>
          <p:cNvGrpSpPr/>
          <p:nvPr/>
        </p:nvGrpSpPr>
        <p:grpSpPr>
          <a:xfrm>
            <a:off x="4952565" y="-2"/>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120" name="Group 119"/>
          <p:cNvGrpSpPr/>
          <p:nvPr/>
        </p:nvGrpSpPr>
        <p:grpSpPr>
          <a:xfrm>
            <a:off x="5355924" y="6115440"/>
            <a:ext cx="2559317" cy="376814"/>
            <a:chOff x="1620486" y="6094970"/>
            <a:chExt cx="2559317" cy="376814"/>
          </a:xfrm>
        </p:grpSpPr>
        <p:pic>
          <p:nvPicPr>
            <p:cNvPr id="121" name="Picture 120"/>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p:cNvGrpSpPr/>
            <p:nvPr/>
          </p:nvGrpSpPr>
          <p:grpSpPr>
            <a:xfrm>
              <a:off x="2061631" y="6094970"/>
              <a:ext cx="1694123" cy="376814"/>
              <a:chOff x="5033065" y="5683638"/>
              <a:chExt cx="1694123" cy="376814"/>
            </a:xfrm>
          </p:grpSpPr>
          <p:pic>
            <p:nvPicPr>
              <p:cNvPr id="124" name="Picture 123"/>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3" name="Rounded Rectangle 132"/>
          <p:cNvSpPr/>
          <p:nvPr/>
        </p:nvSpPr>
        <p:spPr>
          <a:xfrm>
            <a:off x="7583149" y="73196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38" name="Group 37">
            <a:extLst>
              <a:ext uri="{FF2B5EF4-FFF2-40B4-BE49-F238E27FC236}">
                <a16:creationId xmlns:a16="http://schemas.microsoft.com/office/drawing/2014/main" xmlns="" id="{9A71C7F9-5B7E-B0C2-974D-8F5732E21A49}"/>
              </a:ext>
            </a:extLst>
          </p:cNvPr>
          <p:cNvGrpSpPr/>
          <p:nvPr/>
        </p:nvGrpSpPr>
        <p:grpSpPr>
          <a:xfrm>
            <a:off x="8770190" y="-2837"/>
            <a:ext cx="3366722" cy="6858000"/>
            <a:chOff x="5731715" y="20023"/>
            <a:chExt cx="3366722" cy="6858000"/>
          </a:xfrm>
        </p:grpSpPr>
        <p:grpSp>
          <p:nvGrpSpPr>
            <p:cNvPr id="40" name="Group 39">
              <a:extLst>
                <a:ext uri="{FF2B5EF4-FFF2-40B4-BE49-F238E27FC236}">
                  <a16:creationId xmlns:a16="http://schemas.microsoft.com/office/drawing/2014/main" xmlns="" id="{F5431377-AF07-D9CD-9305-F5B1281C302F}"/>
                </a:ext>
              </a:extLst>
            </p:cNvPr>
            <p:cNvGrpSpPr/>
            <p:nvPr/>
          </p:nvGrpSpPr>
          <p:grpSpPr>
            <a:xfrm>
              <a:off x="5731715" y="20023"/>
              <a:ext cx="3366722" cy="6858000"/>
              <a:chOff x="8666331" y="254381"/>
              <a:chExt cx="3366722" cy="6858000"/>
            </a:xfrm>
          </p:grpSpPr>
          <p:pic>
            <p:nvPicPr>
              <p:cNvPr id="52" name="Picture 51">
                <a:extLst>
                  <a:ext uri="{FF2B5EF4-FFF2-40B4-BE49-F238E27FC236}">
                    <a16:creationId xmlns:a16="http://schemas.microsoft.com/office/drawing/2014/main" xmlns="" id="{31ECD341-979D-5A60-21A8-9A882158E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53" name="Rectangle 52">
                <a:extLst>
                  <a:ext uri="{FF2B5EF4-FFF2-40B4-BE49-F238E27FC236}">
                    <a16:creationId xmlns:a16="http://schemas.microsoft.com/office/drawing/2014/main" xmlns=""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1" name="Picture 50">
                <a:extLst>
                  <a:ext uri="{FF2B5EF4-FFF2-40B4-BE49-F238E27FC236}">
                    <a16:creationId xmlns:a16="http://schemas.microsoft.com/office/drawing/2014/main" xmlns=""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41" name="Group 40">
              <a:extLst>
                <a:ext uri="{FF2B5EF4-FFF2-40B4-BE49-F238E27FC236}">
                  <a16:creationId xmlns:a16="http://schemas.microsoft.com/office/drawing/2014/main" xmlns="" id="{A2F7B852-62C2-95B1-53C9-2DB48448CD2C}"/>
                </a:ext>
              </a:extLst>
            </p:cNvPr>
            <p:cNvGrpSpPr/>
            <p:nvPr/>
          </p:nvGrpSpPr>
          <p:grpSpPr>
            <a:xfrm>
              <a:off x="6068618" y="632467"/>
              <a:ext cx="2725652" cy="5859788"/>
              <a:chOff x="9129902" y="1070352"/>
              <a:chExt cx="2677886" cy="5596270"/>
            </a:xfrm>
            <a:solidFill>
              <a:srgbClr val="FFFFFF"/>
            </a:solidFill>
          </p:grpSpPr>
          <p:sp>
            <p:nvSpPr>
              <p:cNvPr id="45" name="Rectangle 44">
                <a:extLst>
                  <a:ext uri="{FF2B5EF4-FFF2-40B4-BE49-F238E27FC236}">
                    <a16:creationId xmlns:a16="http://schemas.microsoft.com/office/drawing/2014/main" xmlns=""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43" name="Straight Arrow Connector 42">
                <a:extLst>
                  <a:ext uri="{FF2B5EF4-FFF2-40B4-BE49-F238E27FC236}">
                    <a16:creationId xmlns:a16="http://schemas.microsoft.com/office/drawing/2014/main" xmlns=""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xmlns="" id="{8D72D91B-80F9-5CF3-6767-2A6458B5A79B}"/>
                  </a:ext>
                </a:extLst>
              </p:cNvPr>
              <p:cNvSpPr txBox="1"/>
              <p:nvPr/>
            </p:nvSpPr>
            <p:spPr>
              <a:xfrm>
                <a:off x="9204547"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endParaRPr lang="en-US"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200000"/>
                  </a:lnSpc>
                </a:pPr>
                <a:r>
                  <a:rPr lang="en-US" dirty="0" smtClean="0">
                    <a:solidFill>
                      <a:srgbClr val="506445"/>
                    </a:solidFill>
                    <a:latin typeface="Lato" panose="020F0502020204030203" pitchFamily="34" charset="0"/>
                    <a:ea typeface="Lato" panose="020F0502020204030203" pitchFamily="34" charset="0"/>
                    <a:cs typeface="Lato" panose="020F0502020204030203" pitchFamily="34" charset="0"/>
                  </a:rPr>
                  <a:t>Profile</a:t>
                </a:r>
                <a:endParaRPr lang="en-US"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47" name="Straight Connector 46">
                <a:extLst>
                  <a:ext uri="{FF2B5EF4-FFF2-40B4-BE49-F238E27FC236}">
                    <a16:creationId xmlns:a16="http://schemas.microsoft.com/office/drawing/2014/main" xmlns=""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xmlns=""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42" name="Rounded Rectangle 55">
              <a:extLst>
                <a:ext uri="{FF2B5EF4-FFF2-40B4-BE49-F238E27FC236}">
                  <a16:creationId xmlns:a16="http://schemas.microsoft.com/office/drawing/2014/main" xmlns=""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Tree>
    <p:extLst>
      <p:ext uri="{BB962C8B-B14F-4D97-AF65-F5344CB8AC3E}">
        <p14:creationId xmlns:p14="http://schemas.microsoft.com/office/powerpoint/2010/main" val="35888098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105208"/>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 an e-Bike Fleet</a:t>
            </a:r>
            <a:endParaRPr lang="en-AU" sz="4400" b="1" dirty="0"/>
          </a:p>
        </p:txBody>
      </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5" name="Rectangle 44"/>
          <p:cNvSpPr/>
          <p:nvPr/>
        </p:nvSpPr>
        <p:spPr>
          <a:xfrm>
            <a:off x="2539251" y="1254227"/>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46" name="Rectangle 45"/>
          <p:cNvSpPr/>
          <p:nvPr/>
        </p:nvSpPr>
        <p:spPr>
          <a:xfrm>
            <a:off x="2185454" y="1862454"/>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e-Bike’s Image</a:t>
            </a:r>
            <a:endParaRPr lang="en-AU" sz="1050" dirty="0"/>
          </a:p>
        </p:txBody>
      </p:sp>
      <p:sp>
        <p:nvSpPr>
          <p:cNvPr id="47" name="TextBox 46"/>
          <p:cNvSpPr txBox="1"/>
          <p:nvPr/>
        </p:nvSpPr>
        <p:spPr>
          <a:xfrm>
            <a:off x="1449637" y="2016341"/>
            <a:ext cx="96212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48" name="Rounded Rectangle 47"/>
          <p:cNvSpPr/>
          <p:nvPr/>
        </p:nvSpPr>
        <p:spPr>
          <a:xfrm>
            <a:off x="1544913" y="229334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Make - model</a:t>
            </a:r>
            <a:endParaRPr lang="en-AU" sz="1200" dirty="0">
              <a:solidFill>
                <a:srgbClr val="7F7F7F"/>
              </a:solidFill>
            </a:endParaRPr>
          </a:p>
        </p:txBody>
      </p:sp>
      <p:sp>
        <p:nvSpPr>
          <p:cNvPr id="49" name="TextBox 48"/>
          <p:cNvSpPr txBox="1"/>
          <p:nvPr/>
        </p:nvSpPr>
        <p:spPr>
          <a:xfrm>
            <a:off x="1431437" y="2707836"/>
            <a:ext cx="122982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51" name="Rounded Rectangle 50"/>
          <p:cNvSpPr/>
          <p:nvPr/>
        </p:nvSpPr>
        <p:spPr>
          <a:xfrm>
            <a:off x="1526713" y="298483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52" name="TextBox 51"/>
          <p:cNvSpPr txBox="1"/>
          <p:nvPr/>
        </p:nvSpPr>
        <p:spPr>
          <a:xfrm>
            <a:off x="1426885" y="3399332"/>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e-Bike Category</a:t>
            </a:r>
            <a:endParaRPr lang="en-AU" sz="1200" dirty="0">
              <a:solidFill>
                <a:srgbClr val="3C4B34"/>
              </a:solidFill>
              <a:latin typeface="Lato" panose="020F0502020204030203" pitchFamily="34" charset="0"/>
            </a:endParaRPr>
          </a:p>
        </p:txBody>
      </p:sp>
      <p:sp>
        <p:nvSpPr>
          <p:cNvPr id="53" name="Rounded Rectangle 52"/>
          <p:cNvSpPr/>
          <p:nvPr/>
        </p:nvSpPr>
        <p:spPr>
          <a:xfrm>
            <a:off x="1522161" y="367633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54" name="TextBox 53"/>
          <p:cNvSpPr txBox="1"/>
          <p:nvPr/>
        </p:nvSpPr>
        <p:spPr>
          <a:xfrm>
            <a:off x="1426885" y="4085283"/>
            <a:ext cx="122661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55" name="Rounded Rectangle 54"/>
          <p:cNvSpPr/>
          <p:nvPr/>
        </p:nvSpPr>
        <p:spPr>
          <a:xfrm>
            <a:off x="1522161" y="436228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a:t>
            </a:r>
          </a:p>
        </p:txBody>
      </p:sp>
      <p:sp>
        <p:nvSpPr>
          <p:cNvPr id="57" name="TextBox 56"/>
          <p:cNvSpPr txBox="1"/>
          <p:nvPr/>
        </p:nvSpPr>
        <p:spPr>
          <a:xfrm>
            <a:off x="1426885" y="4771234"/>
            <a:ext cx="197041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Number of e-Bikes in Fleet</a:t>
            </a:r>
            <a:endParaRPr lang="en-AU" sz="1200" dirty="0">
              <a:solidFill>
                <a:srgbClr val="3C4B34"/>
              </a:solidFill>
              <a:latin typeface="Lato" panose="020F0502020204030203" pitchFamily="34" charset="0"/>
            </a:endParaRPr>
          </a:p>
        </p:txBody>
      </p:sp>
      <p:sp>
        <p:nvSpPr>
          <p:cNvPr id="58" name="Rounded Rectangle 57"/>
          <p:cNvSpPr/>
          <p:nvPr/>
        </p:nvSpPr>
        <p:spPr>
          <a:xfrm>
            <a:off x="1522161" y="5048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chemeClr val="bg1">
                  <a:lumMod val="50000"/>
                </a:schemeClr>
              </a:solidFill>
              <a:latin typeface="Lato" panose="020F0502020204030203" pitchFamily="34" charset="0"/>
            </a:endParaRPr>
          </a:p>
        </p:txBody>
      </p:sp>
      <p:sp>
        <p:nvSpPr>
          <p:cNvPr id="67" name="Rectangle 66"/>
          <p:cNvSpPr/>
          <p:nvPr/>
        </p:nvSpPr>
        <p:spPr>
          <a:xfrm>
            <a:off x="5083161" y="-19924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6" name="Group 75"/>
          <p:cNvGrpSpPr/>
          <p:nvPr/>
        </p:nvGrpSpPr>
        <p:grpSpPr>
          <a:xfrm>
            <a:off x="4952048" y="3516"/>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173692" y="1108724"/>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120" name="TextBox 119"/>
          <p:cNvSpPr txBox="1"/>
          <p:nvPr/>
        </p:nvSpPr>
        <p:spPr>
          <a:xfrm>
            <a:off x="5872778" y="740606"/>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1" name="Rounded Rectangle 120"/>
          <p:cNvSpPr/>
          <p:nvPr/>
        </p:nvSpPr>
        <p:spPr>
          <a:xfrm>
            <a:off x="7637675" y="69296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22" name="Rectangle 121"/>
          <p:cNvSpPr/>
          <p:nvPr/>
        </p:nvSpPr>
        <p:spPr>
          <a:xfrm>
            <a:off x="6274172" y="1257743"/>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23" name="Rectangle 122"/>
          <p:cNvSpPr/>
          <p:nvPr/>
        </p:nvSpPr>
        <p:spPr>
          <a:xfrm>
            <a:off x="5920375" y="1865970"/>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e-Bike’s Image</a:t>
            </a:r>
            <a:endParaRPr lang="en-AU" sz="1050" dirty="0"/>
          </a:p>
        </p:txBody>
      </p:sp>
      <p:sp>
        <p:nvSpPr>
          <p:cNvPr id="3" name="Rounded Rectangle 2"/>
          <p:cNvSpPr/>
          <p:nvPr/>
        </p:nvSpPr>
        <p:spPr>
          <a:xfrm>
            <a:off x="4291311" y="2160983"/>
            <a:ext cx="55335" cy="3812617"/>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5" name="Rounded Rectangle 134"/>
          <p:cNvSpPr/>
          <p:nvPr/>
        </p:nvSpPr>
        <p:spPr>
          <a:xfrm>
            <a:off x="4288121" y="2164463"/>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Rounded Rectangle 136"/>
          <p:cNvSpPr/>
          <p:nvPr/>
        </p:nvSpPr>
        <p:spPr>
          <a:xfrm>
            <a:off x="8015880" y="2151072"/>
            <a:ext cx="52358" cy="379905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Rounded Rectangle 137"/>
          <p:cNvSpPr/>
          <p:nvPr/>
        </p:nvSpPr>
        <p:spPr>
          <a:xfrm>
            <a:off x="8014060" y="3249518"/>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Rectangle 1"/>
          <p:cNvSpPr>
            <a:spLocks noChangeArrowheads="1"/>
          </p:cNvSpPr>
          <p:nvPr/>
        </p:nvSpPr>
        <p:spPr bwMode="auto">
          <a:xfrm>
            <a:off x="5584088" y="2128282"/>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3C4B34"/>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3C4B34"/>
              </a:solidFill>
              <a:latin typeface="Lato" panose="020F0502020204030203" pitchFamily="34" charset="0"/>
            </a:endParaRPr>
          </a:p>
        </p:txBody>
      </p:sp>
      <p:sp>
        <p:nvSpPr>
          <p:cNvPr id="142" name="Rounded Rectangle 141"/>
          <p:cNvSpPr/>
          <p:nvPr/>
        </p:nvSpPr>
        <p:spPr>
          <a:xfrm>
            <a:off x="7648114" y="3185612"/>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3" name="Rounded Rectangle 142"/>
          <p:cNvSpPr/>
          <p:nvPr/>
        </p:nvSpPr>
        <p:spPr>
          <a:xfrm>
            <a:off x="7783607" y="3171897"/>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4" name="Rectangle 143"/>
          <p:cNvSpPr/>
          <p:nvPr/>
        </p:nvSpPr>
        <p:spPr>
          <a:xfrm>
            <a:off x="5268497" y="2215422"/>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2"/>
          <p:cNvSpPr>
            <a:spLocks noChangeArrowheads="1"/>
          </p:cNvSpPr>
          <p:nvPr/>
        </p:nvSpPr>
        <p:spPr bwMode="auto">
          <a:xfrm>
            <a:off x="5302181" y="3062607"/>
            <a:ext cx="282729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Motor power within legal 250 W limit</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Motor assist limited to 25 km/h</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Pedal assist engages only on pedaling</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Battery of Australian safety standards</a:t>
            </a:r>
          </a:p>
          <a:p>
            <a:pPr lvl="0" eaLnBrk="0" fontAlgn="base" hangingPunct="0">
              <a:lnSpc>
                <a:spcPct val="150000"/>
              </a:lnSpc>
              <a:spcBef>
                <a:spcPct val="0"/>
              </a:spcBef>
              <a:spcAft>
                <a:spcPct val="0"/>
              </a:spcAft>
            </a:pPr>
            <a:r>
              <a:rPr lang="en-US" altLang="en-US" sz="1000" dirty="0">
                <a:solidFill>
                  <a:srgbClr val="3C4B34"/>
                </a:solidFill>
                <a:latin typeface="Lato" panose="020F0502020204030203" pitchFamily="34" charset="0"/>
              </a:rPr>
              <a:t>Charger certified &amp; battery compatible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Electrical protections: BMS + thermal</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Braking system of safety standards</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Frame &amp; structure meet specs</a:t>
            </a:r>
          </a:p>
          <a:p>
            <a:pPr lvl="0" eaLnBrk="0" fontAlgn="base" hangingPunct="0">
              <a:lnSpc>
                <a:spcPct val="150000"/>
              </a:lnSpc>
              <a:spcBef>
                <a:spcPct val="0"/>
              </a:spcBef>
              <a:spcAft>
                <a:spcPct val="0"/>
              </a:spcAft>
            </a:pPr>
            <a:r>
              <a:rPr lang="en-US" altLang="en-US" sz="1000" dirty="0">
                <a:solidFill>
                  <a:srgbClr val="3C4B34"/>
                </a:solidFill>
                <a:latin typeface="Lato" panose="020F0502020204030203" pitchFamily="34" charset="0"/>
              </a:rPr>
              <a:t>Speed limiter is tampering secure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3C4B34"/>
                </a:solidFill>
                <a:latin typeface="Lato" panose="020F0502020204030203" pitchFamily="34" charset="0"/>
              </a:rPr>
              <a:t>Compliance labels &amp; serial # present</a:t>
            </a:r>
          </a:p>
        </p:txBody>
      </p:sp>
      <p:sp>
        <p:nvSpPr>
          <p:cNvPr id="147" name="Rounded Rectangle 146"/>
          <p:cNvSpPr/>
          <p:nvPr/>
        </p:nvSpPr>
        <p:spPr>
          <a:xfrm>
            <a:off x="7643562" y="339260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8" name="Rounded Rectangle 147"/>
          <p:cNvSpPr/>
          <p:nvPr/>
        </p:nvSpPr>
        <p:spPr>
          <a:xfrm>
            <a:off x="7779055" y="337888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9" name="Rounded Rectangle 148"/>
          <p:cNvSpPr/>
          <p:nvPr/>
        </p:nvSpPr>
        <p:spPr>
          <a:xfrm>
            <a:off x="7657210" y="366556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0" name="Rounded Rectangle 149"/>
          <p:cNvSpPr/>
          <p:nvPr/>
        </p:nvSpPr>
        <p:spPr>
          <a:xfrm>
            <a:off x="7792703" y="365184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1" name="Rounded Rectangle 150"/>
          <p:cNvSpPr/>
          <p:nvPr/>
        </p:nvSpPr>
        <p:spPr>
          <a:xfrm>
            <a:off x="7652658" y="3872556"/>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2" name="Rounded Rectangle 151"/>
          <p:cNvSpPr/>
          <p:nvPr/>
        </p:nvSpPr>
        <p:spPr>
          <a:xfrm>
            <a:off x="7788151" y="3858841"/>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3" name="Rounded Rectangle 152"/>
          <p:cNvSpPr/>
          <p:nvPr/>
        </p:nvSpPr>
        <p:spPr>
          <a:xfrm>
            <a:off x="7643562" y="4101949"/>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4" name="Rounded Rectangle 153"/>
          <p:cNvSpPr/>
          <p:nvPr/>
        </p:nvSpPr>
        <p:spPr>
          <a:xfrm>
            <a:off x="7779055" y="4088234"/>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5" name="Rounded Rectangle 154"/>
          <p:cNvSpPr/>
          <p:nvPr/>
        </p:nvSpPr>
        <p:spPr>
          <a:xfrm>
            <a:off x="7639010" y="430894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6" name="Rounded Rectangle 155"/>
          <p:cNvSpPr/>
          <p:nvPr/>
        </p:nvSpPr>
        <p:spPr>
          <a:xfrm>
            <a:off x="7774503" y="429522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7" name="Rounded Rectangle 156"/>
          <p:cNvSpPr/>
          <p:nvPr/>
        </p:nvSpPr>
        <p:spPr>
          <a:xfrm>
            <a:off x="7652658" y="458190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8" name="Rounded Rectangle 157"/>
          <p:cNvSpPr/>
          <p:nvPr/>
        </p:nvSpPr>
        <p:spPr>
          <a:xfrm>
            <a:off x="7788151" y="456818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9" name="Rounded Rectangle 158"/>
          <p:cNvSpPr/>
          <p:nvPr/>
        </p:nvSpPr>
        <p:spPr>
          <a:xfrm>
            <a:off x="7648106" y="4788893"/>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0" name="Rounded Rectangle 159"/>
          <p:cNvSpPr/>
          <p:nvPr/>
        </p:nvSpPr>
        <p:spPr>
          <a:xfrm>
            <a:off x="7783599" y="4775178"/>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1" name="Rounded Rectangle 160"/>
          <p:cNvSpPr/>
          <p:nvPr/>
        </p:nvSpPr>
        <p:spPr>
          <a:xfrm>
            <a:off x="7648106" y="5014085"/>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2" name="Rounded Rectangle 161"/>
          <p:cNvSpPr/>
          <p:nvPr/>
        </p:nvSpPr>
        <p:spPr>
          <a:xfrm>
            <a:off x="7783599" y="5000370"/>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3" name="Rounded Rectangle 162"/>
          <p:cNvSpPr/>
          <p:nvPr/>
        </p:nvSpPr>
        <p:spPr>
          <a:xfrm>
            <a:off x="7643554" y="5221077"/>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4" name="Rounded Rectangle 163"/>
          <p:cNvSpPr/>
          <p:nvPr/>
        </p:nvSpPr>
        <p:spPr>
          <a:xfrm>
            <a:off x="7779047" y="5207362"/>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2" name="Rectangle 101"/>
          <p:cNvSpPr/>
          <p:nvPr/>
        </p:nvSpPr>
        <p:spPr>
          <a:xfrm>
            <a:off x="8794366" y="-19924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8663253" y="3516"/>
            <a:ext cx="3366722" cy="6858000"/>
            <a:chOff x="4676834" y="0"/>
            <a:chExt cx="3366722" cy="6858000"/>
          </a:xfrm>
        </p:grpSpPr>
        <p:grpSp>
          <p:nvGrpSpPr>
            <p:cNvPr id="104" name="Group 103"/>
            <p:cNvGrpSpPr/>
            <p:nvPr/>
          </p:nvGrpSpPr>
          <p:grpSpPr>
            <a:xfrm>
              <a:off x="4840421" y="235840"/>
              <a:ext cx="3029027" cy="958178"/>
              <a:chOff x="8366016" y="1852719"/>
              <a:chExt cx="2992003" cy="958178"/>
            </a:xfrm>
          </p:grpSpPr>
          <p:sp>
            <p:nvSpPr>
              <p:cNvPr id="111" name="Freeform 110"/>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12" name="Group 111"/>
              <p:cNvGrpSpPr/>
              <p:nvPr/>
            </p:nvGrpSpPr>
            <p:grpSpPr>
              <a:xfrm>
                <a:off x="8366016" y="1868661"/>
                <a:ext cx="2052847" cy="942236"/>
                <a:chOff x="8366016" y="1851793"/>
                <a:chExt cx="2052847" cy="942236"/>
              </a:xfrm>
            </p:grpSpPr>
            <p:pic>
              <p:nvPicPr>
                <p:cNvPr id="113" name="Picture 1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14" name="TextBox 113"/>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05" name="Group 104"/>
            <p:cNvGrpSpPr/>
            <p:nvPr/>
          </p:nvGrpSpPr>
          <p:grpSpPr>
            <a:xfrm>
              <a:off x="4676834" y="0"/>
              <a:ext cx="3366722" cy="6858000"/>
              <a:chOff x="8666331" y="315797"/>
              <a:chExt cx="3366722" cy="6858000"/>
            </a:xfrm>
          </p:grpSpPr>
          <p:pic>
            <p:nvPicPr>
              <p:cNvPr id="108" name="Picture 10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09" name="Picture 10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10" name="Rectangle 10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15" name="TextBox 114"/>
          <p:cNvSpPr txBox="1"/>
          <p:nvPr/>
        </p:nvSpPr>
        <p:spPr>
          <a:xfrm>
            <a:off x="8884897" y="1108724"/>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124" name="Group 123"/>
          <p:cNvGrpSpPr/>
          <p:nvPr/>
        </p:nvGrpSpPr>
        <p:grpSpPr>
          <a:xfrm>
            <a:off x="9066612" y="6098486"/>
            <a:ext cx="2559317" cy="376814"/>
            <a:chOff x="1620486" y="6094970"/>
            <a:chExt cx="2559317" cy="376814"/>
          </a:xfrm>
        </p:grpSpPr>
        <p:pic>
          <p:nvPicPr>
            <p:cNvPr id="125" name="Picture 12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6" name="Picture 12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7" name="Group 126"/>
            <p:cNvGrpSpPr/>
            <p:nvPr/>
          </p:nvGrpSpPr>
          <p:grpSpPr>
            <a:xfrm>
              <a:off x="2061631" y="6094970"/>
              <a:ext cx="1694123" cy="376814"/>
              <a:chOff x="5033065" y="5683638"/>
              <a:chExt cx="1694123" cy="376814"/>
            </a:xfrm>
          </p:grpSpPr>
          <p:pic>
            <p:nvPicPr>
              <p:cNvPr id="128" name="Picture 12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9" name="Rectangle 12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0" name="TextBox 129"/>
          <p:cNvSpPr txBox="1"/>
          <p:nvPr/>
        </p:nvSpPr>
        <p:spPr>
          <a:xfrm>
            <a:off x="9583983" y="740606"/>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31" name="Rounded Rectangle 130"/>
          <p:cNvSpPr/>
          <p:nvPr/>
        </p:nvSpPr>
        <p:spPr>
          <a:xfrm>
            <a:off x="11348880" y="69296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32" name="Rectangle 131"/>
          <p:cNvSpPr/>
          <p:nvPr/>
        </p:nvSpPr>
        <p:spPr>
          <a:xfrm>
            <a:off x="9985377" y="1257743"/>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33" name="Rectangle 132"/>
          <p:cNvSpPr/>
          <p:nvPr/>
        </p:nvSpPr>
        <p:spPr>
          <a:xfrm>
            <a:off x="9631580" y="1865970"/>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e-Bike’s Image</a:t>
            </a:r>
            <a:endParaRPr lang="en-AU" sz="1050" dirty="0"/>
          </a:p>
        </p:txBody>
      </p:sp>
      <p:sp>
        <p:nvSpPr>
          <p:cNvPr id="136" name="Rounded Rectangle 135"/>
          <p:cNvSpPr/>
          <p:nvPr/>
        </p:nvSpPr>
        <p:spPr>
          <a:xfrm>
            <a:off x="11727085" y="2151072"/>
            <a:ext cx="52358" cy="379905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Rounded Rectangle 138"/>
          <p:cNvSpPr/>
          <p:nvPr/>
        </p:nvSpPr>
        <p:spPr>
          <a:xfrm>
            <a:off x="11725265" y="4470995"/>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7" name="TextBox 186"/>
          <p:cNvSpPr txBox="1"/>
          <p:nvPr/>
        </p:nvSpPr>
        <p:spPr>
          <a:xfrm>
            <a:off x="8894170" y="2830565"/>
            <a:ext cx="110639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Insurer Name</a:t>
            </a:r>
            <a:endParaRPr lang="en-AU" sz="1200" dirty="0">
              <a:solidFill>
                <a:srgbClr val="3C4B34"/>
              </a:solidFill>
              <a:latin typeface="Lato" panose="020F0502020204030203" pitchFamily="34" charset="0"/>
            </a:endParaRPr>
          </a:p>
        </p:txBody>
      </p:sp>
      <p:sp>
        <p:nvSpPr>
          <p:cNvPr id="134" name="Rounded Rectangle 133"/>
          <p:cNvSpPr/>
          <p:nvPr/>
        </p:nvSpPr>
        <p:spPr>
          <a:xfrm>
            <a:off x="8998429" y="528804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189" name="Rounded Rectangle 188"/>
          <p:cNvSpPr/>
          <p:nvPr/>
        </p:nvSpPr>
        <p:spPr>
          <a:xfrm>
            <a:off x="10404698" y="2741788"/>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190" name="Rectangle 189"/>
          <p:cNvSpPr/>
          <p:nvPr/>
        </p:nvSpPr>
        <p:spPr>
          <a:xfrm>
            <a:off x="8992262" y="2317333"/>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1" name="TextBox 190"/>
          <p:cNvSpPr txBox="1"/>
          <p:nvPr/>
        </p:nvSpPr>
        <p:spPr>
          <a:xfrm>
            <a:off x="9257911" y="2252059"/>
            <a:ext cx="2575806" cy="430887"/>
          </a:xfrm>
          <a:prstGeom prst="rect">
            <a:avLst/>
          </a:prstGeom>
          <a:noFill/>
        </p:spPr>
        <p:txBody>
          <a:bodyPr wrap="square" rtlCol="0">
            <a:spAutoFit/>
          </a:bodyPr>
          <a:lstStyle/>
          <a:p>
            <a:r>
              <a:rPr lang="en-US" sz="1100" dirty="0" smtClean="0">
                <a:solidFill>
                  <a:srgbClr val="3C4B34"/>
                </a:solidFill>
                <a:latin typeface="Lato" panose="020F0502020204030203" pitchFamily="34" charset="0"/>
              </a:rPr>
              <a:t>Insurance permits commercial rental</a:t>
            </a:r>
            <a:endParaRPr lang="en-US" sz="1100" dirty="0" smtClean="0">
              <a:solidFill>
                <a:srgbClr val="3C4B34"/>
              </a:solidFill>
              <a:latin typeface="Lato" panose="020F0502020204030203" pitchFamily="34" charset="0"/>
            </a:endParaRPr>
          </a:p>
          <a:p>
            <a:r>
              <a:rPr lang="en-US" sz="1100" dirty="0" smtClean="0">
                <a:solidFill>
                  <a:srgbClr val="3C4B34"/>
                </a:solidFill>
                <a:latin typeface="Lato" panose="020F0502020204030203" pitchFamily="34" charset="0"/>
              </a:rPr>
              <a:t>C</a:t>
            </a:r>
            <a:r>
              <a:rPr lang="en-US" sz="1100" dirty="0" smtClean="0">
                <a:solidFill>
                  <a:srgbClr val="3C4B34"/>
                </a:solidFill>
                <a:latin typeface="Lato" panose="020F0502020204030203" pitchFamily="34" charset="0"/>
              </a:rPr>
              <a:t>overs Micro2Move customers</a:t>
            </a:r>
            <a:endParaRPr lang="en-AU" sz="1100" dirty="0">
              <a:solidFill>
                <a:srgbClr val="3C4B34"/>
              </a:solidFill>
              <a:latin typeface="Lato" panose="020F0502020204030203" pitchFamily="34" charset="0"/>
            </a:endParaRPr>
          </a:p>
        </p:txBody>
      </p:sp>
      <p:sp>
        <p:nvSpPr>
          <p:cNvPr id="192" name="TextBox 191"/>
          <p:cNvSpPr txBox="1"/>
          <p:nvPr/>
        </p:nvSpPr>
        <p:spPr>
          <a:xfrm>
            <a:off x="8872029" y="3342301"/>
            <a:ext cx="161614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Public Liability Cover</a:t>
            </a:r>
            <a:endParaRPr lang="en-AU" sz="1200" dirty="0">
              <a:solidFill>
                <a:srgbClr val="3C4B34"/>
              </a:solidFill>
              <a:latin typeface="Lato" panose="020F0502020204030203" pitchFamily="34" charset="0"/>
            </a:endParaRPr>
          </a:p>
        </p:txBody>
      </p:sp>
      <p:sp>
        <p:nvSpPr>
          <p:cNvPr id="193" name="Rounded Rectangle 192"/>
          <p:cNvSpPr/>
          <p:nvPr/>
        </p:nvSpPr>
        <p:spPr>
          <a:xfrm>
            <a:off x="10409627" y="3257565"/>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194" name="TextBox 193"/>
          <p:cNvSpPr txBox="1"/>
          <p:nvPr/>
        </p:nvSpPr>
        <p:spPr>
          <a:xfrm>
            <a:off x="1417065" y="5468656"/>
            <a:ext cx="119776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Available from</a:t>
            </a:r>
            <a:endParaRPr lang="en-AU" sz="1200" dirty="0">
              <a:solidFill>
                <a:srgbClr val="3C4B34"/>
              </a:solidFill>
              <a:latin typeface="Lato" panose="020F0502020204030203" pitchFamily="34" charset="0"/>
            </a:endParaRPr>
          </a:p>
        </p:txBody>
      </p:sp>
      <p:sp>
        <p:nvSpPr>
          <p:cNvPr id="195" name="Rounded Rectangle 194"/>
          <p:cNvSpPr/>
          <p:nvPr/>
        </p:nvSpPr>
        <p:spPr>
          <a:xfrm>
            <a:off x="1512340" y="5745655"/>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196" name="TextBox 195"/>
          <p:cNvSpPr txBox="1"/>
          <p:nvPr/>
        </p:nvSpPr>
        <p:spPr>
          <a:xfrm>
            <a:off x="2893184" y="5468656"/>
            <a:ext cx="984565"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Available to</a:t>
            </a:r>
            <a:endParaRPr lang="en-AU" sz="1200" dirty="0">
              <a:solidFill>
                <a:srgbClr val="3C4B34"/>
              </a:solidFill>
              <a:latin typeface="Lato" panose="020F0502020204030203" pitchFamily="34" charset="0"/>
            </a:endParaRPr>
          </a:p>
        </p:txBody>
      </p:sp>
      <p:sp>
        <p:nvSpPr>
          <p:cNvPr id="197" name="Rounded Rectangle 196"/>
          <p:cNvSpPr/>
          <p:nvPr/>
        </p:nvSpPr>
        <p:spPr>
          <a:xfrm>
            <a:off x="2983028" y="5741540"/>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98" name="TextBox 197"/>
          <p:cNvSpPr txBox="1"/>
          <p:nvPr/>
        </p:nvSpPr>
        <p:spPr>
          <a:xfrm>
            <a:off x="8865589" y="3840625"/>
            <a:ext cx="1420582"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Policy Expiry Date</a:t>
            </a:r>
            <a:endParaRPr lang="en-AU" sz="1200" dirty="0">
              <a:solidFill>
                <a:srgbClr val="3C4B34"/>
              </a:solidFill>
              <a:latin typeface="Lato" panose="020F0502020204030203" pitchFamily="34" charset="0"/>
            </a:endParaRPr>
          </a:p>
        </p:txBody>
      </p:sp>
      <p:sp>
        <p:nvSpPr>
          <p:cNvPr id="199" name="Rounded Rectangle 198"/>
          <p:cNvSpPr/>
          <p:nvPr/>
        </p:nvSpPr>
        <p:spPr>
          <a:xfrm>
            <a:off x="10417284" y="3773484"/>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200" name="TextBox 199"/>
          <p:cNvSpPr txBox="1"/>
          <p:nvPr/>
        </p:nvSpPr>
        <p:spPr>
          <a:xfrm>
            <a:off x="5179083" y="6082619"/>
            <a:ext cx="110639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Insurer Name</a:t>
            </a:r>
            <a:endParaRPr lang="en-AU" sz="1200" dirty="0">
              <a:solidFill>
                <a:srgbClr val="3C4B34"/>
              </a:solidFill>
              <a:latin typeface="Lato" panose="020F0502020204030203" pitchFamily="34" charset="0"/>
            </a:endParaRPr>
          </a:p>
        </p:txBody>
      </p:sp>
      <p:sp>
        <p:nvSpPr>
          <p:cNvPr id="201" name="Rounded Rectangle 200"/>
          <p:cNvSpPr/>
          <p:nvPr/>
        </p:nvSpPr>
        <p:spPr>
          <a:xfrm>
            <a:off x="6689611" y="6016702"/>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202" name="Rectangle 201"/>
          <p:cNvSpPr/>
          <p:nvPr/>
        </p:nvSpPr>
        <p:spPr>
          <a:xfrm>
            <a:off x="5277175" y="562272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3" name="TextBox 202"/>
          <p:cNvSpPr txBox="1"/>
          <p:nvPr/>
        </p:nvSpPr>
        <p:spPr>
          <a:xfrm>
            <a:off x="5481407" y="5534593"/>
            <a:ext cx="2837363" cy="430887"/>
          </a:xfrm>
          <a:prstGeom prst="rect">
            <a:avLst/>
          </a:prstGeom>
          <a:noFill/>
        </p:spPr>
        <p:txBody>
          <a:bodyPr wrap="square" rtlCol="0">
            <a:spAutoFit/>
          </a:bodyPr>
          <a:lstStyle/>
          <a:p>
            <a:r>
              <a:rPr lang="en-US" sz="1100" dirty="0" smtClean="0">
                <a:solidFill>
                  <a:srgbClr val="3C4B34"/>
                </a:solidFill>
                <a:latin typeface="Lato" panose="020F0502020204030203" pitchFamily="34" charset="0"/>
              </a:rPr>
              <a:t>Insurance permits commercial rental</a:t>
            </a:r>
            <a:endParaRPr lang="en-US" sz="1100" dirty="0" smtClean="0">
              <a:solidFill>
                <a:srgbClr val="3C4B34"/>
              </a:solidFill>
              <a:latin typeface="Lato" panose="020F0502020204030203" pitchFamily="34" charset="0"/>
            </a:endParaRPr>
          </a:p>
          <a:p>
            <a:r>
              <a:rPr lang="en-US" sz="1100" dirty="0" smtClean="0">
                <a:solidFill>
                  <a:srgbClr val="3C4B34"/>
                </a:solidFill>
                <a:latin typeface="Lato" panose="020F0502020204030203" pitchFamily="34" charset="0"/>
              </a:rPr>
              <a:t>C</a:t>
            </a:r>
            <a:r>
              <a:rPr lang="en-US" sz="1100" dirty="0" smtClean="0">
                <a:solidFill>
                  <a:srgbClr val="3C4B34"/>
                </a:solidFill>
                <a:latin typeface="Lato" panose="020F0502020204030203" pitchFamily="34" charset="0"/>
              </a:rPr>
              <a:t>overs Micro2Move rental customers</a:t>
            </a:r>
            <a:endParaRPr lang="en-AU" sz="1100" dirty="0">
              <a:solidFill>
                <a:srgbClr val="3C4B34"/>
              </a:solidFill>
              <a:latin typeface="Lato" panose="020F0502020204030203" pitchFamily="34" charset="0"/>
            </a:endParaRPr>
          </a:p>
        </p:txBody>
      </p:sp>
      <p:grpSp>
        <p:nvGrpSpPr>
          <p:cNvPr id="106" name="Group 105"/>
          <p:cNvGrpSpPr/>
          <p:nvPr/>
        </p:nvGrpSpPr>
        <p:grpSpPr>
          <a:xfrm>
            <a:off x="5355407" y="6098486"/>
            <a:ext cx="2559317" cy="376814"/>
            <a:chOff x="1620486" y="6094970"/>
            <a:chExt cx="2559317" cy="376814"/>
          </a:xfrm>
        </p:grpSpPr>
        <p:pic>
          <p:nvPicPr>
            <p:cNvPr id="107" name="Picture 106"/>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6" name="Picture 1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7" name="Group 116"/>
            <p:cNvGrpSpPr/>
            <p:nvPr/>
          </p:nvGrpSpPr>
          <p:grpSpPr>
            <a:xfrm>
              <a:off x="2061631" y="6094970"/>
              <a:ext cx="1694123" cy="376814"/>
              <a:chOff x="5033065" y="5683638"/>
              <a:chExt cx="1694123" cy="376814"/>
            </a:xfrm>
          </p:grpSpPr>
          <p:pic>
            <p:nvPicPr>
              <p:cNvPr id="118" name="Picture 1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9" name="Rectangle 1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04" name="Rounded Rectangle 203"/>
          <p:cNvSpPr/>
          <p:nvPr/>
        </p:nvSpPr>
        <p:spPr>
          <a:xfrm>
            <a:off x="8992262" y="4305437"/>
            <a:ext cx="2673793" cy="840324"/>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5" name="Rectangle 204"/>
          <p:cNvSpPr/>
          <p:nvPr/>
        </p:nvSpPr>
        <p:spPr>
          <a:xfrm>
            <a:off x="10163357" y="4654554"/>
            <a:ext cx="396070" cy="369332"/>
          </a:xfrm>
          <a:prstGeom prst="rect">
            <a:avLst/>
          </a:prstGeom>
        </p:spPr>
        <p:txBody>
          <a:bodyPr wrap="square">
            <a:spAutoFit/>
          </a:bodyPr>
          <a:lstStyle/>
          <a:p>
            <a:r>
              <a:rPr lang="en-AU" b="1" dirty="0">
                <a:solidFill>
                  <a:srgbClr val="AD56E1"/>
                </a:solidFill>
                <a:latin typeface="Arial" panose="020B0604020202020204" pitchFamily="34" charset="0"/>
              </a:rPr>
              <a:t>⊕</a:t>
            </a:r>
            <a:endParaRPr lang="en-AU" b="1" dirty="0">
              <a:solidFill>
                <a:srgbClr val="AD56E1"/>
              </a:solidFill>
            </a:endParaRPr>
          </a:p>
        </p:txBody>
      </p:sp>
      <p:sp>
        <p:nvSpPr>
          <p:cNvPr id="206" name="TextBox 205"/>
          <p:cNvSpPr txBox="1"/>
          <p:nvPr/>
        </p:nvSpPr>
        <p:spPr>
          <a:xfrm>
            <a:off x="8970912" y="4366548"/>
            <a:ext cx="2712433" cy="261610"/>
          </a:xfrm>
          <a:prstGeom prst="rect">
            <a:avLst/>
          </a:prstGeom>
          <a:noFill/>
        </p:spPr>
        <p:txBody>
          <a:bodyPr wrap="square" rtlCol="0">
            <a:spAutoFit/>
          </a:bodyPr>
          <a:lstStyle/>
          <a:p>
            <a:r>
              <a:rPr lang="en-US" sz="1100" dirty="0" smtClean="0">
                <a:solidFill>
                  <a:srgbClr val="3C4B34"/>
                </a:solidFill>
                <a:latin typeface="Lato" panose="020F0502020204030203" pitchFamily="34" charset="0"/>
              </a:rPr>
              <a:t>Upload Insurance Certificate of Currency</a:t>
            </a:r>
            <a:endParaRPr lang="en-AU" sz="1100" dirty="0">
              <a:solidFill>
                <a:srgbClr val="3C4B34"/>
              </a:solidFill>
              <a:latin typeface="Lato" panose="020F0502020204030203" pitchFamily="34" charset="0"/>
            </a:endParaRPr>
          </a:p>
        </p:txBody>
      </p:sp>
    </p:spTree>
    <p:extLst>
      <p:ext uri="{BB962C8B-B14F-4D97-AF65-F5344CB8AC3E}">
        <p14:creationId xmlns:p14="http://schemas.microsoft.com/office/powerpoint/2010/main" val="2242125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9969F33-0D1F-0912-F561-8F067B750ED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B68BED7E-4E3D-BF97-8050-2448D9BD19CE}"/>
              </a:ext>
            </a:extLst>
          </p:cNvPr>
          <p:cNvSpPr txBox="1"/>
          <p:nvPr/>
        </p:nvSpPr>
        <p:spPr>
          <a:xfrm rot="16200000">
            <a:off x="-3039987" y="3044278"/>
            <a:ext cx="6858000" cy="769441"/>
          </a:xfrm>
          <a:prstGeom prst="rect">
            <a:avLst/>
          </a:prstGeom>
          <a:noFill/>
        </p:spPr>
        <p:txBody>
          <a:bodyPr wrap="square" rtlCol="0">
            <a:spAutoFit/>
          </a:bodyPr>
          <a:lstStyle/>
          <a:p>
            <a:r>
              <a:rPr lang="en-US" sz="4400" b="1" dirty="0"/>
              <a:t>Business </a:t>
            </a:r>
            <a:r>
              <a:rPr lang="en-US" sz="4400" b="1" dirty="0" smtClean="0"/>
              <a:t>Update </a:t>
            </a:r>
            <a:r>
              <a:rPr lang="en-US" sz="4400" b="1" dirty="0"/>
              <a:t>e-Bike Fleet</a:t>
            </a:r>
            <a:endParaRPr lang="en-AU" sz="4400" b="1" dirty="0"/>
          </a:p>
        </p:txBody>
      </p:sp>
      <p:sp>
        <p:nvSpPr>
          <p:cNvPr id="74" name="Rectangle 73">
            <a:extLst>
              <a:ext uri="{FF2B5EF4-FFF2-40B4-BE49-F238E27FC236}">
                <a16:creationId xmlns:a16="http://schemas.microsoft.com/office/drawing/2014/main" xmlns="" id="{0F06AC1B-7FBC-3E61-F889-23D2F4692EFC}"/>
              </a:ext>
            </a:extLst>
          </p:cNvPr>
          <p:cNvSpPr/>
          <p:nvPr/>
        </p:nvSpPr>
        <p:spPr>
          <a:xfrm>
            <a:off x="1737285" y="164854"/>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8" name="Group 97">
            <a:extLst>
              <a:ext uri="{FF2B5EF4-FFF2-40B4-BE49-F238E27FC236}">
                <a16:creationId xmlns:a16="http://schemas.microsoft.com/office/drawing/2014/main" xmlns="" id="{4D0C0570-E498-21C8-66B8-6C668D404951}"/>
              </a:ext>
            </a:extLst>
          </p:cNvPr>
          <p:cNvGrpSpPr/>
          <p:nvPr/>
        </p:nvGrpSpPr>
        <p:grpSpPr>
          <a:xfrm>
            <a:off x="1989804" y="6044728"/>
            <a:ext cx="2559317" cy="376814"/>
            <a:chOff x="1620486" y="6094970"/>
            <a:chExt cx="2559317" cy="376814"/>
          </a:xfrm>
        </p:grpSpPr>
        <p:pic>
          <p:nvPicPr>
            <p:cNvPr id="99" name="Picture 98">
              <a:extLst>
                <a:ext uri="{FF2B5EF4-FFF2-40B4-BE49-F238E27FC236}">
                  <a16:creationId xmlns:a16="http://schemas.microsoft.com/office/drawing/2014/main" xmlns="" id="{A41E2B3C-0AFB-9A89-5F18-BE15AE9419F1}"/>
                </a:ext>
              </a:extLst>
            </p:cNvPr>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a16="http://schemas.microsoft.com/office/drawing/2014/main" xmlns="" id="{DD3911D5-7435-F938-E52F-A2A03D64F7C5}"/>
                </a:ext>
              </a:extLst>
            </p:cNvPr>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a16="http://schemas.microsoft.com/office/drawing/2014/main" xmlns=""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a16="http://schemas.microsoft.com/office/drawing/2014/main" xmlns="" id="{D9EA6989-1A81-81BF-B2E8-CDBD62020E3E}"/>
                  </a:ext>
                </a:extLst>
              </p:cNvPr>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a16="http://schemas.microsoft.com/office/drawing/2014/main" xmlns=""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4" name="TextBox 103">
            <a:extLst>
              <a:ext uri="{FF2B5EF4-FFF2-40B4-BE49-F238E27FC236}">
                <a16:creationId xmlns:a16="http://schemas.microsoft.com/office/drawing/2014/main" xmlns="" id="{E0AF2DA5-5345-149E-713E-1CEF12F64AFD}"/>
              </a:ext>
            </a:extLst>
          </p:cNvPr>
          <p:cNvSpPr txBox="1"/>
          <p:nvPr/>
        </p:nvSpPr>
        <p:spPr>
          <a:xfrm>
            <a:off x="2507175" y="734619"/>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a16="http://schemas.microsoft.com/office/drawing/2014/main" xmlns="" id="{DD1146FF-5191-F7F7-536C-4FFEE1E7A155}"/>
              </a:ext>
            </a:extLst>
          </p:cNvPr>
          <p:cNvSpPr/>
          <p:nvPr/>
        </p:nvSpPr>
        <p:spPr>
          <a:xfrm>
            <a:off x="4272072" y="68697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08" name="TextBox 107">
            <a:extLst>
              <a:ext uri="{FF2B5EF4-FFF2-40B4-BE49-F238E27FC236}">
                <a16:creationId xmlns:a16="http://schemas.microsoft.com/office/drawing/2014/main" xmlns="" id="{8DAED8CC-DFD8-F3A3-5B5C-BA468FB22944}"/>
              </a:ext>
            </a:extLst>
          </p:cNvPr>
          <p:cNvSpPr txBox="1"/>
          <p:nvPr/>
        </p:nvSpPr>
        <p:spPr>
          <a:xfrm>
            <a:off x="1818955" y="3262643"/>
            <a:ext cx="96212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109" name="Rounded Rectangle 108">
            <a:extLst>
              <a:ext uri="{FF2B5EF4-FFF2-40B4-BE49-F238E27FC236}">
                <a16:creationId xmlns:a16="http://schemas.microsoft.com/office/drawing/2014/main" xmlns="" id="{E5098A2C-028B-FC69-3BAD-FE25E1608BF4}"/>
              </a:ext>
            </a:extLst>
          </p:cNvPr>
          <p:cNvSpPr/>
          <p:nvPr/>
        </p:nvSpPr>
        <p:spPr>
          <a:xfrm>
            <a:off x="1914231" y="35396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Fat Boy - Vagus</a:t>
            </a:r>
            <a:endParaRPr lang="en-AU" sz="1200" dirty="0">
              <a:solidFill>
                <a:srgbClr val="3C4B34"/>
              </a:solidFill>
              <a:latin typeface="Lato" panose="020F0502020204030203" pitchFamily="34" charset="0"/>
            </a:endParaRPr>
          </a:p>
        </p:txBody>
      </p:sp>
      <p:sp>
        <p:nvSpPr>
          <p:cNvPr id="110" name="TextBox 109">
            <a:extLst>
              <a:ext uri="{FF2B5EF4-FFF2-40B4-BE49-F238E27FC236}">
                <a16:creationId xmlns:a16="http://schemas.microsoft.com/office/drawing/2014/main" xmlns="" id="{DE5A5050-CB19-B4D4-CC4E-3E1011E7266E}"/>
              </a:ext>
            </a:extLst>
          </p:cNvPr>
          <p:cNvSpPr txBox="1"/>
          <p:nvPr/>
        </p:nvSpPr>
        <p:spPr>
          <a:xfrm>
            <a:off x="1800755" y="3954138"/>
            <a:ext cx="1229824"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111" name="Rounded Rectangle 110">
            <a:extLst>
              <a:ext uri="{FF2B5EF4-FFF2-40B4-BE49-F238E27FC236}">
                <a16:creationId xmlns:a16="http://schemas.microsoft.com/office/drawing/2014/main" xmlns="" id="{65DA8259-649B-B86C-401D-64C61AB74BEF}"/>
              </a:ext>
            </a:extLst>
          </p:cNvPr>
          <p:cNvSpPr/>
          <p:nvPr/>
        </p:nvSpPr>
        <p:spPr>
          <a:xfrm>
            <a:off x="1896031" y="423113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$75 </a:t>
            </a:r>
            <a:endParaRPr lang="en-AU" sz="1200" dirty="0">
              <a:solidFill>
                <a:srgbClr val="3C4B34"/>
              </a:solidFill>
              <a:latin typeface="Lato" panose="020F0502020204030203" pitchFamily="34" charset="0"/>
            </a:endParaRPr>
          </a:p>
        </p:txBody>
      </p:sp>
      <p:sp>
        <p:nvSpPr>
          <p:cNvPr id="112" name="TextBox 111">
            <a:extLst>
              <a:ext uri="{FF2B5EF4-FFF2-40B4-BE49-F238E27FC236}">
                <a16:creationId xmlns:a16="http://schemas.microsoft.com/office/drawing/2014/main" xmlns="" id="{9F357311-8239-CCD4-B952-7F6F41CA92FF}"/>
              </a:ext>
            </a:extLst>
          </p:cNvPr>
          <p:cNvSpPr txBox="1"/>
          <p:nvPr/>
        </p:nvSpPr>
        <p:spPr>
          <a:xfrm>
            <a:off x="1796203" y="4645634"/>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e-Bike Category</a:t>
            </a:r>
            <a:endParaRPr lang="en-AU" sz="1200" dirty="0">
              <a:solidFill>
                <a:srgbClr val="3C4B34"/>
              </a:solidFill>
              <a:latin typeface="Lato" panose="020F0502020204030203" pitchFamily="34" charset="0"/>
            </a:endParaRPr>
          </a:p>
        </p:txBody>
      </p:sp>
      <p:sp>
        <p:nvSpPr>
          <p:cNvPr id="113" name="Rounded Rectangle 112">
            <a:extLst>
              <a:ext uri="{FF2B5EF4-FFF2-40B4-BE49-F238E27FC236}">
                <a16:creationId xmlns:a16="http://schemas.microsoft.com/office/drawing/2014/main" xmlns="" id="{AD450F90-7FC0-E5C2-3E27-9F5D7DD7F5AA}"/>
              </a:ext>
            </a:extLst>
          </p:cNvPr>
          <p:cNvSpPr/>
          <p:nvPr/>
        </p:nvSpPr>
        <p:spPr>
          <a:xfrm>
            <a:off x="1891479" y="49226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3C4B34"/>
                </a:solidFill>
                <a:latin typeface="Lato" panose="020F0502020204030203" pitchFamily="34" charset="0"/>
              </a:rPr>
              <a:t>Road</a:t>
            </a:r>
            <a:r>
              <a:rPr lang="en-AU" sz="1200" dirty="0">
                <a:solidFill>
                  <a:srgbClr val="3C4B34"/>
                </a:solidFill>
                <a:latin typeface="Lato" panose="020F0502020204030203" pitchFamily="34" charset="0"/>
              </a:rPr>
              <a:t>                                                                     </a:t>
            </a:r>
            <a:r>
              <a:rPr lang="en-US" sz="1200" dirty="0">
                <a:solidFill>
                  <a:srgbClr val="7F7F7F"/>
                </a:solidFill>
              </a:rPr>
              <a:t>v</a:t>
            </a:r>
            <a:endParaRPr lang="en-AU" sz="1200" dirty="0">
              <a:solidFill>
                <a:srgbClr val="7F7F7F"/>
              </a:solidFill>
            </a:endParaRPr>
          </a:p>
        </p:txBody>
      </p:sp>
      <p:sp>
        <p:nvSpPr>
          <p:cNvPr id="114" name="TextBox 113">
            <a:extLst>
              <a:ext uri="{FF2B5EF4-FFF2-40B4-BE49-F238E27FC236}">
                <a16:creationId xmlns:a16="http://schemas.microsoft.com/office/drawing/2014/main" xmlns="" id="{AB02BB11-20CF-7E3D-D3CC-39269C36CB48}"/>
              </a:ext>
            </a:extLst>
          </p:cNvPr>
          <p:cNvSpPr txBox="1"/>
          <p:nvPr/>
        </p:nvSpPr>
        <p:spPr>
          <a:xfrm>
            <a:off x="1796203" y="5331585"/>
            <a:ext cx="122661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115" name="Rounded Rectangle 114">
            <a:extLst>
              <a:ext uri="{FF2B5EF4-FFF2-40B4-BE49-F238E27FC236}">
                <a16:creationId xmlns:a16="http://schemas.microsoft.com/office/drawing/2014/main" xmlns="" id="{4100AEAE-0E93-807B-574E-C3B4968E8386}"/>
              </a:ext>
            </a:extLst>
          </p:cNvPr>
          <p:cNvSpPr/>
          <p:nvPr/>
        </p:nvSpPr>
        <p:spPr>
          <a:xfrm>
            <a:off x="1891479" y="560858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 MCIC Building, Kensington</a:t>
            </a:r>
          </a:p>
        </p:txBody>
      </p:sp>
      <p:pic>
        <p:nvPicPr>
          <p:cNvPr id="2" name="Picture 1">
            <a:extLst>
              <a:ext uri="{FF2B5EF4-FFF2-40B4-BE49-F238E27FC236}">
                <a16:creationId xmlns:a16="http://schemas.microsoft.com/office/drawing/2014/main" xmlns="" id="{C6D6DDEB-BB14-42A6-9EC5-DEE1FC2703F7}"/>
              </a:ext>
            </a:extLst>
          </p:cNvPr>
          <p:cNvPicPr>
            <a:picLocks noChangeAspect="1"/>
          </p:cNvPicPr>
          <p:nvPr/>
        </p:nvPicPr>
        <p:blipFill>
          <a:blip r:embed="rId4"/>
          <a:stretch>
            <a:fillRect/>
          </a:stretch>
        </p:blipFill>
        <p:spPr>
          <a:xfrm>
            <a:off x="1793153" y="1055994"/>
            <a:ext cx="2978817" cy="2025537"/>
          </a:xfrm>
          <a:prstGeom prst="rect">
            <a:avLst/>
          </a:prstGeom>
        </p:spPr>
      </p:pic>
      <p:sp>
        <p:nvSpPr>
          <p:cNvPr id="139" name="Rounded Rectangle 138">
            <a:extLst>
              <a:ext uri="{FF2B5EF4-FFF2-40B4-BE49-F238E27FC236}">
                <a16:creationId xmlns:a16="http://schemas.microsoft.com/office/drawing/2014/main" xmlns="" id="{DA7CF195-0A53-73DD-237A-A5AEFC15133A}"/>
              </a:ext>
            </a:extLst>
          </p:cNvPr>
          <p:cNvSpPr/>
          <p:nvPr/>
        </p:nvSpPr>
        <p:spPr>
          <a:xfrm>
            <a:off x="4660658" y="3336561"/>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a16="http://schemas.microsoft.com/office/drawing/2014/main" xmlns="" id="{009AFE64-A6E8-B542-546E-7A9D7043C868}"/>
              </a:ext>
            </a:extLst>
          </p:cNvPr>
          <p:cNvSpPr/>
          <p:nvPr/>
        </p:nvSpPr>
        <p:spPr>
          <a:xfrm>
            <a:off x="4669754" y="3332078"/>
            <a:ext cx="55335" cy="912710"/>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7" name="Rounded Rectangle 104">
            <a:extLst>
              <a:ext uri="{FF2B5EF4-FFF2-40B4-BE49-F238E27FC236}">
                <a16:creationId xmlns:a16="http://schemas.microsoft.com/office/drawing/2014/main" xmlns="" id="{6469F839-2749-6EEC-2035-F06C71974DAD}"/>
              </a:ext>
            </a:extLst>
          </p:cNvPr>
          <p:cNvSpPr/>
          <p:nvPr/>
        </p:nvSpPr>
        <p:spPr>
          <a:xfrm>
            <a:off x="4244366" y="69434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 name="Rectangle 5"/>
          <p:cNvSpPr/>
          <p:nvPr/>
        </p:nvSpPr>
        <p:spPr>
          <a:xfrm>
            <a:off x="1789379" y="2656455"/>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a16="http://schemas.microsoft.com/office/drawing/2014/main" xmlns="" id="{1B937CA3-D2D7-CCCD-8B5A-4D5036831342}"/>
              </a:ext>
            </a:extLst>
          </p:cNvPr>
          <p:cNvGrpSpPr/>
          <p:nvPr/>
        </p:nvGrpSpPr>
        <p:grpSpPr>
          <a:xfrm>
            <a:off x="1586445" y="-2471"/>
            <a:ext cx="3366722" cy="6858000"/>
            <a:chOff x="4676834" y="0"/>
            <a:chExt cx="3366722" cy="6858000"/>
          </a:xfrm>
        </p:grpSpPr>
        <p:grpSp>
          <p:nvGrpSpPr>
            <p:cNvPr id="79" name="Group 78">
              <a:extLst>
                <a:ext uri="{FF2B5EF4-FFF2-40B4-BE49-F238E27FC236}">
                  <a16:creationId xmlns:a16="http://schemas.microsoft.com/office/drawing/2014/main" xmlns=""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a16="http://schemas.microsoft.com/office/drawing/2014/main" xmlns=""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a16="http://schemas.microsoft.com/office/drawing/2014/main" xmlns=""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a16="http://schemas.microsoft.com/office/drawing/2014/main" xmlns="" id="{94523CE1-5906-4FC6-F405-95055403895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a16="http://schemas.microsoft.com/office/drawing/2014/main" xmlns=""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a16="http://schemas.microsoft.com/office/drawing/2014/main" xmlns="" id="{16111B6C-EF24-A1BC-B639-0922413C59E1}"/>
                </a:ext>
              </a:extLst>
            </p:cNvPr>
            <p:cNvGrpSpPr/>
            <p:nvPr/>
          </p:nvGrpSpPr>
          <p:grpSpPr>
            <a:xfrm>
              <a:off x="4676834" y="0"/>
              <a:ext cx="3366722" cy="6858000"/>
              <a:chOff x="8666331" y="315797"/>
              <a:chExt cx="3366722" cy="6858000"/>
            </a:xfrm>
          </p:grpSpPr>
          <p:pic>
            <p:nvPicPr>
              <p:cNvPr id="91" name="Picture 90">
                <a:extLst>
                  <a:ext uri="{FF2B5EF4-FFF2-40B4-BE49-F238E27FC236}">
                    <a16:creationId xmlns:a16="http://schemas.microsoft.com/office/drawing/2014/main" xmlns="" id="{6930B7BB-941A-4AB3-B976-9EA740CEAF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a16="http://schemas.microsoft.com/office/drawing/2014/main" xmlns=""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0" name="Picture 89">
                <a:extLst>
                  <a:ext uri="{FF2B5EF4-FFF2-40B4-BE49-F238E27FC236}">
                    <a16:creationId xmlns:a16="http://schemas.microsoft.com/office/drawing/2014/main" xmlns="" id="{69849BC8-7B01-A384-819D-7C996DB029D5}"/>
                  </a:ext>
                </a:extLst>
              </p:cNvPr>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97" name="TextBox 96">
            <a:extLst>
              <a:ext uri="{FF2B5EF4-FFF2-40B4-BE49-F238E27FC236}">
                <a16:creationId xmlns:a16="http://schemas.microsoft.com/office/drawing/2014/main" xmlns="" id="{AFBF38A4-ACE1-10FD-32CA-BA93CC4974DB}"/>
              </a:ext>
            </a:extLst>
          </p:cNvPr>
          <p:cNvSpPr txBox="1"/>
          <p:nvPr/>
        </p:nvSpPr>
        <p:spPr>
          <a:xfrm>
            <a:off x="2316781" y="2709757"/>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06" name="Rounded Rectangle 104">
            <a:extLst>
              <a:ext uri="{FF2B5EF4-FFF2-40B4-BE49-F238E27FC236}">
                <a16:creationId xmlns:a16="http://schemas.microsoft.com/office/drawing/2014/main" xmlns="" id="{6469F839-2749-6EEC-2035-F06C71974DAD}"/>
              </a:ext>
            </a:extLst>
          </p:cNvPr>
          <p:cNvSpPr/>
          <p:nvPr/>
        </p:nvSpPr>
        <p:spPr>
          <a:xfrm>
            <a:off x="4249223" y="68697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115"/>
          <p:cNvSpPr/>
          <p:nvPr/>
        </p:nvSpPr>
        <p:spPr>
          <a:xfrm>
            <a:off x="4202773" y="1154760"/>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7" name="Picture 10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108217" y="1243480"/>
            <a:ext cx="751130" cy="446556"/>
          </a:xfrm>
          <a:prstGeom prst="rect">
            <a:avLst/>
          </a:prstGeom>
        </p:spPr>
      </p:pic>
      <p:sp>
        <p:nvSpPr>
          <p:cNvPr id="117" name="Rectangle 116"/>
          <p:cNvSpPr/>
          <p:nvPr/>
        </p:nvSpPr>
        <p:spPr>
          <a:xfrm>
            <a:off x="4253625" y="2174360"/>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p:cNvPicPr>
            <a:picLocks noChangeAspect="1"/>
          </p:cNvPicPr>
          <p:nvPr/>
        </p:nvPicPr>
        <p:blipFill>
          <a:blip r:embed="rId9"/>
          <a:stretch>
            <a:fillRect/>
          </a:stretch>
        </p:blipFill>
        <p:spPr>
          <a:xfrm>
            <a:off x="4287751" y="2223220"/>
            <a:ext cx="306775" cy="306775"/>
          </a:xfrm>
          <a:prstGeom prst="rect">
            <a:avLst/>
          </a:prstGeom>
        </p:spPr>
      </p:pic>
    </p:spTree>
    <p:extLst>
      <p:ext uri="{BB962C8B-B14F-4D97-AF65-F5344CB8AC3E}">
        <p14:creationId xmlns:p14="http://schemas.microsoft.com/office/powerpoint/2010/main" val="31870051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a:t>
            </a:r>
            <a:r>
              <a:rPr lang="en-US" sz="4400" b="1" dirty="0" smtClean="0"/>
              <a:t>Profile</a:t>
            </a:r>
            <a:endParaRPr lang="en-AU" sz="4400" b="1" dirty="0"/>
          </a:p>
        </p:txBody>
      </p:sp>
      <p:grpSp>
        <p:nvGrpSpPr>
          <p:cNvPr id="38" name="Group 37">
            <a:extLst>
              <a:ext uri="{FF2B5EF4-FFF2-40B4-BE49-F238E27FC236}">
                <a16:creationId xmlns:a16="http://schemas.microsoft.com/office/drawing/2014/main" xmlns="" id="{9A71C7F9-5B7E-B0C2-974D-8F5732E21A49}"/>
              </a:ext>
            </a:extLst>
          </p:cNvPr>
          <p:cNvGrpSpPr/>
          <p:nvPr/>
        </p:nvGrpSpPr>
        <p:grpSpPr>
          <a:xfrm>
            <a:off x="1188290" y="-2078"/>
            <a:ext cx="3366722" cy="6858000"/>
            <a:chOff x="5731715" y="20023"/>
            <a:chExt cx="3366722" cy="6858000"/>
          </a:xfrm>
        </p:grpSpPr>
        <p:grpSp>
          <p:nvGrpSpPr>
            <p:cNvPr id="40" name="Group 39">
              <a:extLst>
                <a:ext uri="{FF2B5EF4-FFF2-40B4-BE49-F238E27FC236}">
                  <a16:creationId xmlns:a16="http://schemas.microsoft.com/office/drawing/2014/main" xmlns="" id="{F5431377-AF07-D9CD-9305-F5B1281C302F}"/>
                </a:ext>
              </a:extLst>
            </p:cNvPr>
            <p:cNvGrpSpPr/>
            <p:nvPr/>
          </p:nvGrpSpPr>
          <p:grpSpPr>
            <a:xfrm>
              <a:off x="5731715" y="20023"/>
              <a:ext cx="3366722" cy="6858000"/>
              <a:chOff x="8666331" y="254381"/>
              <a:chExt cx="3366722" cy="6858000"/>
            </a:xfrm>
          </p:grpSpPr>
          <p:pic>
            <p:nvPicPr>
              <p:cNvPr id="52" name="Picture 51">
                <a:extLst>
                  <a:ext uri="{FF2B5EF4-FFF2-40B4-BE49-F238E27FC236}">
                    <a16:creationId xmlns:a16="http://schemas.microsoft.com/office/drawing/2014/main" xmlns=""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53" name="Rectangle 52">
                <a:extLst>
                  <a:ext uri="{FF2B5EF4-FFF2-40B4-BE49-F238E27FC236}">
                    <a16:creationId xmlns:a16="http://schemas.microsoft.com/office/drawing/2014/main" xmlns=""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1" name="Picture 50">
                <a:extLst>
                  <a:ext uri="{FF2B5EF4-FFF2-40B4-BE49-F238E27FC236}">
                    <a16:creationId xmlns:a16="http://schemas.microsoft.com/office/drawing/2014/main" xmlns=""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41" name="Group 40">
              <a:extLst>
                <a:ext uri="{FF2B5EF4-FFF2-40B4-BE49-F238E27FC236}">
                  <a16:creationId xmlns:a16="http://schemas.microsoft.com/office/drawing/2014/main" xmlns="" id="{A2F7B852-62C2-95B1-53C9-2DB48448CD2C}"/>
                </a:ext>
              </a:extLst>
            </p:cNvPr>
            <p:cNvGrpSpPr/>
            <p:nvPr/>
          </p:nvGrpSpPr>
          <p:grpSpPr>
            <a:xfrm>
              <a:off x="6068618" y="632467"/>
              <a:ext cx="2725652" cy="5859788"/>
              <a:chOff x="9129902" y="1070352"/>
              <a:chExt cx="2677886" cy="5596270"/>
            </a:xfrm>
            <a:solidFill>
              <a:srgbClr val="FFFFFF"/>
            </a:solidFill>
          </p:grpSpPr>
          <p:sp>
            <p:nvSpPr>
              <p:cNvPr id="45" name="Rectangle 44">
                <a:extLst>
                  <a:ext uri="{FF2B5EF4-FFF2-40B4-BE49-F238E27FC236}">
                    <a16:creationId xmlns:a16="http://schemas.microsoft.com/office/drawing/2014/main" xmlns=""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43" name="Straight Arrow Connector 42">
                <a:extLst>
                  <a:ext uri="{FF2B5EF4-FFF2-40B4-BE49-F238E27FC236}">
                    <a16:creationId xmlns:a16="http://schemas.microsoft.com/office/drawing/2014/main" xmlns=""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xmlns=""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endParaRPr lang="en-US"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Profile</a:t>
                </a:r>
                <a:endParaRPr lang="en-US"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cxnSp>
            <p:nvCxnSpPr>
              <p:cNvPr id="47" name="Straight Connector 46">
                <a:extLst>
                  <a:ext uri="{FF2B5EF4-FFF2-40B4-BE49-F238E27FC236}">
                    <a16:creationId xmlns:a16="http://schemas.microsoft.com/office/drawing/2014/main" xmlns=""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xmlns=""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42" name="Rounded Rectangle 55">
              <a:extLst>
                <a:ext uri="{FF2B5EF4-FFF2-40B4-BE49-F238E27FC236}">
                  <a16:creationId xmlns:a16="http://schemas.microsoft.com/office/drawing/2014/main" xmlns=""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
        <p:nvSpPr>
          <p:cNvPr id="101" name="Rectangle 100"/>
          <p:cNvSpPr/>
          <p:nvPr/>
        </p:nvSpPr>
        <p:spPr>
          <a:xfrm>
            <a:off x="4948126" y="16365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4960873" y="23217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5200645" y="6091300"/>
            <a:ext cx="2559317" cy="376814"/>
            <a:chOff x="1620486" y="6094970"/>
            <a:chExt cx="2559317" cy="376814"/>
          </a:xfrm>
        </p:grpSpPr>
        <p:pic>
          <p:nvPicPr>
            <p:cNvPr id="143" name="Picture 142"/>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5718016" y="73342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49" name="TextBox 148"/>
          <p:cNvSpPr txBox="1"/>
          <p:nvPr/>
        </p:nvSpPr>
        <p:spPr>
          <a:xfrm>
            <a:off x="5079856" y="2716752"/>
            <a:ext cx="2460930" cy="2308324"/>
          </a:xfrm>
          <a:prstGeom prst="rect">
            <a:avLst/>
          </a:prstGeom>
          <a:noFill/>
        </p:spPr>
        <p:txBody>
          <a:bodyPr wrap="none" rtlCol="0">
            <a:spAutoFit/>
          </a:bodyPr>
          <a:lstStyle/>
          <a:p>
            <a:pPr>
              <a:lnSpc>
                <a:spcPct val="200000"/>
              </a:lnSpc>
            </a:pPr>
            <a:r>
              <a:rPr lang="en-US" sz="1200" dirty="0" smtClean="0">
                <a:solidFill>
                  <a:srgbClr val="3C4B34"/>
                </a:solidFill>
                <a:latin typeface="Lato" panose="020F0502020204030203" pitchFamily="34" charset="0"/>
              </a:rPr>
              <a:t>Location: 	Bondi</a:t>
            </a:r>
          </a:p>
          <a:p>
            <a:pPr>
              <a:lnSpc>
                <a:spcPct val="200000"/>
              </a:lnSpc>
            </a:pPr>
            <a:r>
              <a:rPr lang="en-US" sz="1200" dirty="0" smtClean="0">
                <a:solidFill>
                  <a:srgbClr val="3C4B34"/>
                </a:solidFill>
                <a:latin typeface="Lato" panose="020F0502020204030203" pitchFamily="34" charset="0"/>
              </a:rPr>
              <a:t>ABN: 	123 456 7890</a:t>
            </a:r>
          </a:p>
          <a:p>
            <a:pPr>
              <a:lnSpc>
                <a:spcPct val="200000"/>
              </a:lnSpc>
            </a:pPr>
            <a:r>
              <a:rPr lang="en-US" sz="1200" dirty="0" smtClean="0">
                <a:solidFill>
                  <a:srgbClr val="3C4B34"/>
                </a:solidFill>
                <a:latin typeface="Lato" panose="020F0502020204030203" pitchFamily="34" charset="0"/>
              </a:rPr>
              <a:t>Email: 	</a:t>
            </a:r>
            <a:r>
              <a:rPr lang="en-US" sz="1200" u="sng" dirty="0" smtClean="0">
                <a:solidFill>
                  <a:srgbClr val="AD56E1"/>
                </a:solidFill>
                <a:latin typeface="Lato" panose="020F0502020204030203" pitchFamily="34" charset="0"/>
              </a:rPr>
              <a:t>johndoe@email.com</a:t>
            </a:r>
          </a:p>
          <a:p>
            <a:pPr>
              <a:lnSpc>
                <a:spcPct val="200000"/>
              </a:lnSpc>
            </a:pPr>
            <a:r>
              <a:rPr lang="en-US" sz="1200" dirty="0">
                <a:solidFill>
                  <a:srgbClr val="3C4B34"/>
                </a:solidFill>
                <a:latin typeface="Lato" panose="020F0502020204030203" pitchFamily="34" charset="0"/>
              </a:rPr>
              <a:t>Phone #:	</a:t>
            </a:r>
            <a:r>
              <a:rPr lang="en-US" sz="1200" dirty="0" smtClean="0">
                <a:solidFill>
                  <a:srgbClr val="3C4B34"/>
                </a:solidFill>
                <a:latin typeface="Lato" panose="020F0502020204030203" pitchFamily="34" charset="0"/>
              </a:rPr>
              <a:t>+61 456 789 1234</a:t>
            </a:r>
            <a:endParaRPr lang="en-US" sz="1200" dirty="0">
              <a:solidFill>
                <a:srgbClr val="3C4B34"/>
              </a:solidFill>
              <a:latin typeface="Lato" panose="020F0502020204030203" pitchFamily="34" charset="0"/>
            </a:endParaRPr>
          </a:p>
          <a:p>
            <a:pPr>
              <a:lnSpc>
                <a:spcPct val="200000"/>
              </a:lnSpc>
            </a:pPr>
            <a:r>
              <a:rPr lang="en-US" sz="1200" u="sng" dirty="0" smtClean="0">
                <a:solidFill>
                  <a:srgbClr val="AD56E1"/>
                </a:solidFill>
                <a:latin typeface="Lato" panose="020F0502020204030203" pitchFamily="34" charset="0"/>
              </a:rPr>
              <a:t>Info</a:t>
            </a:r>
          </a:p>
          <a:p>
            <a:pPr>
              <a:lnSpc>
                <a:spcPct val="200000"/>
              </a:lnSpc>
            </a:pPr>
            <a:r>
              <a:rPr lang="en-US" sz="1200" u="sng" dirty="0" smtClean="0">
                <a:solidFill>
                  <a:srgbClr val="AD56E1"/>
                </a:solidFill>
                <a:latin typeface="Lato" panose="020F0502020204030203" pitchFamily="34" charset="0"/>
              </a:rPr>
              <a:t>Community</a:t>
            </a:r>
          </a:p>
        </p:txBody>
      </p:sp>
      <p:sp>
        <p:nvSpPr>
          <p:cNvPr id="157" name="Rounded Rectangle 156"/>
          <p:cNvSpPr/>
          <p:nvPr/>
        </p:nvSpPr>
        <p:spPr>
          <a:xfrm>
            <a:off x="7485294" y="71222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58" name="Rectangle 157"/>
          <p:cNvSpPr/>
          <p:nvPr/>
        </p:nvSpPr>
        <p:spPr>
          <a:xfrm>
            <a:off x="5004563" y="1060036"/>
            <a:ext cx="2970628"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tx1"/>
              </a:solidFill>
            </a:endParaRPr>
          </a:p>
        </p:txBody>
      </p:sp>
      <p:grpSp>
        <p:nvGrpSpPr>
          <p:cNvPr id="113" name="Group 112"/>
          <p:cNvGrpSpPr/>
          <p:nvPr/>
        </p:nvGrpSpPr>
        <p:grpSpPr>
          <a:xfrm>
            <a:off x="4797286" y="-3670"/>
            <a:ext cx="3366722" cy="6858000"/>
            <a:chOff x="8666331" y="315797"/>
            <a:chExt cx="3366722" cy="6858000"/>
          </a:xfrm>
        </p:grpSpPr>
        <p:pic>
          <p:nvPicPr>
            <p:cNvPr id="114" name="Picture 11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59" name="Rectangle 158"/>
          <p:cNvSpPr/>
          <p:nvPr/>
        </p:nvSpPr>
        <p:spPr>
          <a:xfrm>
            <a:off x="7490310" y="2134981"/>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
        <p:nvSpPr>
          <p:cNvPr id="165" name="Rectangle 164"/>
          <p:cNvSpPr/>
          <p:nvPr/>
        </p:nvSpPr>
        <p:spPr>
          <a:xfrm>
            <a:off x="5012183" y="105451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TextBox 165">
            <a:extLst>
              <a:ext uri="{FF2B5EF4-FFF2-40B4-BE49-F238E27FC236}">
                <a16:creationId xmlns:a16="http://schemas.microsoft.com/office/drawing/2014/main" xmlns="" id="{AFBF38A4-ACE1-10FD-32CA-BA93CC4974DB}"/>
              </a:ext>
            </a:extLst>
          </p:cNvPr>
          <p:cNvSpPr txBox="1"/>
          <p:nvPr/>
        </p:nvSpPr>
        <p:spPr>
          <a:xfrm>
            <a:off x="5857785" y="1108238"/>
            <a:ext cx="1305165" cy="307777"/>
          </a:xfrm>
          <a:prstGeom prst="rect">
            <a:avLst/>
          </a:prstGeom>
          <a:noFill/>
        </p:spPr>
        <p:txBody>
          <a:bodyPr wrap="none" rtlCol="0">
            <a:spAutoFit/>
          </a:bodyPr>
          <a:lstStyle/>
          <a:p>
            <a:r>
              <a:rPr lang="en-AU" sz="1400" b="1" dirty="0" smtClean="0">
                <a:solidFill>
                  <a:srgbClr val="FFFFFF"/>
                </a:solidFill>
                <a:latin typeface="Comfortaa"/>
                <a:ea typeface="Lato" panose="020F0502020204030203" pitchFamily="34" charset="0"/>
                <a:cs typeface="Lato" panose="020F0502020204030203" pitchFamily="34" charset="0"/>
              </a:rPr>
              <a:t>Store Name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69" name="Oval 168"/>
          <p:cNvSpPr/>
          <p:nvPr/>
        </p:nvSpPr>
        <p:spPr>
          <a:xfrm>
            <a:off x="5074308" y="1496069"/>
            <a:ext cx="1095930" cy="1056833"/>
          </a:xfrm>
          <a:prstGeom prst="ellipse">
            <a:avLst/>
          </a:prstGeom>
          <a:solidFill>
            <a:srgbClr val="A0C88B"/>
          </a:solidFill>
          <a:ln>
            <a:solidFill>
              <a:srgbClr val="50644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0" name="Freeform 169"/>
          <p:cNvSpPr/>
          <p:nvPr/>
        </p:nvSpPr>
        <p:spPr>
          <a:xfrm>
            <a:off x="5076676" y="2140148"/>
            <a:ext cx="1070126" cy="408419"/>
          </a:xfrm>
          <a:custGeom>
            <a:avLst/>
            <a:gdLst>
              <a:gd name="connsiteX0" fmla="*/ 0 w 1070126"/>
              <a:gd name="connsiteY0" fmla="*/ 0 h 408419"/>
              <a:gd name="connsiteX1" fmla="*/ 1070126 w 1070126"/>
              <a:gd name="connsiteY1" fmla="*/ 0 h 408419"/>
              <a:gd name="connsiteX2" fmla="*/ 1039966 w 1070126"/>
              <a:gd name="connsiteY2" fmla="*/ 93693 h 408419"/>
              <a:gd name="connsiteX3" fmla="*/ 645497 w 1070126"/>
              <a:gd name="connsiteY3" fmla="*/ 405691 h 408419"/>
              <a:gd name="connsiteX4" fmla="*/ 617430 w 1070126"/>
              <a:gd name="connsiteY4" fmla="*/ 408419 h 408419"/>
              <a:gd name="connsiteX5" fmla="*/ 452697 w 1070126"/>
              <a:gd name="connsiteY5" fmla="*/ 408419 h 408419"/>
              <a:gd name="connsiteX6" fmla="*/ 424629 w 1070126"/>
              <a:gd name="connsiteY6" fmla="*/ 405691 h 408419"/>
              <a:gd name="connsiteX7" fmla="*/ 30160 w 1070126"/>
              <a:gd name="connsiteY7" fmla="*/ 93693 h 40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0126" h="408419">
                <a:moveTo>
                  <a:pt x="0" y="0"/>
                </a:moveTo>
                <a:lnTo>
                  <a:pt x="1070126" y="0"/>
                </a:lnTo>
                <a:lnTo>
                  <a:pt x="1039966" y="93693"/>
                </a:lnTo>
                <a:cubicBezTo>
                  <a:pt x="970645" y="251740"/>
                  <a:pt x="823853" y="370496"/>
                  <a:pt x="645497" y="405691"/>
                </a:cubicBezTo>
                <a:lnTo>
                  <a:pt x="617430" y="408419"/>
                </a:lnTo>
                <a:lnTo>
                  <a:pt x="452697" y="408419"/>
                </a:lnTo>
                <a:lnTo>
                  <a:pt x="424629" y="405691"/>
                </a:lnTo>
                <a:cubicBezTo>
                  <a:pt x="246273" y="370496"/>
                  <a:pt x="99481" y="251740"/>
                  <a:pt x="30160" y="93693"/>
                </a:cubicBezTo>
                <a:close/>
              </a:path>
            </a:pathLst>
          </a:cu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8" name="TextBox 167">
            <a:extLst>
              <a:ext uri="{FF2B5EF4-FFF2-40B4-BE49-F238E27FC236}">
                <a16:creationId xmlns:a16="http://schemas.microsoft.com/office/drawing/2014/main" xmlns="" id="{AFBF38A4-ACE1-10FD-32CA-BA93CC4974DB}"/>
              </a:ext>
            </a:extLst>
          </p:cNvPr>
          <p:cNvSpPr txBox="1"/>
          <p:nvPr/>
        </p:nvSpPr>
        <p:spPr>
          <a:xfrm>
            <a:off x="5135875" y="2108851"/>
            <a:ext cx="1622565" cy="307777"/>
          </a:xfrm>
          <a:prstGeom prst="rect">
            <a:avLst/>
          </a:prstGeom>
          <a:noFill/>
        </p:spPr>
        <p:txBody>
          <a:bodyPr wrap="square" rtlCol="0">
            <a:spAutoFit/>
          </a:bodyPr>
          <a:lstStyle/>
          <a:p>
            <a:r>
              <a:rPr lang="en-US" sz="1400" b="1" dirty="0" smtClean="0">
                <a:solidFill>
                  <a:srgbClr val="FFFFFF"/>
                </a:solidFill>
                <a:latin typeface="Comfortaa"/>
                <a:ea typeface="Lato" panose="020F0502020204030203" pitchFamily="34" charset="0"/>
                <a:cs typeface="Lato" panose="020F0502020204030203" pitchFamily="34" charset="0"/>
              </a:rPr>
              <a:t>Manager</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64" name="Rectangle 163"/>
          <p:cNvSpPr/>
          <p:nvPr/>
        </p:nvSpPr>
        <p:spPr>
          <a:xfrm>
            <a:off x="5886971" y="2201292"/>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pic>
        <p:nvPicPr>
          <p:cNvPr id="11" name="Picture 10"/>
          <p:cNvPicPr>
            <a:picLocks noChangeAspect="1"/>
          </p:cNvPicPr>
          <p:nvPr/>
        </p:nvPicPr>
        <p:blipFill>
          <a:blip r:embed="rId7"/>
          <a:stretch>
            <a:fillRect/>
          </a:stretch>
        </p:blipFill>
        <p:spPr>
          <a:xfrm>
            <a:off x="5294935" y="1600185"/>
            <a:ext cx="669301" cy="722073"/>
          </a:xfrm>
          <a:prstGeom prst="rect">
            <a:avLst/>
          </a:prstGeom>
        </p:spPr>
      </p:pic>
      <p:sp>
        <p:nvSpPr>
          <p:cNvPr id="171" name="Rounded Rectangle 78">
            <a:extLst>
              <a:ext uri="{FF2B5EF4-FFF2-40B4-BE49-F238E27FC236}">
                <a16:creationId xmlns:a16="http://schemas.microsoft.com/office/drawing/2014/main" xmlns="" id="{1E4B69A4-F688-3257-6A5C-917103F694BE}"/>
              </a:ext>
            </a:extLst>
          </p:cNvPr>
          <p:cNvSpPr/>
          <p:nvPr/>
        </p:nvSpPr>
        <p:spPr>
          <a:xfrm>
            <a:off x="5140044" y="511297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smtClean="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17" name="Picture 16"/>
          <p:cNvPicPr>
            <a:picLocks noChangeAspect="1"/>
          </p:cNvPicPr>
          <p:nvPr/>
        </p:nvPicPr>
        <p:blipFill>
          <a:blip r:embed="rId8"/>
          <a:stretch>
            <a:fillRect/>
          </a:stretch>
        </p:blipFill>
        <p:spPr>
          <a:xfrm>
            <a:off x="7518657" y="5183342"/>
            <a:ext cx="202686" cy="190484"/>
          </a:xfrm>
          <a:prstGeom prst="rect">
            <a:avLst/>
          </a:prstGeom>
        </p:spPr>
      </p:pic>
      <p:sp>
        <p:nvSpPr>
          <p:cNvPr id="172" name="Rectangle 171"/>
          <p:cNvSpPr/>
          <p:nvPr/>
        </p:nvSpPr>
        <p:spPr>
          <a:xfrm>
            <a:off x="855827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3" name="Group 172"/>
          <p:cNvGrpSpPr/>
          <p:nvPr/>
        </p:nvGrpSpPr>
        <p:grpSpPr>
          <a:xfrm>
            <a:off x="8571021" y="235840"/>
            <a:ext cx="3029027" cy="958178"/>
            <a:chOff x="8366016" y="1852719"/>
            <a:chExt cx="2992003" cy="958178"/>
          </a:xfrm>
        </p:grpSpPr>
        <p:sp>
          <p:nvSpPr>
            <p:cNvPr id="174" name="Freeform 17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75" name="Group 174"/>
            <p:cNvGrpSpPr/>
            <p:nvPr/>
          </p:nvGrpSpPr>
          <p:grpSpPr>
            <a:xfrm>
              <a:off x="8366016" y="1868661"/>
              <a:ext cx="2052847" cy="942236"/>
              <a:chOff x="8366016" y="1851793"/>
              <a:chExt cx="2052847" cy="942236"/>
            </a:xfrm>
          </p:grpSpPr>
          <p:pic>
            <p:nvPicPr>
              <p:cNvPr id="176" name="Picture 17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77" name="TextBox 17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78" name="Group 177"/>
          <p:cNvGrpSpPr/>
          <p:nvPr/>
        </p:nvGrpSpPr>
        <p:grpSpPr>
          <a:xfrm>
            <a:off x="8810793" y="6094970"/>
            <a:ext cx="2559317" cy="376814"/>
            <a:chOff x="1620486" y="6094970"/>
            <a:chExt cx="2559317" cy="376814"/>
          </a:xfrm>
        </p:grpSpPr>
        <p:pic>
          <p:nvPicPr>
            <p:cNvPr id="179" name="Picture 17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80" name="Picture 17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81" name="Group 180"/>
            <p:cNvGrpSpPr/>
            <p:nvPr/>
          </p:nvGrpSpPr>
          <p:grpSpPr>
            <a:xfrm>
              <a:off x="2061631" y="6094970"/>
              <a:ext cx="1694123" cy="376814"/>
              <a:chOff x="5033065" y="5683638"/>
              <a:chExt cx="1694123" cy="376814"/>
            </a:xfrm>
          </p:grpSpPr>
          <p:pic>
            <p:nvPicPr>
              <p:cNvPr id="182" name="Picture 18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83" name="Rectangle 18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84" name="TextBox 183"/>
          <p:cNvSpPr txBox="1"/>
          <p:nvPr/>
        </p:nvSpPr>
        <p:spPr>
          <a:xfrm>
            <a:off x="9328164"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85" name="TextBox 184"/>
          <p:cNvSpPr txBox="1"/>
          <p:nvPr/>
        </p:nvSpPr>
        <p:spPr>
          <a:xfrm>
            <a:off x="8690004" y="2720422"/>
            <a:ext cx="2460930" cy="2308324"/>
          </a:xfrm>
          <a:prstGeom prst="rect">
            <a:avLst/>
          </a:prstGeom>
          <a:noFill/>
        </p:spPr>
        <p:txBody>
          <a:bodyPr wrap="none" rtlCol="0">
            <a:spAutoFit/>
          </a:bodyPr>
          <a:lstStyle/>
          <a:p>
            <a:pPr>
              <a:lnSpc>
                <a:spcPct val="200000"/>
              </a:lnSpc>
            </a:pPr>
            <a:r>
              <a:rPr lang="en-US" sz="1200" dirty="0" smtClean="0">
                <a:solidFill>
                  <a:srgbClr val="3C4B34"/>
                </a:solidFill>
                <a:latin typeface="Lato" panose="020F0502020204030203" pitchFamily="34" charset="0"/>
              </a:rPr>
              <a:t>Location: 	Bondi</a:t>
            </a:r>
          </a:p>
          <a:p>
            <a:pPr>
              <a:lnSpc>
                <a:spcPct val="200000"/>
              </a:lnSpc>
            </a:pPr>
            <a:r>
              <a:rPr lang="en-US" sz="1200" dirty="0" smtClean="0">
                <a:solidFill>
                  <a:srgbClr val="3C4B34"/>
                </a:solidFill>
                <a:latin typeface="Lato" panose="020F0502020204030203" pitchFamily="34" charset="0"/>
              </a:rPr>
              <a:t>ABN: 	123 456 7890</a:t>
            </a:r>
          </a:p>
          <a:p>
            <a:pPr>
              <a:lnSpc>
                <a:spcPct val="200000"/>
              </a:lnSpc>
            </a:pPr>
            <a:r>
              <a:rPr lang="en-US" sz="1200" dirty="0" smtClean="0">
                <a:solidFill>
                  <a:srgbClr val="3C4B34"/>
                </a:solidFill>
                <a:latin typeface="Lato" panose="020F0502020204030203" pitchFamily="34" charset="0"/>
              </a:rPr>
              <a:t>Email: 	</a:t>
            </a:r>
            <a:r>
              <a:rPr lang="en-US" sz="1200" u="sng" dirty="0" smtClean="0">
                <a:solidFill>
                  <a:srgbClr val="AD56E1"/>
                </a:solidFill>
                <a:latin typeface="Lato" panose="020F0502020204030203" pitchFamily="34" charset="0"/>
              </a:rPr>
              <a:t>johndoe@email.com</a:t>
            </a:r>
          </a:p>
          <a:p>
            <a:pPr>
              <a:lnSpc>
                <a:spcPct val="200000"/>
              </a:lnSpc>
            </a:pPr>
            <a:r>
              <a:rPr lang="en-US" sz="1200" dirty="0">
                <a:solidFill>
                  <a:srgbClr val="3C4B34"/>
                </a:solidFill>
                <a:latin typeface="Lato" panose="020F0502020204030203" pitchFamily="34" charset="0"/>
              </a:rPr>
              <a:t>Phone #:	</a:t>
            </a:r>
            <a:r>
              <a:rPr lang="en-US" sz="1200" dirty="0" smtClean="0">
                <a:solidFill>
                  <a:srgbClr val="3C4B34"/>
                </a:solidFill>
                <a:latin typeface="Lato" panose="020F0502020204030203" pitchFamily="34" charset="0"/>
              </a:rPr>
              <a:t>+61 456 789 1234</a:t>
            </a:r>
            <a:endParaRPr lang="en-US" sz="1200" dirty="0">
              <a:solidFill>
                <a:srgbClr val="3C4B34"/>
              </a:solidFill>
              <a:latin typeface="Lato" panose="020F0502020204030203" pitchFamily="34" charset="0"/>
            </a:endParaRPr>
          </a:p>
          <a:p>
            <a:pPr>
              <a:lnSpc>
                <a:spcPct val="200000"/>
              </a:lnSpc>
            </a:pPr>
            <a:r>
              <a:rPr lang="en-US" sz="1200" u="sng" dirty="0" smtClean="0">
                <a:solidFill>
                  <a:srgbClr val="AD56E1"/>
                </a:solidFill>
                <a:latin typeface="Lato" panose="020F0502020204030203" pitchFamily="34" charset="0"/>
              </a:rPr>
              <a:t>Info</a:t>
            </a:r>
          </a:p>
          <a:p>
            <a:pPr>
              <a:lnSpc>
                <a:spcPct val="200000"/>
              </a:lnSpc>
            </a:pPr>
            <a:r>
              <a:rPr lang="en-US" sz="1200" u="sng" dirty="0" smtClean="0">
                <a:solidFill>
                  <a:srgbClr val="AD56E1"/>
                </a:solidFill>
                <a:latin typeface="Lato" panose="020F0502020204030203" pitchFamily="34" charset="0"/>
              </a:rPr>
              <a:t>Community</a:t>
            </a:r>
          </a:p>
        </p:txBody>
      </p:sp>
      <p:sp>
        <p:nvSpPr>
          <p:cNvPr id="186" name="Rounded Rectangle 185"/>
          <p:cNvSpPr/>
          <p:nvPr/>
        </p:nvSpPr>
        <p:spPr>
          <a:xfrm>
            <a:off x="11095442"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407434" y="0"/>
            <a:ext cx="3366722" cy="6858000"/>
            <a:chOff x="8666331" y="315797"/>
            <a:chExt cx="3366722" cy="6858000"/>
          </a:xfrm>
        </p:grpSpPr>
        <p:pic>
          <p:nvPicPr>
            <p:cNvPr id="189" name="Picture 1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90" name="Picture 18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91" name="Rectangle 19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00" name="Rounded Rectangle 78">
            <a:extLst>
              <a:ext uri="{FF2B5EF4-FFF2-40B4-BE49-F238E27FC236}">
                <a16:creationId xmlns:a16="http://schemas.microsoft.com/office/drawing/2014/main" xmlns="" id="{1E4B69A4-F688-3257-6A5C-917103F694BE}"/>
              </a:ext>
            </a:extLst>
          </p:cNvPr>
          <p:cNvSpPr/>
          <p:nvPr/>
        </p:nvSpPr>
        <p:spPr>
          <a:xfrm>
            <a:off x="8750192" y="511664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smtClean="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201" name="Picture 200"/>
          <p:cNvPicPr>
            <a:picLocks noChangeAspect="1"/>
          </p:cNvPicPr>
          <p:nvPr/>
        </p:nvPicPr>
        <p:blipFill>
          <a:blip r:embed="rId8"/>
          <a:stretch>
            <a:fillRect/>
          </a:stretch>
        </p:blipFill>
        <p:spPr>
          <a:xfrm>
            <a:off x="11128805" y="5187012"/>
            <a:ext cx="202686" cy="190484"/>
          </a:xfrm>
          <a:prstGeom prst="rect">
            <a:avLst/>
          </a:prstGeom>
        </p:spPr>
      </p:pic>
      <p:pic>
        <p:nvPicPr>
          <p:cNvPr id="19" name="Picture 18"/>
          <p:cNvPicPr>
            <a:picLocks noChangeAspect="1"/>
          </p:cNvPicPr>
          <p:nvPr/>
        </p:nvPicPr>
        <p:blipFill rotWithShape="1">
          <a:blip r:embed="rId9"/>
          <a:srcRect t="1865" b="15304"/>
          <a:stretch/>
        </p:blipFill>
        <p:spPr>
          <a:xfrm>
            <a:off x="8606998" y="1069071"/>
            <a:ext cx="2966698" cy="1530581"/>
          </a:xfrm>
          <a:prstGeom prst="rect">
            <a:avLst/>
          </a:prstGeom>
        </p:spPr>
      </p:pic>
      <p:sp>
        <p:nvSpPr>
          <p:cNvPr id="192" name="Rectangle 191"/>
          <p:cNvSpPr/>
          <p:nvPr/>
        </p:nvSpPr>
        <p:spPr>
          <a:xfrm>
            <a:off x="11100458" y="2138651"/>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
        <p:nvSpPr>
          <p:cNvPr id="193" name="Rectangle 192"/>
          <p:cNvSpPr/>
          <p:nvPr/>
        </p:nvSpPr>
        <p:spPr>
          <a:xfrm>
            <a:off x="8622331" y="105818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4" name="TextBox 193">
            <a:extLst>
              <a:ext uri="{FF2B5EF4-FFF2-40B4-BE49-F238E27FC236}">
                <a16:creationId xmlns:a16="http://schemas.microsoft.com/office/drawing/2014/main" xmlns="" id="{AFBF38A4-ACE1-10FD-32CA-BA93CC4974DB}"/>
              </a:ext>
            </a:extLst>
          </p:cNvPr>
          <p:cNvSpPr txBox="1"/>
          <p:nvPr/>
        </p:nvSpPr>
        <p:spPr>
          <a:xfrm>
            <a:off x="9268483" y="1105148"/>
            <a:ext cx="1661032" cy="307777"/>
          </a:xfrm>
          <a:prstGeom prst="rect">
            <a:avLst/>
          </a:prstGeom>
          <a:noFill/>
        </p:spPr>
        <p:txBody>
          <a:bodyPr wrap="none" rtlCol="0">
            <a:spAutoFit/>
          </a:bodyPr>
          <a:lstStyle/>
          <a:p>
            <a:r>
              <a:rPr lang="en-AU" sz="1400" b="1" dirty="0" smtClean="0">
                <a:solidFill>
                  <a:srgbClr val="FFFFFF"/>
                </a:solidFill>
                <a:latin typeface="Comfortaa"/>
                <a:ea typeface="Lato" panose="020F0502020204030203" pitchFamily="34" charset="0"/>
                <a:cs typeface="Lato" panose="020F0502020204030203" pitchFamily="34" charset="0"/>
              </a:rPr>
              <a:t>My e-Bike Store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95" name="Oval 194"/>
          <p:cNvSpPr/>
          <p:nvPr/>
        </p:nvSpPr>
        <p:spPr>
          <a:xfrm>
            <a:off x="8684456" y="1499739"/>
            <a:ext cx="1095930" cy="1056833"/>
          </a:xfrm>
          <a:prstGeom prst="ellipse">
            <a:avLst/>
          </a:prstGeom>
          <a:solidFill>
            <a:srgbClr val="A0C88B"/>
          </a:solidFill>
          <a:ln>
            <a:solidFill>
              <a:srgbClr val="50644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0" name="Picture 19"/>
          <p:cNvPicPr>
            <a:picLocks noChangeAspect="1"/>
          </p:cNvPicPr>
          <p:nvPr/>
        </p:nvPicPr>
        <p:blipFill>
          <a:blip r:embed="rId10"/>
          <a:stretch>
            <a:fillRect/>
          </a:stretch>
        </p:blipFill>
        <p:spPr>
          <a:xfrm>
            <a:off x="8697110" y="1489465"/>
            <a:ext cx="1099764" cy="1099764"/>
          </a:xfrm>
          <a:prstGeom prst="ellipse">
            <a:avLst/>
          </a:prstGeom>
        </p:spPr>
      </p:pic>
      <p:sp>
        <p:nvSpPr>
          <p:cNvPr id="196" name="Freeform 195"/>
          <p:cNvSpPr/>
          <p:nvPr/>
        </p:nvSpPr>
        <p:spPr>
          <a:xfrm>
            <a:off x="8709684" y="2143818"/>
            <a:ext cx="1070126" cy="408419"/>
          </a:xfrm>
          <a:custGeom>
            <a:avLst/>
            <a:gdLst>
              <a:gd name="connsiteX0" fmla="*/ 0 w 1070126"/>
              <a:gd name="connsiteY0" fmla="*/ 0 h 408419"/>
              <a:gd name="connsiteX1" fmla="*/ 1070126 w 1070126"/>
              <a:gd name="connsiteY1" fmla="*/ 0 h 408419"/>
              <a:gd name="connsiteX2" fmla="*/ 1039966 w 1070126"/>
              <a:gd name="connsiteY2" fmla="*/ 93693 h 408419"/>
              <a:gd name="connsiteX3" fmla="*/ 645497 w 1070126"/>
              <a:gd name="connsiteY3" fmla="*/ 405691 h 408419"/>
              <a:gd name="connsiteX4" fmla="*/ 617430 w 1070126"/>
              <a:gd name="connsiteY4" fmla="*/ 408419 h 408419"/>
              <a:gd name="connsiteX5" fmla="*/ 452697 w 1070126"/>
              <a:gd name="connsiteY5" fmla="*/ 408419 h 408419"/>
              <a:gd name="connsiteX6" fmla="*/ 424629 w 1070126"/>
              <a:gd name="connsiteY6" fmla="*/ 405691 h 408419"/>
              <a:gd name="connsiteX7" fmla="*/ 30160 w 1070126"/>
              <a:gd name="connsiteY7" fmla="*/ 93693 h 40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0126" h="408419">
                <a:moveTo>
                  <a:pt x="0" y="0"/>
                </a:moveTo>
                <a:lnTo>
                  <a:pt x="1070126" y="0"/>
                </a:lnTo>
                <a:lnTo>
                  <a:pt x="1039966" y="93693"/>
                </a:lnTo>
                <a:cubicBezTo>
                  <a:pt x="970645" y="251740"/>
                  <a:pt x="823853" y="370496"/>
                  <a:pt x="645497" y="405691"/>
                </a:cubicBezTo>
                <a:lnTo>
                  <a:pt x="617430" y="408419"/>
                </a:lnTo>
                <a:lnTo>
                  <a:pt x="452697" y="408419"/>
                </a:lnTo>
                <a:lnTo>
                  <a:pt x="424629" y="405691"/>
                </a:lnTo>
                <a:cubicBezTo>
                  <a:pt x="246273" y="370496"/>
                  <a:pt x="99481" y="251740"/>
                  <a:pt x="30160" y="93693"/>
                </a:cubicBezTo>
                <a:close/>
              </a:path>
            </a:pathLst>
          </a:cu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7" name="TextBox 196">
            <a:extLst>
              <a:ext uri="{FF2B5EF4-FFF2-40B4-BE49-F238E27FC236}">
                <a16:creationId xmlns:a16="http://schemas.microsoft.com/office/drawing/2014/main" xmlns="" id="{AFBF38A4-ACE1-10FD-32CA-BA93CC4974DB}"/>
              </a:ext>
            </a:extLst>
          </p:cNvPr>
          <p:cNvSpPr txBox="1"/>
          <p:nvPr/>
        </p:nvSpPr>
        <p:spPr>
          <a:xfrm>
            <a:off x="8700303" y="2112521"/>
            <a:ext cx="1622565" cy="307777"/>
          </a:xfrm>
          <a:prstGeom prst="rect">
            <a:avLst/>
          </a:prstGeom>
          <a:noFill/>
        </p:spPr>
        <p:txBody>
          <a:bodyPr wrap="square" rtlCol="0">
            <a:spAutoFit/>
          </a:bodyPr>
          <a:lstStyle/>
          <a:p>
            <a:r>
              <a:rPr lang="en-US" sz="1400" b="1" dirty="0" smtClean="0">
                <a:solidFill>
                  <a:srgbClr val="FFFFFF"/>
                </a:solidFill>
                <a:latin typeface="Comfortaa"/>
                <a:ea typeface="Lato" panose="020F0502020204030203" pitchFamily="34" charset="0"/>
                <a:cs typeface="Lato" panose="020F0502020204030203" pitchFamily="34" charset="0"/>
              </a:rPr>
              <a:t>John Doe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98" name="Rectangle 197"/>
          <p:cNvSpPr/>
          <p:nvPr/>
        </p:nvSpPr>
        <p:spPr>
          <a:xfrm>
            <a:off x="9497119" y="2204962"/>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Tree>
    <p:extLst>
      <p:ext uri="{BB962C8B-B14F-4D97-AF65-F5344CB8AC3E}">
        <p14:creationId xmlns:p14="http://schemas.microsoft.com/office/powerpoint/2010/main" val="31346369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a:t>
            </a:r>
            <a:r>
              <a:rPr lang="en-US" sz="4400" b="1" dirty="0" smtClean="0"/>
              <a:t>Profile – Info</a:t>
            </a:r>
            <a:endParaRPr lang="en-AU" sz="4400" b="1" dirty="0"/>
          </a:p>
        </p:txBody>
      </p:sp>
      <p:sp>
        <p:nvSpPr>
          <p:cNvPr id="101" name="Rectangle 100"/>
          <p:cNvSpPr/>
          <p:nvPr/>
        </p:nvSpPr>
        <p:spPr>
          <a:xfrm>
            <a:off x="2182066"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2194813" y="23584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2434585" y="6094970"/>
            <a:ext cx="2559317" cy="376814"/>
            <a:chOff x="1620486" y="6094970"/>
            <a:chExt cx="2559317" cy="376814"/>
          </a:xfrm>
        </p:grpSpPr>
        <p:pic>
          <p:nvPicPr>
            <p:cNvPr id="143" name="Picture 142"/>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2951956"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57" name="Rounded Rectangle 156"/>
          <p:cNvSpPr/>
          <p:nvPr/>
        </p:nvSpPr>
        <p:spPr>
          <a:xfrm>
            <a:off x="4719234"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75" name="Picture 74"/>
          <p:cNvPicPr>
            <a:picLocks noChangeAspect="1"/>
          </p:cNvPicPr>
          <p:nvPr/>
        </p:nvPicPr>
        <p:blipFill>
          <a:blip r:embed="rId5"/>
          <a:stretch>
            <a:fillRect/>
          </a:stretch>
        </p:blipFill>
        <p:spPr>
          <a:xfrm>
            <a:off x="2251291" y="1556160"/>
            <a:ext cx="2942999" cy="4535323"/>
          </a:xfrm>
          <a:prstGeom prst="rect">
            <a:avLst/>
          </a:prstGeom>
        </p:spPr>
      </p:pic>
      <p:grpSp>
        <p:nvGrpSpPr>
          <p:cNvPr id="113" name="Group 112"/>
          <p:cNvGrpSpPr/>
          <p:nvPr/>
        </p:nvGrpSpPr>
        <p:grpSpPr>
          <a:xfrm>
            <a:off x="2031226" y="0"/>
            <a:ext cx="3366722" cy="6858000"/>
            <a:chOff x="8666331" y="315797"/>
            <a:chExt cx="3366722" cy="6858000"/>
          </a:xfrm>
        </p:grpSpPr>
        <p:pic>
          <p:nvPicPr>
            <p:cNvPr id="114" name="Picture 113"/>
            <p:cNvPicPr>
              <a:picLocks noChangeAspect="1"/>
            </p:cNvPicPr>
            <p:nvPr/>
          </p:nvPicPr>
          <p:blipFill>
            <a:blip r:embed="rId6">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6" name="TextBox 75"/>
          <p:cNvSpPr txBox="1"/>
          <p:nvPr/>
        </p:nvSpPr>
        <p:spPr>
          <a:xfrm>
            <a:off x="2306580" y="1097306"/>
            <a:ext cx="1612942" cy="307777"/>
          </a:xfrm>
          <a:prstGeom prst="rect">
            <a:avLst/>
          </a:prstGeom>
          <a:noFill/>
        </p:spPr>
        <p:txBody>
          <a:bodyPr wrap="none" rtlCol="0">
            <a:spAutoFit/>
          </a:bodyPr>
          <a:lstStyle/>
          <a:p>
            <a:r>
              <a:rPr lang="en-US" sz="1400" b="1" dirty="0" smtClean="0">
                <a:solidFill>
                  <a:srgbClr val="3C4B34"/>
                </a:solidFill>
                <a:latin typeface="Comfortaa" pitchFamily="2" charset="0"/>
              </a:rPr>
              <a:t>Welcome John </a:t>
            </a:r>
            <a:endParaRPr lang="en-AU" sz="1400" b="1" dirty="0">
              <a:solidFill>
                <a:srgbClr val="3C4B34"/>
              </a:solidFill>
              <a:latin typeface="Comfortaa" pitchFamily="2" charset="0"/>
            </a:endParaRPr>
          </a:p>
        </p:txBody>
      </p:sp>
    </p:spTree>
    <p:extLst>
      <p:ext uri="{BB962C8B-B14F-4D97-AF65-F5344CB8AC3E}">
        <p14:creationId xmlns:p14="http://schemas.microsoft.com/office/powerpoint/2010/main" val="22759078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Biz Profile – Community</a:t>
            </a:r>
            <a:endParaRPr lang="en-AU" sz="4400" b="1" dirty="0"/>
          </a:p>
        </p:txBody>
      </p:sp>
      <p:sp>
        <p:nvSpPr>
          <p:cNvPr id="101" name="Rectangle 100"/>
          <p:cNvSpPr/>
          <p:nvPr/>
        </p:nvSpPr>
        <p:spPr>
          <a:xfrm>
            <a:off x="2182066"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2194813" y="23584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2434585" y="6094970"/>
            <a:ext cx="2559317" cy="376814"/>
            <a:chOff x="1620486" y="6094970"/>
            <a:chExt cx="2559317" cy="376814"/>
          </a:xfrm>
        </p:grpSpPr>
        <p:pic>
          <p:nvPicPr>
            <p:cNvPr id="143" name="Picture 142"/>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2951956"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57" name="Rounded Rectangle 156"/>
          <p:cNvSpPr/>
          <p:nvPr/>
        </p:nvSpPr>
        <p:spPr>
          <a:xfrm>
            <a:off x="4719234"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13" name="Group 112"/>
          <p:cNvGrpSpPr/>
          <p:nvPr/>
        </p:nvGrpSpPr>
        <p:grpSpPr>
          <a:xfrm>
            <a:off x="2031226" y="0"/>
            <a:ext cx="3366722" cy="6858000"/>
            <a:chOff x="8666331" y="315797"/>
            <a:chExt cx="3366722" cy="6858000"/>
          </a:xfrm>
        </p:grpSpPr>
        <p:pic>
          <p:nvPicPr>
            <p:cNvPr id="114" name="Picture 113"/>
            <p:cNvPicPr>
              <a:picLocks noChangeAspect="1"/>
            </p:cNvPicPr>
            <p:nvPr/>
          </p:nvPicPr>
          <p:blipFill>
            <a:blip r:embed="rId5">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2" name="Picture 21"/>
          <p:cNvPicPr>
            <a:picLocks noChangeAspect="1"/>
          </p:cNvPicPr>
          <p:nvPr/>
        </p:nvPicPr>
        <p:blipFill>
          <a:blip r:embed="rId7"/>
          <a:stretch>
            <a:fillRect/>
          </a:stretch>
        </p:blipFill>
        <p:spPr>
          <a:xfrm>
            <a:off x="2288573" y="1987415"/>
            <a:ext cx="2868435" cy="1711956"/>
          </a:xfrm>
          <a:prstGeom prst="rect">
            <a:avLst/>
          </a:prstGeom>
        </p:spPr>
      </p:pic>
      <p:sp>
        <p:nvSpPr>
          <p:cNvPr id="23" name="TextBox 22"/>
          <p:cNvSpPr txBox="1"/>
          <p:nvPr/>
        </p:nvSpPr>
        <p:spPr>
          <a:xfrm>
            <a:off x="2306580" y="1097306"/>
            <a:ext cx="1612942" cy="307777"/>
          </a:xfrm>
          <a:prstGeom prst="rect">
            <a:avLst/>
          </a:prstGeom>
          <a:noFill/>
        </p:spPr>
        <p:txBody>
          <a:bodyPr wrap="none" rtlCol="0">
            <a:spAutoFit/>
          </a:bodyPr>
          <a:lstStyle/>
          <a:p>
            <a:r>
              <a:rPr lang="en-US" sz="1400" b="1" dirty="0" smtClean="0">
                <a:solidFill>
                  <a:srgbClr val="3C4B34"/>
                </a:solidFill>
                <a:latin typeface="Comfortaa" pitchFamily="2" charset="0"/>
              </a:rPr>
              <a:t>Welcome John </a:t>
            </a:r>
            <a:endParaRPr lang="en-AU" sz="1400" b="1" dirty="0">
              <a:solidFill>
                <a:srgbClr val="3C4B34"/>
              </a:solidFill>
              <a:latin typeface="Comfortaa" pitchFamily="2" charset="0"/>
            </a:endParaRPr>
          </a:p>
        </p:txBody>
      </p:sp>
      <p:sp>
        <p:nvSpPr>
          <p:cNvPr id="24" name="TextBox 23"/>
          <p:cNvSpPr txBox="1"/>
          <p:nvPr/>
        </p:nvSpPr>
        <p:spPr>
          <a:xfrm>
            <a:off x="2363619" y="1554180"/>
            <a:ext cx="1970411" cy="276999"/>
          </a:xfrm>
          <a:prstGeom prst="rect">
            <a:avLst/>
          </a:prstGeom>
          <a:noFill/>
        </p:spPr>
        <p:txBody>
          <a:bodyPr wrap="none" rtlCol="0">
            <a:spAutoFit/>
          </a:bodyPr>
          <a:lstStyle/>
          <a:p>
            <a:r>
              <a:rPr lang="en-US" sz="1200" b="1" dirty="0" smtClean="0">
                <a:solidFill>
                  <a:srgbClr val="506445"/>
                </a:solidFill>
                <a:latin typeface="Lato" panose="020F0502020204030203" pitchFamily="34" charset="0"/>
              </a:rPr>
              <a:t>Your Community Updates</a:t>
            </a:r>
            <a:endParaRPr lang="en-AU" sz="1200" b="1" dirty="0">
              <a:solidFill>
                <a:srgbClr val="506445"/>
              </a:solidFill>
              <a:latin typeface="Lato" panose="020F0502020204030203" pitchFamily="34" charset="0"/>
            </a:endParaRPr>
          </a:p>
        </p:txBody>
      </p:sp>
    </p:spTree>
    <p:extLst>
      <p:ext uri="{BB962C8B-B14F-4D97-AF65-F5344CB8AC3E}">
        <p14:creationId xmlns:p14="http://schemas.microsoft.com/office/powerpoint/2010/main" val="13712969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M2M_BG</a:t>
            </a:r>
          </a:p>
          <a:p>
            <a:pPr algn="ctr"/>
            <a:r>
              <a:rPr lang="en-US" dirty="0">
                <a:solidFill>
                  <a:schemeClr val="tx1"/>
                </a:solidFill>
              </a:rPr>
              <a:t>#E9E0FF</a:t>
            </a:r>
          </a:p>
          <a:p>
            <a:pPr algn="ctr"/>
            <a:r>
              <a:rPr lang="en-US" sz="1600" dirty="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White</a:t>
            </a:r>
          </a:p>
          <a:p>
            <a:pPr algn="ctr"/>
            <a:r>
              <a:rPr lang="en-US" dirty="0">
                <a:solidFill>
                  <a:schemeClr val="tx1"/>
                </a:solidFill>
              </a:rPr>
              <a:t>#FFFFFF</a:t>
            </a:r>
          </a:p>
          <a:p>
            <a:pPr algn="ctr"/>
            <a:r>
              <a:rPr lang="en-US" sz="1600" dirty="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M2M_Logo</a:t>
            </a:r>
          </a:p>
          <a:p>
            <a:pPr algn="ctr"/>
            <a:r>
              <a:rPr lang="en-US" dirty="0">
                <a:solidFill>
                  <a:schemeClr val="bg1"/>
                </a:solidFill>
              </a:rPr>
              <a:t>#9510E4</a:t>
            </a:r>
          </a:p>
          <a:p>
            <a:pPr algn="ctr"/>
            <a:r>
              <a:rPr lang="en-US" dirty="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M2M_Secondary</a:t>
            </a:r>
          </a:p>
          <a:p>
            <a:pPr algn="ctr"/>
            <a:r>
              <a:rPr lang="en-US" dirty="0">
                <a:solidFill>
                  <a:schemeClr val="tx1"/>
                </a:solidFill>
              </a:rPr>
              <a:t>#506445</a:t>
            </a:r>
          </a:p>
          <a:p>
            <a:pPr algn="ctr"/>
            <a:r>
              <a:rPr lang="en-US" dirty="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M2M_Primary</a:t>
            </a:r>
          </a:p>
          <a:p>
            <a:pPr algn="ctr"/>
            <a:r>
              <a:rPr lang="en-US" dirty="0">
                <a:solidFill>
                  <a:schemeClr val="tx1"/>
                </a:solidFill>
              </a:rPr>
              <a:t>#CB9BF0</a:t>
            </a:r>
          </a:p>
          <a:p>
            <a:pPr algn="ctr"/>
            <a:r>
              <a:rPr lang="en-US" sz="1600" dirty="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M2M_LightestSecondary</a:t>
            </a:r>
          </a:p>
          <a:p>
            <a:pPr algn="ctr"/>
            <a:r>
              <a:rPr lang="en-US" dirty="0">
                <a:solidFill>
                  <a:schemeClr val="tx1"/>
                </a:solidFill>
              </a:rPr>
              <a:t>#A0C88B</a:t>
            </a:r>
          </a:p>
          <a:p>
            <a:pPr algn="ctr"/>
            <a:r>
              <a:rPr lang="en-US" sz="1600" dirty="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M2M_DeepPrimary</a:t>
            </a:r>
          </a:p>
          <a:p>
            <a:pPr algn="ctr"/>
            <a:r>
              <a:rPr lang="en-US" dirty="0">
                <a:solidFill>
                  <a:schemeClr val="tx1"/>
                </a:solidFill>
              </a:rPr>
              <a:t>#AD56E1</a:t>
            </a:r>
          </a:p>
          <a:p>
            <a:pPr algn="ctr"/>
            <a:r>
              <a:rPr lang="en-US" dirty="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M2M_LightSecondary</a:t>
            </a:r>
          </a:p>
          <a:p>
            <a:pPr algn="ctr"/>
            <a:r>
              <a:rPr lang="en-US" dirty="0">
                <a:solidFill>
                  <a:schemeClr val="tx1"/>
                </a:solidFill>
              </a:rPr>
              <a:t>#789668</a:t>
            </a:r>
          </a:p>
          <a:p>
            <a:pPr algn="ctr"/>
            <a:r>
              <a:rPr lang="en-US" sz="1600" dirty="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M2M_Secondary_Darkest</a:t>
            </a:r>
          </a:p>
          <a:p>
            <a:pPr algn="ctr"/>
            <a:r>
              <a:rPr lang="en-US" dirty="0">
                <a:solidFill>
                  <a:schemeClr val="bg1"/>
                </a:solidFill>
              </a:rPr>
              <a:t>#283223</a:t>
            </a:r>
          </a:p>
          <a:p>
            <a:pPr algn="ctr"/>
            <a:r>
              <a:rPr lang="en-US" dirty="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M2M_Secondary_Dark</a:t>
            </a:r>
          </a:p>
          <a:p>
            <a:pPr algn="ctr"/>
            <a:r>
              <a:rPr lang="en-US" dirty="0">
                <a:solidFill>
                  <a:schemeClr val="tx1"/>
                </a:solidFill>
              </a:rPr>
              <a:t>#3C4B34</a:t>
            </a:r>
          </a:p>
          <a:p>
            <a:pPr algn="ctr"/>
            <a:r>
              <a:rPr lang="en-US" dirty="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Grey</a:t>
            </a:r>
          </a:p>
          <a:p>
            <a:pPr algn="ctr"/>
            <a:r>
              <a:rPr lang="en-US" dirty="0">
                <a:solidFill>
                  <a:schemeClr val="tx1"/>
                </a:solidFill>
              </a:rPr>
              <a:t>#777777</a:t>
            </a:r>
          </a:p>
          <a:p>
            <a:pPr algn="ctr"/>
            <a:r>
              <a:rPr lang="en-US" sz="1600" dirty="0">
                <a:solidFill>
                  <a:schemeClr val="tx1"/>
                </a:solidFill>
              </a:rPr>
              <a:t>(127, 127, 127)</a:t>
            </a:r>
            <a:endParaRPr lang="en-AU" sz="1600" dirty="0">
              <a:solidFill>
                <a:schemeClr val="tx1"/>
              </a:solidFill>
            </a:endParaRPr>
          </a:p>
        </p:txBody>
      </p:sp>
      <p:sp>
        <p:nvSpPr>
          <p:cNvPr id="18" name="Rectangle 17"/>
          <p:cNvSpPr/>
          <p:nvPr/>
        </p:nvSpPr>
        <p:spPr>
          <a:xfrm>
            <a:off x="3153296"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M2M_Red</a:t>
            </a:r>
          </a:p>
          <a:p>
            <a:pPr algn="ctr"/>
            <a:r>
              <a:rPr lang="en-US" dirty="0">
                <a:solidFill>
                  <a:schemeClr val="tx1"/>
                </a:solidFill>
              </a:rPr>
              <a:t>#</a:t>
            </a:r>
            <a:r>
              <a:rPr lang="en-AU" dirty="0">
                <a:solidFill>
                  <a:schemeClr val="tx1"/>
                </a:solidFill>
              </a:rPr>
              <a:t>E53935</a:t>
            </a:r>
          </a:p>
          <a:p>
            <a:pPr algn="ctr"/>
            <a:r>
              <a:rPr lang="en-US" dirty="0">
                <a:solidFill>
                  <a:schemeClr val="tx1"/>
                </a:solidFill>
              </a:rPr>
              <a:t>(229, 57, 53)</a:t>
            </a:r>
            <a:endParaRPr lang="en-AU"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M2M_Success</a:t>
            </a:r>
          </a:p>
          <a:p>
            <a:pPr algn="ctr"/>
            <a:r>
              <a:rPr lang="en-US" dirty="0">
                <a:solidFill>
                  <a:schemeClr val="tx1"/>
                </a:solidFill>
              </a:rPr>
              <a:t>#</a:t>
            </a:r>
            <a:r>
              <a:rPr lang="en-AU" dirty="0">
                <a:solidFill>
                  <a:schemeClr val="tx1"/>
                </a:solidFill>
              </a:rPr>
              <a:t>34C759</a:t>
            </a:r>
          </a:p>
          <a:p>
            <a:pPr algn="ctr"/>
            <a:r>
              <a:rPr lang="en-US" dirty="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M2M_Green</a:t>
            </a:r>
          </a:p>
          <a:p>
            <a:pPr algn="ctr"/>
            <a:r>
              <a:rPr lang="en-US" dirty="0">
                <a:solidFill>
                  <a:schemeClr val="tx1"/>
                </a:solidFill>
              </a:rPr>
              <a:t>#</a:t>
            </a:r>
            <a:r>
              <a:rPr lang="en-AU" dirty="0">
                <a:solidFill>
                  <a:schemeClr val="tx1"/>
                </a:solidFill>
              </a:rPr>
              <a:t>15803D</a:t>
            </a:r>
          </a:p>
          <a:p>
            <a:pPr algn="ctr"/>
            <a:r>
              <a:rPr lang="en-US" dirty="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M2M_Blue</a:t>
            </a:r>
          </a:p>
          <a:p>
            <a:pPr algn="ctr"/>
            <a:r>
              <a:rPr lang="en-US" dirty="0">
                <a:solidFill>
                  <a:schemeClr val="tx1"/>
                </a:solidFill>
              </a:rPr>
              <a:t>#</a:t>
            </a:r>
            <a:r>
              <a:rPr lang="en-AU" dirty="0">
                <a:solidFill>
                  <a:schemeClr val="tx1"/>
                </a:solidFill>
              </a:rPr>
              <a:t>1D9BF0</a:t>
            </a:r>
          </a:p>
          <a:p>
            <a:pPr algn="ctr"/>
            <a:r>
              <a:rPr lang="en-US" dirty="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Black</a:t>
            </a:r>
          </a:p>
          <a:p>
            <a:pPr algn="ctr"/>
            <a:r>
              <a:rPr lang="en-US" dirty="0">
                <a:solidFill>
                  <a:schemeClr val="bg1"/>
                </a:solidFill>
              </a:rPr>
              <a:t>#000000</a:t>
            </a:r>
          </a:p>
          <a:p>
            <a:pPr algn="ctr"/>
            <a:r>
              <a:rPr lang="en-US" dirty="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M2M_Dark_Blue</a:t>
            </a:r>
          </a:p>
          <a:p>
            <a:pPr algn="ctr"/>
            <a:r>
              <a:rPr lang="en-US" dirty="0">
                <a:solidFill>
                  <a:schemeClr val="bg1"/>
                </a:solidFill>
              </a:rPr>
              <a:t>#</a:t>
            </a:r>
            <a:r>
              <a:rPr lang="en-AU" dirty="0">
                <a:solidFill>
                  <a:schemeClr val="bg1"/>
                </a:solidFill>
              </a:rPr>
              <a:t>19123B</a:t>
            </a:r>
          </a:p>
          <a:p>
            <a:pPr algn="ctr"/>
            <a:r>
              <a:rPr lang="en-US" dirty="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Dark_Grey</a:t>
            </a:r>
          </a:p>
          <a:p>
            <a:pPr algn="ctr"/>
            <a:r>
              <a:rPr lang="en-US" dirty="0">
                <a:solidFill>
                  <a:schemeClr val="bg1"/>
                </a:solidFill>
              </a:rPr>
              <a:t>#333333</a:t>
            </a:r>
          </a:p>
          <a:p>
            <a:pPr algn="ctr"/>
            <a:r>
              <a:rPr lang="en-US" sz="1600" dirty="0">
                <a:solidFill>
                  <a:schemeClr val="bg1"/>
                </a:solidFill>
              </a:rPr>
              <a:t>(51, 51, 51)</a:t>
            </a:r>
            <a:endParaRPr lang="en-AU" dirty="0">
              <a:solidFill>
                <a:schemeClr val="bg1"/>
              </a:solidFill>
            </a:endParaRPr>
          </a:p>
        </p:txBody>
      </p:sp>
    </p:spTree>
    <p:extLst>
      <p:ext uri="{BB962C8B-B14F-4D97-AF65-F5344CB8AC3E}">
        <p14:creationId xmlns:p14="http://schemas.microsoft.com/office/powerpoint/2010/main" val="2762776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9FFCB1D-0EB7-4B16-A0F4-AA178A3A7B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smtClean="0"/>
              <a:t>Biz </a:t>
            </a:r>
            <a:r>
              <a:rPr lang="en-US" sz="4400" b="1" dirty="0"/>
              <a:t>Analytics Dashboard</a:t>
            </a:r>
            <a:endParaRPr lang="en-AU" sz="4400" b="1" dirty="0"/>
          </a:p>
        </p:txBody>
      </p:sp>
      <p:grpSp>
        <p:nvGrpSpPr>
          <p:cNvPr id="11" name="Group 10">
            <a:extLst>
              <a:ext uri="{FF2B5EF4-FFF2-40B4-BE49-F238E27FC236}">
                <a16:creationId xmlns:a16="http://schemas.microsoft.com/office/drawing/2014/main" xmlns="" id="{F32EB62A-8104-D5B2-64C3-28E09C46558D}"/>
              </a:ext>
            </a:extLst>
          </p:cNvPr>
          <p:cNvGrpSpPr/>
          <p:nvPr/>
        </p:nvGrpSpPr>
        <p:grpSpPr>
          <a:xfrm>
            <a:off x="5289765" y="-763"/>
            <a:ext cx="3366722" cy="6858000"/>
            <a:chOff x="1881720" y="113537"/>
            <a:chExt cx="3366722" cy="6858000"/>
          </a:xfrm>
        </p:grpSpPr>
        <p:sp>
          <p:nvSpPr>
            <p:cNvPr id="17" name="Rectangle 16">
              <a:extLst>
                <a:ext uri="{FF2B5EF4-FFF2-40B4-BE49-F238E27FC236}">
                  <a16:creationId xmlns:a16="http://schemas.microsoft.com/office/drawing/2014/main" xmlns="" id="{F2E40FC0-39E0-AB09-3CD0-45F6FA23EA1A}"/>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0" name="Group 19">
              <a:extLst>
                <a:ext uri="{FF2B5EF4-FFF2-40B4-BE49-F238E27FC236}">
                  <a16:creationId xmlns:a16="http://schemas.microsoft.com/office/drawing/2014/main" xmlns="" id="{6E4C93D9-791E-C4D9-E9B4-B39A23E6FCBD}"/>
                </a:ext>
              </a:extLst>
            </p:cNvPr>
            <p:cNvGrpSpPr/>
            <p:nvPr/>
          </p:nvGrpSpPr>
          <p:grpSpPr>
            <a:xfrm>
              <a:off x="1881720" y="113537"/>
              <a:ext cx="3366722" cy="6858000"/>
              <a:chOff x="4676834" y="0"/>
              <a:chExt cx="3366722" cy="6858000"/>
            </a:xfrm>
          </p:grpSpPr>
          <p:grpSp>
            <p:nvGrpSpPr>
              <p:cNvPr id="49" name="Group 48">
                <a:extLst>
                  <a:ext uri="{FF2B5EF4-FFF2-40B4-BE49-F238E27FC236}">
                    <a16:creationId xmlns:a16="http://schemas.microsoft.com/office/drawing/2014/main" xmlns="" id="{7DCA5CC8-E195-0E9F-64C5-12365A8F342B}"/>
                  </a:ext>
                </a:extLst>
              </p:cNvPr>
              <p:cNvGrpSpPr/>
              <p:nvPr/>
            </p:nvGrpSpPr>
            <p:grpSpPr>
              <a:xfrm>
                <a:off x="4840421" y="235840"/>
                <a:ext cx="3029027" cy="958178"/>
                <a:chOff x="8366016" y="1852719"/>
                <a:chExt cx="2992003" cy="958178"/>
              </a:xfrm>
            </p:grpSpPr>
            <p:sp>
              <p:nvSpPr>
                <p:cNvPr id="54" name="Freeform 92">
                  <a:extLst>
                    <a:ext uri="{FF2B5EF4-FFF2-40B4-BE49-F238E27FC236}">
                      <a16:creationId xmlns:a16="http://schemas.microsoft.com/office/drawing/2014/main" xmlns="" id="{3E37E40A-6D97-C5B1-1FE1-8FD72E31F0D9}"/>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5" name="Group 54">
                  <a:extLst>
                    <a:ext uri="{FF2B5EF4-FFF2-40B4-BE49-F238E27FC236}">
                      <a16:creationId xmlns:a16="http://schemas.microsoft.com/office/drawing/2014/main" xmlns="" id="{6A9C78E0-A392-CCE3-92E0-14379A3D201E}"/>
                    </a:ext>
                  </a:extLst>
                </p:cNvPr>
                <p:cNvGrpSpPr/>
                <p:nvPr/>
              </p:nvGrpSpPr>
              <p:grpSpPr>
                <a:xfrm>
                  <a:off x="8366016" y="1868661"/>
                  <a:ext cx="2052847" cy="942236"/>
                  <a:chOff x="8366016" y="1851793"/>
                  <a:chExt cx="2052847" cy="942236"/>
                </a:xfrm>
              </p:grpSpPr>
              <p:pic>
                <p:nvPicPr>
                  <p:cNvPr id="56" name="Picture 55">
                    <a:extLst>
                      <a:ext uri="{FF2B5EF4-FFF2-40B4-BE49-F238E27FC236}">
                        <a16:creationId xmlns:a16="http://schemas.microsoft.com/office/drawing/2014/main" xmlns="" id="{A95E4EBF-E939-9CED-EDE8-EBDFEB64CB9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7" name="TextBox 56">
                    <a:extLst>
                      <a:ext uri="{FF2B5EF4-FFF2-40B4-BE49-F238E27FC236}">
                        <a16:creationId xmlns:a16="http://schemas.microsoft.com/office/drawing/2014/main" xmlns="" id="{958D8B89-618F-ABB2-3CE2-39DF07E7B51B}"/>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0" name="Group 49">
                <a:extLst>
                  <a:ext uri="{FF2B5EF4-FFF2-40B4-BE49-F238E27FC236}">
                    <a16:creationId xmlns:a16="http://schemas.microsoft.com/office/drawing/2014/main" xmlns="" id="{E5326415-09FE-EB08-BA1F-068622D9399B}"/>
                  </a:ext>
                </a:extLst>
              </p:cNvPr>
              <p:cNvGrpSpPr/>
              <p:nvPr/>
            </p:nvGrpSpPr>
            <p:grpSpPr>
              <a:xfrm>
                <a:off x="4676834" y="0"/>
                <a:ext cx="3366722" cy="6858000"/>
                <a:chOff x="8666331" y="315797"/>
                <a:chExt cx="3366722" cy="6858000"/>
              </a:xfrm>
            </p:grpSpPr>
            <p:pic>
              <p:nvPicPr>
                <p:cNvPr id="51" name="Picture 50">
                  <a:extLst>
                    <a:ext uri="{FF2B5EF4-FFF2-40B4-BE49-F238E27FC236}">
                      <a16:creationId xmlns:a16="http://schemas.microsoft.com/office/drawing/2014/main" xmlns="" id="{5CAC2004-CBE5-C98F-9B58-17C3FF7DF26A}"/>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2" name="Picture 51">
                  <a:extLst>
                    <a:ext uri="{FF2B5EF4-FFF2-40B4-BE49-F238E27FC236}">
                      <a16:creationId xmlns:a16="http://schemas.microsoft.com/office/drawing/2014/main" xmlns="" id="{6F0A91AB-B9D0-2B02-77A4-ACB89321F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3" name="Rectangle 52">
                  <a:extLst>
                    <a:ext uri="{FF2B5EF4-FFF2-40B4-BE49-F238E27FC236}">
                      <a16:creationId xmlns:a16="http://schemas.microsoft.com/office/drawing/2014/main" xmlns="" id="{704089B9-A037-C968-30C0-1A754EBFFB74}"/>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1" name="TextBox 20">
              <a:extLst>
                <a:ext uri="{FF2B5EF4-FFF2-40B4-BE49-F238E27FC236}">
                  <a16:creationId xmlns:a16="http://schemas.microsoft.com/office/drawing/2014/main" xmlns="" id="{C1BC8E45-DB88-E6C6-DE95-D413C7047EF4}"/>
                </a:ext>
              </a:extLst>
            </p:cNvPr>
            <p:cNvSpPr txBox="1"/>
            <p:nvPr/>
          </p:nvSpPr>
          <p:spPr>
            <a:xfrm>
              <a:off x="2158066" y="1703005"/>
              <a:ext cx="2817522" cy="461665"/>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Your Business Dashboard for</a:t>
              </a:r>
            </a:p>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20/01/2026 </a:t>
              </a: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to 20/03/2026</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6" name="Group 25">
              <a:extLst>
                <a:ext uri="{FF2B5EF4-FFF2-40B4-BE49-F238E27FC236}">
                  <a16:creationId xmlns:a16="http://schemas.microsoft.com/office/drawing/2014/main" xmlns="" id="{047AA68E-3636-DBB6-0FB0-45E46D612BC6}"/>
                </a:ext>
              </a:extLst>
            </p:cNvPr>
            <p:cNvGrpSpPr/>
            <p:nvPr/>
          </p:nvGrpSpPr>
          <p:grpSpPr>
            <a:xfrm>
              <a:off x="2285079" y="6160736"/>
              <a:ext cx="2559317" cy="376814"/>
              <a:chOff x="1620486" y="6094970"/>
              <a:chExt cx="2559317" cy="376814"/>
            </a:xfrm>
          </p:grpSpPr>
          <p:pic>
            <p:nvPicPr>
              <p:cNvPr id="44" name="Picture 43">
                <a:extLst>
                  <a:ext uri="{FF2B5EF4-FFF2-40B4-BE49-F238E27FC236}">
                    <a16:creationId xmlns:a16="http://schemas.microsoft.com/office/drawing/2014/main" xmlns="" id="{3A2B2F5F-0CF3-9995-7F51-69F5CB48A930}"/>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5" name="Picture 44">
                <a:extLst>
                  <a:ext uri="{FF2B5EF4-FFF2-40B4-BE49-F238E27FC236}">
                    <a16:creationId xmlns:a16="http://schemas.microsoft.com/office/drawing/2014/main" xmlns="" id="{A53C1B6A-33E1-6F9F-C571-EFDD8BCD4F35}"/>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6" name="Group 45">
                <a:extLst>
                  <a:ext uri="{FF2B5EF4-FFF2-40B4-BE49-F238E27FC236}">
                    <a16:creationId xmlns:a16="http://schemas.microsoft.com/office/drawing/2014/main" xmlns="" id="{7B24EAFF-8FF5-A1EA-FDA0-9254AF88AA9C}"/>
                  </a:ext>
                </a:extLst>
              </p:cNvPr>
              <p:cNvGrpSpPr/>
              <p:nvPr/>
            </p:nvGrpSpPr>
            <p:grpSpPr>
              <a:xfrm>
                <a:off x="2061631" y="6094970"/>
                <a:ext cx="1694123" cy="376814"/>
                <a:chOff x="5033065" y="5683638"/>
                <a:chExt cx="1694123" cy="376814"/>
              </a:xfrm>
            </p:grpSpPr>
            <p:pic>
              <p:nvPicPr>
                <p:cNvPr id="47" name="Picture 46">
                  <a:extLst>
                    <a:ext uri="{FF2B5EF4-FFF2-40B4-BE49-F238E27FC236}">
                      <a16:creationId xmlns:a16="http://schemas.microsoft.com/office/drawing/2014/main" xmlns="" id="{437B1098-EABB-BBE0-5154-295F7DC95E14}"/>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8" name="Rectangle 47">
                  <a:extLst>
                    <a:ext uri="{FF2B5EF4-FFF2-40B4-BE49-F238E27FC236}">
                      <a16:creationId xmlns:a16="http://schemas.microsoft.com/office/drawing/2014/main" xmlns="" id="{CE587CC8-5B88-523B-4676-62099CE32EBE}"/>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7" name="TextBox 26">
              <a:extLst>
                <a:ext uri="{FF2B5EF4-FFF2-40B4-BE49-F238E27FC236}">
                  <a16:creationId xmlns:a16="http://schemas.microsoft.com/office/drawing/2014/main" xmlns="" id="{B114E4AE-FD3C-DB42-5F49-FD900060731B}"/>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ounded Rectangle 104">
              <a:extLst>
                <a:ext uri="{FF2B5EF4-FFF2-40B4-BE49-F238E27FC236}">
                  <a16:creationId xmlns:a16="http://schemas.microsoft.com/office/drawing/2014/main" xmlns="" id="{498EFC35-C1B5-81DD-8FD5-DD5E2AB68633}"/>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2" name="Rounded Rectangle 138">
              <a:extLst>
                <a:ext uri="{FF2B5EF4-FFF2-40B4-BE49-F238E27FC236}">
                  <a16:creationId xmlns:a16="http://schemas.microsoft.com/office/drawing/2014/main" xmlns="" id="{C6377C18-4010-603D-FCEF-8CCDBD4B1D52}"/>
                </a:ext>
              </a:extLst>
            </p:cNvPr>
            <p:cNvSpPr/>
            <p:nvPr/>
          </p:nvSpPr>
          <p:spPr>
            <a:xfrm>
              <a:off x="4955933" y="3452569"/>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3" name="Rounded Rectangle 139">
              <a:extLst>
                <a:ext uri="{FF2B5EF4-FFF2-40B4-BE49-F238E27FC236}">
                  <a16:creationId xmlns:a16="http://schemas.microsoft.com/office/drawing/2014/main" xmlns="" id="{29B82AAD-E70A-46A2-1F3F-96E6C402B341}"/>
                </a:ext>
              </a:extLst>
            </p:cNvPr>
            <p:cNvSpPr/>
            <p:nvPr/>
          </p:nvSpPr>
          <p:spPr>
            <a:xfrm>
              <a:off x="4965029" y="3448086"/>
              <a:ext cx="55335" cy="912710"/>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40" name="Group 39">
            <a:extLst>
              <a:ext uri="{FF2B5EF4-FFF2-40B4-BE49-F238E27FC236}">
                <a16:creationId xmlns:a16="http://schemas.microsoft.com/office/drawing/2014/main" xmlns=""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a16="http://schemas.microsoft.com/office/drawing/2014/main" xmlns=""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a16="http://schemas.microsoft.com/office/drawing/2014/main" xmlns="" id="{31ECD341-979D-5A60-21A8-9A882158E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a16="http://schemas.microsoft.com/office/drawing/2014/main" xmlns=""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a16="http://schemas.microsoft.com/office/drawing/2014/main" xmlns=""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a16="http://schemas.microsoft.com/office/drawing/2014/main" xmlns=""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a16="http://schemas.microsoft.com/office/drawing/2014/main" xmlns=""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a16="http://schemas.microsoft.com/office/drawing/2014/main" xmlns=""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xmlns=""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Analytics</a:t>
                </a:r>
                <a:endParaRPr lang="en-US" dirty="0">
                  <a:solidFill>
                    <a:srgbClr val="AD56E1"/>
                  </a:solidFill>
                  <a:latin typeface="Lato" panose="020F0502020204030203" pitchFamily="34" charset="0"/>
                  <a:ea typeface="Lato" panose="020F0502020204030203" pitchFamily="34" charset="0"/>
                  <a:cs typeface="Lato" panose="020F0502020204030203" pitchFamily="34" charset="0"/>
                </a:endParaRP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Profile</a:t>
                </a:r>
                <a:endParaRPr lang="en-US"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63" name="Straight Connector 62">
                <a:extLst>
                  <a:ext uri="{FF2B5EF4-FFF2-40B4-BE49-F238E27FC236}">
                    <a16:creationId xmlns:a16="http://schemas.microsoft.com/office/drawing/2014/main" xmlns=""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xmlns=""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a16="http://schemas.microsoft.com/office/drawing/2014/main" xmlns=""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
        <p:nvSpPr>
          <p:cNvPr id="68" name="TextBox 67"/>
          <p:cNvSpPr txBox="1"/>
          <p:nvPr/>
        </p:nvSpPr>
        <p:spPr>
          <a:xfrm>
            <a:off x="5493266" y="5010097"/>
            <a:ext cx="138691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Change</a:t>
            </a:r>
            <a:r>
              <a:rPr lang="en-US" sz="1200" dirty="0" smtClean="0">
                <a:solidFill>
                  <a:srgbClr val="3C4B34"/>
                </a:solidFill>
                <a:latin typeface="Lato" panose="020F0502020204030203" pitchFamily="34" charset="0"/>
              </a:rPr>
              <a:t> from date</a:t>
            </a:r>
            <a:endParaRPr lang="en-AU" sz="1200" dirty="0">
              <a:solidFill>
                <a:srgbClr val="3C4B34"/>
              </a:solidFill>
              <a:latin typeface="Lato" panose="020F0502020204030203" pitchFamily="34" charset="0"/>
            </a:endParaRPr>
          </a:p>
        </p:txBody>
      </p:sp>
      <p:sp>
        <p:nvSpPr>
          <p:cNvPr id="69" name="Rounded Rectangle 68"/>
          <p:cNvSpPr/>
          <p:nvPr/>
        </p:nvSpPr>
        <p:spPr>
          <a:xfrm>
            <a:off x="5588541" y="5287096"/>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70" name="TextBox 69"/>
          <p:cNvSpPr txBox="1"/>
          <p:nvPr/>
        </p:nvSpPr>
        <p:spPr>
          <a:xfrm>
            <a:off x="6969385" y="5010097"/>
            <a:ext cx="1233030"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Change to Date</a:t>
            </a:r>
            <a:endParaRPr lang="en-AU" sz="1200" dirty="0">
              <a:solidFill>
                <a:srgbClr val="3C4B34"/>
              </a:solidFill>
              <a:latin typeface="Lato" panose="020F0502020204030203" pitchFamily="34" charset="0"/>
            </a:endParaRPr>
          </a:p>
        </p:txBody>
      </p:sp>
      <p:sp>
        <p:nvSpPr>
          <p:cNvPr id="71" name="Rounded Rectangle 70"/>
          <p:cNvSpPr/>
          <p:nvPr/>
        </p:nvSpPr>
        <p:spPr>
          <a:xfrm>
            <a:off x="7059229" y="5282981"/>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72" name="TextBox 71"/>
          <p:cNvSpPr txBox="1"/>
          <p:nvPr/>
        </p:nvSpPr>
        <p:spPr>
          <a:xfrm>
            <a:off x="5565119" y="1257572"/>
            <a:ext cx="2666114" cy="307777"/>
          </a:xfrm>
          <a:prstGeom prst="rect">
            <a:avLst/>
          </a:prstGeom>
          <a:noFill/>
        </p:spPr>
        <p:txBody>
          <a:bodyPr wrap="none" rtlCol="0">
            <a:spAutoFit/>
          </a:bodyPr>
          <a:lstStyle/>
          <a:p>
            <a:r>
              <a:rPr lang="en-US" sz="1400" b="1" dirty="0" smtClean="0">
                <a:solidFill>
                  <a:srgbClr val="3C4B34"/>
                </a:solidFill>
                <a:latin typeface="Comfortaa" pitchFamily="2" charset="0"/>
              </a:rPr>
              <a:t>Welcome </a:t>
            </a:r>
            <a:r>
              <a:rPr lang="en-US" sz="1400" b="1" dirty="0" err="1" smtClean="0">
                <a:solidFill>
                  <a:srgbClr val="3C4B34"/>
                </a:solidFill>
                <a:latin typeface="Comfortaa" pitchFamily="2" charset="0"/>
              </a:rPr>
              <a:t>MyCycles</a:t>
            </a:r>
            <a:r>
              <a:rPr lang="en-US" sz="1400" b="1" dirty="0" smtClean="0">
                <a:solidFill>
                  <a:srgbClr val="3C4B34"/>
                </a:solidFill>
                <a:latin typeface="Comfortaa" pitchFamily="2" charset="0"/>
              </a:rPr>
              <a:t>, Bondi </a:t>
            </a:r>
            <a:endParaRPr lang="en-AU" sz="1400" b="1" dirty="0">
              <a:solidFill>
                <a:srgbClr val="3C4B34"/>
              </a:solidFill>
              <a:latin typeface="Comfortaa" pitchFamily="2" charset="0"/>
            </a:endParaRPr>
          </a:p>
        </p:txBody>
      </p:sp>
      <p:cxnSp>
        <p:nvCxnSpPr>
          <p:cNvPr id="3" name="Straight Arrow Connector 2"/>
          <p:cNvCxnSpPr/>
          <p:nvPr/>
        </p:nvCxnSpPr>
        <p:spPr>
          <a:xfrm flipV="1">
            <a:off x="5588541" y="2496094"/>
            <a:ext cx="0" cy="17597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5588541" y="4267200"/>
            <a:ext cx="2719460" cy="22860"/>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8308001" y="2541814"/>
            <a:ext cx="0" cy="17597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6910664" y="2533148"/>
            <a:ext cx="0" cy="173133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5" name="Freeform 34"/>
          <p:cNvSpPr/>
          <p:nvPr/>
        </p:nvSpPr>
        <p:spPr>
          <a:xfrm>
            <a:off x="5585460" y="2880360"/>
            <a:ext cx="2720340" cy="1226820"/>
          </a:xfrm>
          <a:custGeom>
            <a:avLst/>
            <a:gdLst>
              <a:gd name="connsiteX0" fmla="*/ 0 w 2720340"/>
              <a:gd name="connsiteY0" fmla="*/ 1226820 h 1226820"/>
              <a:gd name="connsiteX1" fmla="*/ 449580 w 2720340"/>
              <a:gd name="connsiteY1" fmla="*/ 746760 h 1226820"/>
              <a:gd name="connsiteX2" fmla="*/ 868680 w 2720340"/>
              <a:gd name="connsiteY2" fmla="*/ 845820 h 1226820"/>
              <a:gd name="connsiteX3" fmla="*/ 1607820 w 2720340"/>
              <a:gd name="connsiteY3" fmla="*/ 266700 h 1226820"/>
              <a:gd name="connsiteX4" fmla="*/ 2057400 w 2720340"/>
              <a:gd name="connsiteY4" fmla="*/ 365760 h 1226820"/>
              <a:gd name="connsiteX5" fmla="*/ 2720340 w 2720340"/>
              <a:gd name="connsiteY5" fmla="*/ 0 h 1226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0340" h="1226820">
                <a:moveTo>
                  <a:pt x="0" y="1226820"/>
                </a:moveTo>
                <a:cubicBezTo>
                  <a:pt x="152400" y="1018540"/>
                  <a:pt x="304800" y="810260"/>
                  <a:pt x="449580" y="746760"/>
                </a:cubicBezTo>
                <a:cubicBezTo>
                  <a:pt x="594360" y="683260"/>
                  <a:pt x="675640" y="925830"/>
                  <a:pt x="868680" y="845820"/>
                </a:cubicBezTo>
                <a:cubicBezTo>
                  <a:pt x="1061720" y="765810"/>
                  <a:pt x="1409700" y="346710"/>
                  <a:pt x="1607820" y="266700"/>
                </a:cubicBezTo>
                <a:cubicBezTo>
                  <a:pt x="1805940" y="186690"/>
                  <a:pt x="1871980" y="410210"/>
                  <a:pt x="2057400" y="365760"/>
                </a:cubicBezTo>
                <a:cubicBezTo>
                  <a:pt x="2242820" y="321310"/>
                  <a:pt x="2481580" y="160655"/>
                  <a:pt x="2720340" y="0"/>
                </a:cubicBezTo>
              </a:path>
            </a:pathLst>
          </a:cu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6" name="Freeform 35"/>
          <p:cNvSpPr/>
          <p:nvPr/>
        </p:nvSpPr>
        <p:spPr>
          <a:xfrm>
            <a:off x="5585460" y="3273396"/>
            <a:ext cx="2720340" cy="239424"/>
          </a:xfrm>
          <a:custGeom>
            <a:avLst/>
            <a:gdLst>
              <a:gd name="connsiteX0" fmla="*/ 0 w 2720340"/>
              <a:gd name="connsiteY0" fmla="*/ 239424 h 239424"/>
              <a:gd name="connsiteX1" fmla="*/ 784860 w 2720340"/>
              <a:gd name="connsiteY1" fmla="*/ 48924 h 239424"/>
              <a:gd name="connsiteX2" fmla="*/ 1356360 w 2720340"/>
              <a:gd name="connsiteY2" fmla="*/ 186084 h 239424"/>
              <a:gd name="connsiteX3" fmla="*/ 1996440 w 2720340"/>
              <a:gd name="connsiteY3" fmla="*/ 10824 h 239424"/>
              <a:gd name="connsiteX4" fmla="*/ 2720340 w 2720340"/>
              <a:gd name="connsiteY4" fmla="*/ 33684 h 2394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0340" h="239424">
                <a:moveTo>
                  <a:pt x="0" y="239424"/>
                </a:moveTo>
                <a:cubicBezTo>
                  <a:pt x="279400" y="148619"/>
                  <a:pt x="558800" y="57814"/>
                  <a:pt x="784860" y="48924"/>
                </a:cubicBezTo>
                <a:cubicBezTo>
                  <a:pt x="1010920" y="40034"/>
                  <a:pt x="1154430" y="192434"/>
                  <a:pt x="1356360" y="186084"/>
                </a:cubicBezTo>
                <a:cubicBezTo>
                  <a:pt x="1558290" y="179734"/>
                  <a:pt x="1769110" y="36224"/>
                  <a:pt x="1996440" y="10824"/>
                </a:cubicBezTo>
                <a:cubicBezTo>
                  <a:pt x="2223770" y="-14576"/>
                  <a:pt x="2472055" y="9554"/>
                  <a:pt x="2720340" y="33684"/>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TextBox 74">
            <a:extLst>
              <a:ext uri="{FF2B5EF4-FFF2-40B4-BE49-F238E27FC236}">
                <a16:creationId xmlns:a16="http://schemas.microsoft.com/office/drawing/2014/main" xmlns="" id="{C1BC8E45-DB88-E6C6-DE95-D413C7047EF4}"/>
              </a:ext>
            </a:extLst>
          </p:cNvPr>
          <p:cNvSpPr txBox="1"/>
          <p:nvPr/>
        </p:nvSpPr>
        <p:spPr>
          <a:xfrm rot="16200000">
            <a:off x="5028365" y="2384322"/>
            <a:ext cx="1352492" cy="276999"/>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Revenue 1000$</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37" name="Rectangle 36"/>
          <p:cNvSpPr/>
          <p:nvPr/>
        </p:nvSpPr>
        <p:spPr>
          <a:xfrm>
            <a:off x="6764527" y="4308871"/>
            <a:ext cx="630302"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20-Feb</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6" name="Rectangle 75"/>
          <p:cNvSpPr/>
          <p:nvPr/>
        </p:nvSpPr>
        <p:spPr>
          <a:xfrm>
            <a:off x="7817360" y="4294543"/>
            <a:ext cx="655949"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20-Mar</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8" name="Rectangle 77"/>
          <p:cNvSpPr/>
          <p:nvPr/>
        </p:nvSpPr>
        <p:spPr>
          <a:xfrm>
            <a:off x="5432351" y="4290060"/>
            <a:ext cx="611066"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20-Jan</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19116454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4D24A83-7673-7074-A825-5CD364B45B8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xmlns="" id="{9BA3EA0A-4BDA-DD48-43AE-E23FFD8F68B3}"/>
              </a:ext>
            </a:extLst>
          </p:cNvPr>
          <p:cNvSpPr txBox="1"/>
          <p:nvPr/>
        </p:nvSpPr>
        <p:spPr>
          <a:xfrm rot="16200000">
            <a:off x="-2712435" y="3044278"/>
            <a:ext cx="6858000" cy="769441"/>
          </a:xfrm>
          <a:prstGeom prst="rect">
            <a:avLst/>
          </a:prstGeom>
          <a:noFill/>
        </p:spPr>
        <p:txBody>
          <a:bodyPr wrap="square" rtlCol="0">
            <a:spAutoFit/>
          </a:bodyPr>
          <a:lstStyle/>
          <a:p>
            <a:r>
              <a:rPr lang="en-US" sz="4400" b="1" dirty="0"/>
              <a:t>Business Logout</a:t>
            </a:r>
            <a:endParaRPr lang="en-AU" sz="4400" b="1" dirty="0"/>
          </a:p>
        </p:txBody>
      </p:sp>
      <p:grpSp>
        <p:nvGrpSpPr>
          <p:cNvPr id="33" name="Group 32">
            <a:extLst>
              <a:ext uri="{FF2B5EF4-FFF2-40B4-BE49-F238E27FC236}">
                <a16:creationId xmlns:a16="http://schemas.microsoft.com/office/drawing/2014/main" xmlns="" id="{0D03CA89-72C9-1FE7-612E-ABCDB4C5E56E}"/>
              </a:ext>
            </a:extLst>
          </p:cNvPr>
          <p:cNvGrpSpPr/>
          <p:nvPr/>
        </p:nvGrpSpPr>
        <p:grpSpPr>
          <a:xfrm>
            <a:off x="8770190" y="81439"/>
            <a:ext cx="3366722" cy="6858000"/>
            <a:chOff x="5731715" y="81439"/>
            <a:chExt cx="3366722" cy="6858000"/>
          </a:xfrm>
        </p:grpSpPr>
        <p:grpSp>
          <p:nvGrpSpPr>
            <p:cNvPr id="22" name="Group 21">
              <a:extLst>
                <a:ext uri="{FF2B5EF4-FFF2-40B4-BE49-F238E27FC236}">
                  <a16:creationId xmlns:a16="http://schemas.microsoft.com/office/drawing/2014/main" xmlns="" id="{1035E620-D4BF-37D6-C9A7-3C9E55252ACA}"/>
                </a:ext>
              </a:extLst>
            </p:cNvPr>
            <p:cNvGrpSpPr/>
            <p:nvPr/>
          </p:nvGrpSpPr>
          <p:grpSpPr>
            <a:xfrm>
              <a:off x="5731715" y="81439"/>
              <a:ext cx="3366722" cy="6858000"/>
              <a:chOff x="8666331" y="315797"/>
              <a:chExt cx="3366722" cy="6858000"/>
            </a:xfrm>
          </p:grpSpPr>
          <p:pic>
            <p:nvPicPr>
              <p:cNvPr id="23" name="Picture 22">
                <a:extLst>
                  <a:ext uri="{FF2B5EF4-FFF2-40B4-BE49-F238E27FC236}">
                    <a16:creationId xmlns:a16="http://schemas.microsoft.com/office/drawing/2014/main" xmlns="" id="{6AE405EC-27CA-D4C9-7637-8B74E4FD4A5B}"/>
                  </a:ext>
                </a:extLst>
              </p:cNvPr>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 name="Picture 23">
                <a:extLst>
                  <a:ext uri="{FF2B5EF4-FFF2-40B4-BE49-F238E27FC236}">
                    <a16:creationId xmlns:a16="http://schemas.microsoft.com/office/drawing/2014/main" xmlns="" id="{B5125BE9-8EEA-B5FE-4C0C-D5132E58F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5" name="Rectangle 24">
                <a:extLst>
                  <a:ext uri="{FF2B5EF4-FFF2-40B4-BE49-F238E27FC236}">
                    <a16:creationId xmlns:a16="http://schemas.microsoft.com/office/drawing/2014/main" xmlns="" id="{B1AF2D20-7357-B074-CAD7-5E86AE0616AE}"/>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30" name="Group 29">
              <a:extLst>
                <a:ext uri="{FF2B5EF4-FFF2-40B4-BE49-F238E27FC236}">
                  <a16:creationId xmlns:a16="http://schemas.microsoft.com/office/drawing/2014/main" xmlns="" id="{8A0A1117-9A68-5888-CB59-EA65F980B24C}"/>
                </a:ext>
              </a:extLst>
            </p:cNvPr>
            <p:cNvGrpSpPr/>
            <p:nvPr/>
          </p:nvGrpSpPr>
          <p:grpSpPr>
            <a:xfrm>
              <a:off x="6068618" y="632466"/>
              <a:ext cx="2725652" cy="5976769"/>
              <a:chOff x="9129902" y="1070351"/>
              <a:chExt cx="2677886" cy="5707990"/>
            </a:xfrm>
            <a:solidFill>
              <a:srgbClr val="FFFFFF"/>
            </a:solidFill>
          </p:grpSpPr>
          <p:cxnSp>
            <p:nvCxnSpPr>
              <p:cNvPr id="18" name="Straight Arrow Connector 17">
                <a:extLst>
                  <a:ext uri="{FF2B5EF4-FFF2-40B4-BE49-F238E27FC236}">
                    <a16:creationId xmlns:a16="http://schemas.microsoft.com/office/drawing/2014/main" xmlns="" id="{C7E546A4-9492-18EF-3333-C769E0292665}"/>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Rounded Rectangle 55">
                <a:extLst>
                  <a:ext uri="{FF2B5EF4-FFF2-40B4-BE49-F238E27FC236}">
                    <a16:creationId xmlns:a16="http://schemas.microsoft.com/office/drawing/2014/main" xmlns="" id="{FDC42AF8-1F66-E91F-8DB1-22BE8B74AC8E}"/>
                  </a:ext>
                </a:extLst>
              </p:cNvPr>
              <p:cNvSpPr/>
              <p:nvPr/>
            </p:nvSpPr>
            <p:spPr>
              <a:xfrm>
                <a:off x="11286216" y="1183089"/>
                <a:ext cx="423420" cy="203005"/>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01CED1"/>
                    </a:solidFill>
                  </a:rPr>
                  <a:t>✕</a:t>
                </a:r>
              </a:p>
            </p:txBody>
          </p:sp>
          <p:sp>
            <p:nvSpPr>
              <p:cNvPr id="12" name="Rectangle 11">
                <a:extLst>
                  <a:ext uri="{FF2B5EF4-FFF2-40B4-BE49-F238E27FC236}">
                    <a16:creationId xmlns:a16="http://schemas.microsoft.com/office/drawing/2014/main" xmlns="" id="{DA761FB6-7A1F-CA55-63D1-53A4589BDF6D}"/>
                  </a:ext>
                </a:extLst>
              </p:cNvPr>
              <p:cNvSpPr/>
              <p:nvPr/>
            </p:nvSpPr>
            <p:spPr>
              <a:xfrm>
                <a:off x="9129902" y="1070351"/>
                <a:ext cx="2677886" cy="570799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3" name="TextBox 12">
                <a:extLst>
                  <a:ext uri="{FF2B5EF4-FFF2-40B4-BE49-F238E27FC236}">
                    <a16:creationId xmlns:a16="http://schemas.microsoft.com/office/drawing/2014/main" xmlns="" id="{031C365C-691B-0026-6088-8747B84C8B38}"/>
                  </a:ext>
                </a:extLst>
              </p:cNvPr>
              <p:cNvSpPr txBox="1"/>
              <p:nvPr/>
            </p:nvSpPr>
            <p:spPr>
              <a:xfrm>
                <a:off x="9204547" y="2324984"/>
                <a:ext cx="2505089" cy="2130421"/>
              </a:xfrm>
              <a:prstGeom prst="rect">
                <a:avLst/>
              </a:prstGeom>
              <a:grpFill/>
              <a:ln>
                <a:solidFill>
                  <a:schemeClr val="bg1"/>
                </a:solidFill>
              </a:ln>
            </p:spPr>
            <p:txBody>
              <a:bodyPr wrap="square" rtlCol="0">
                <a:spAutoFit/>
              </a:bodyPr>
              <a:lstStyle/>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Home</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Logout</a:t>
                </a:r>
                <a:endParaRPr lang="en-IN"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cxnSp>
            <p:nvCxnSpPr>
              <p:cNvPr id="14" name="Straight Connector 13">
                <a:extLst>
                  <a:ext uri="{FF2B5EF4-FFF2-40B4-BE49-F238E27FC236}">
                    <a16:creationId xmlns:a16="http://schemas.microsoft.com/office/drawing/2014/main" xmlns="" id="{DB807DFF-3604-7BD5-A5F3-6C6280084C26}"/>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xmlns="" id="{4FF0ADF2-B254-4650-7D3A-8ADEF37692D0}"/>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xmlns="" id="{E3D1C8F0-F53F-3902-799A-3EF21FC2F2D2}"/>
                  </a:ext>
                </a:extLst>
              </p:cNvPr>
              <p:cNvCxnSpPr/>
              <p:nvPr/>
            </p:nvCxnSpPr>
            <p:spPr>
              <a:xfrm>
                <a:off x="9288523" y="4006677"/>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32" name="Rounded Rectangle 55">
              <a:extLst>
                <a:ext uri="{FF2B5EF4-FFF2-40B4-BE49-F238E27FC236}">
                  <a16:creationId xmlns:a16="http://schemas.microsoft.com/office/drawing/2014/main" xmlns="" id="{D93FE63F-BAE1-5A47-B06D-E6E73D1BF4AB}"/>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grpSp>
        <p:nvGrpSpPr>
          <p:cNvPr id="11" name="Group 10">
            <a:extLst>
              <a:ext uri="{FF2B5EF4-FFF2-40B4-BE49-F238E27FC236}">
                <a16:creationId xmlns:a16="http://schemas.microsoft.com/office/drawing/2014/main" xmlns="" id="{D1D84579-ED01-4846-8F45-436145B9EFAA}"/>
              </a:ext>
            </a:extLst>
          </p:cNvPr>
          <p:cNvGrpSpPr/>
          <p:nvPr/>
        </p:nvGrpSpPr>
        <p:grpSpPr>
          <a:xfrm>
            <a:off x="1586445" y="113537"/>
            <a:ext cx="3366722" cy="6858000"/>
            <a:chOff x="1881720" y="113537"/>
            <a:chExt cx="3366722" cy="6858000"/>
          </a:xfrm>
        </p:grpSpPr>
        <p:sp>
          <p:nvSpPr>
            <p:cNvPr id="17" name="Rectangle 16">
              <a:extLst>
                <a:ext uri="{FF2B5EF4-FFF2-40B4-BE49-F238E27FC236}">
                  <a16:creationId xmlns:a16="http://schemas.microsoft.com/office/drawing/2014/main" xmlns="" id="{E8E15C32-B399-4BEA-14FF-3483A69E2AD5}"/>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0" name="Group 19">
              <a:extLst>
                <a:ext uri="{FF2B5EF4-FFF2-40B4-BE49-F238E27FC236}">
                  <a16:creationId xmlns:a16="http://schemas.microsoft.com/office/drawing/2014/main" xmlns="" id="{669232B9-6168-58A9-197C-6C231A4E990F}"/>
                </a:ext>
              </a:extLst>
            </p:cNvPr>
            <p:cNvGrpSpPr/>
            <p:nvPr/>
          </p:nvGrpSpPr>
          <p:grpSpPr>
            <a:xfrm>
              <a:off x="1881720" y="113537"/>
              <a:ext cx="3366722" cy="6858000"/>
              <a:chOff x="4676834" y="0"/>
              <a:chExt cx="3366722" cy="6858000"/>
            </a:xfrm>
          </p:grpSpPr>
          <p:grpSp>
            <p:nvGrpSpPr>
              <p:cNvPr id="49" name="Group 48">
                <a:extLst>
                  <a:ext uri="{FF2B5EF4-FFF2-40B4-BE49-F238E27FC236}">
                    <a16:creationId xmlns:a16="http://schemas.microsoft.com/office/drawing/2014/main" xmlns="" id="{1EE566FD-961C-9B5D-56C0-088ABDE9C17A}"/>
                  </a:ext>
                </a:extLst>
              </p:cNvPr>
              <p:cNvGrpSpPr/>
              <p:nvPr/>
            </p:nvGrpSpPr>
            <p:grpSpPr>
              <a:xfrm>
                <a:off x="4840421" y="235840"/>
                <a:ext cx="3029027" cy="958178"/>
                <a:chOff x="8366016" y="1852719"/>
                <a:chExt cx="2992003" cy="958178"/>
              </a:xfrm>
            </p:grpSpPr>
            <p:sp>
              <p:nvSpPr>
                <p:cNvPr id="54" name="Freeform 92">
                  <a:extLst>
                    <a:ext uri="{FF2B5EF4-FFF2-40B4-BE49-F238E27FC236}">
                      <a16:creationId xmlns:a16="http://schemas.microsoft.com/office/drawing/2014/main" xmlns="" id="{513D73D3-DA40-C39E-5A62-B61EEB9631BF}"/>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5" name="Group 54">
                  <a:extLst>
                    <a:ext uri="{FF2B5EF4-FFF2-40B4-BE49-F238E27FC236}">
                      <a16:creationId xmlns:a16="http://schemas.microsoft.com/office/drawing/2014/main" xmlns="" id="{5DA80434-D0F4-3E58-51A4-CA46D7D9F6A9}"/>
                    </a:ext>
                  </a:extLst>
                </p:cNvPr>
                <p:cNvGrpSpPr/>
                <p:nvPr/>
              </p:nvGrpSpPr>
              <p:grpSpPr>
                <a:xfrm>
                  <a:off x="8366016" y="1868661"/>
                  <a:ext cx="2052847" cy="942236"/>
                  <a:chOff x="8366016" y="1851793"/>
                  <a:chExt cx="2052847" cy="942236"/>
                </a:xfrm>
              </p:grpSpPr>
              <p:pic>
                <p:nvPicPr>
                  <p:cNvPr id="56" name="Picture 55">
                    <a:extLst>
                      <a:ext uri="{FF2B5EF4-FFF2-40B4-BE49-F238E27FC236}">
                        <a16:creationId xmlns:a16="http://schemas.microsoft.com/office/drawing/2014/main" xmlns="" id="{754FA1D0-A77D-DB0B-71A9-7B9F8890377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7" name="TextBox 56">
                    <a:extLst>
                      <a:ext uri="{FF2B5EF4-FFF2-40B4-BE49-F238E27FC236}">
                        <a16:creationId xmlns:a16="http://schemas.microsoft.com/office/drawing/2014/main" xmlns="" id="{429C6FB2-7DBA-13A9-AC1F-906FD6BA4CE1}"/>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0" name="Group 49">
                <a:extLst>
                  <a:ext uri="{FF2B5EF4-FFF2-40B4-BE49-F238E27FC236}">
                    <a16:creationId xmlns:a16="http://schemas.microsoft.com/office/drawing/2014/main" xmlns="" id="{C1AC0165-60C0-B62E-EE82-1A04EFD74FD6}"/>
                  </a:ext>
                </a:extLst>
              </p:cNvPr>
              <p:cNvGrpSpPr/>
              <p:nvPr/>
            </p:nvGrpSpPr>
            <p:grpSpPr>
              <a:xfrm>
                <a:off x="4676834" y="0"/>
                <a:ext cx="3366722" cy="6858000"/>
                <a:chOff x="8666331" y="315797"/>
                <a:chExt cx="3366722" cy="6858000"/>
              </a:xfrm>
            </p:grpSpPr>
            <p:pic>
              <p:nvPicPr>
                <p:cNvPr id="51" name="Picture 50">
                  <a:extLst>
                    <a:ext uri="{FF2B5EF4-FFF2-40B4-BE49-F238E27FC236}">
                      <a16:creationId xmlns:a16="http://schemas.microsoft.com/office/drawing/2014/main" xmlns="" id="{416FB98C-03B2-57A8-AE2A-0C3F20116696}"/>
                    </a:ext>
                  </a:extLst>
                </p:cNvPr>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2" name="Picture 51">
                  <a:extLst>
                    <a:ext uri="{FF2B5EF4-FFF2-40B4-BE49-F238E27FC236}">
                      <a16:creationId xmlns:a16="http://schemas.microsoft.com/office/drawing/2014/main" xmlns="" id="{CF9C7097-73BC-F558-88BC-73E2EA9709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3" name="Rectangle 52">
                  <a:extLst>
                    <a:ext uri="{FF2B5EF4-FFF2-40B4-BE49-F238E27FC236}">
                      <a16:creationId xmlns:a16="http://schemas.microsoft.com/office/drawing/2014/main" xmlns="" id="{559B6DA3-60A5-16A9-5D4A-728404717BBC}"/>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1" name="TextBox 20">
              <a:extLst>
                <a:ext uri="{FF2B5EF4-FFF2-40B4-BE49-F238E27FC236}">
                  <a16:creationId xmlns:a16="http://schemas.microsoft.com/office/drawing/2014/main" xmlns="" id="{67B6D68D-E5FD-DC0D-A124-F3BEF8E2358F}"/>
                </a:ext>
              </a:extLst>
            </p:cNvPr>
            <p:cNvSpPr txBox="1"/>
            <p:nvPr/>
          </p:nvSpPr>
          <p:spPr>
            <a:xfrm>
              <a:off x="2103364" y="1750592"/>
              <a:ext cx="776175" cy="307777"/>
            </a:xfrm>
            <a:prstGeom prst="rect">
              <a:avLst/>
            </a:prstGeom>
            <a:noFill/>
          </p:spPr>
          <p:txBody>
            <a:bodyPr wrap="none" rtlCol="0">
              <a:spAutoFit/>
            </a:bodyPr>
            <a:lstStyle/>
            <a:p>
              <a:r>
                <a:rPr lang="en-US" sz="1400" dirty="0">
                  <a:solidFill>
                    <a:srgbClr val="AD56E1"/>
                  </a:solidFill>
                  <a:latin typeface="Lato" panose="020F0502020204030203" pitchFamily="34" charset="0"/>
                  <a:ea typeface="Lato" panose="020F0502020204030203" pitchFamily="34" charset="0"/>
                  <a:cs typeface="Lato" panose="020F0502020204030203" pitchFamily="34" charset="0"/>
                </a:rPr>
                <a:t>Log out</a:t>
              </a:r>
              <a:endParaRPr lang="en-AU" sz="1400"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grpSp>
          <p:nvGrpSpPr>
            <p:cNvPr id="26" name="Group 25">
              <a:extLst>
                <a:ext uri="{FF2B5EF4-FFF2-40B4-BE49-F238E27FC236}">
                  <a16:creationId xmlns:a16="http://schemas.microsoft.com/office/drawing/2014/main" xmlns="" id="{E109018F-F2A7-C81E-8738-4D124431B348}"/>
                </a:ext>
              </a:extLst>
            </p:cNvPr>
            <p:cNvGrpSpPr/>
            <p:nvPr/>
          </p:nvGrpSpPr>
          <p:grpSpPr>
            <a:xfrm>
              <a:off x="2285079" y="6160736"/>
              <a:ext cx="2559317" cy="376814"/>
              <a:chOff x="1620486" y="6094970"/>
              <a:chExt cx="2559317" cy="376814"/>
            </a:xfrm>
          </p:grpSpPr>
          <p:pic>
            <p:nvPicPr>
              <p:cNvPr id="44" name="Picture 43">
                <a:extLst>
                  <a:ext uri="{FF2B5EF4-FFF2-40B4-BE49-F238E27FC236}">
                    <a16:creationId xmlns:a16="http://schemas.microsoft.com/office/drawing/2014/main" xmlns="" id="{1050E559-5B35-E2BB-8CF4-22E8B91F7245}"/>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5" name="Picture 44">
                <a:extLst>
                  <a:ext uri="{FF2B5EF4-FFF2-40B4-BE49-F238E27FC236}">
                    <a16:creationId xmlns:a16="http://schemas.microsoft.com/office/drawing/2014/main" xmlns="" id="{0ABEB382-6937-9DE1-0FC4-2FF27402EB07}"/>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6" name="Group 45">
                <a:extLst>
                  <a:ext uri="{FF2B5EF4-FFF2-40B4-BE49-F238E27FC236}">
                    <a16:creationId xmlns:a16="http://schemas.microsoft.com/office/drawing/2014/main" xmlns="" id="{50CBFFD8-1678-2D74-D3F3-5061086E7B2F}"/>
                  </a:ext>
                </a:extLst>
              </p:cNvPr>
              <p:cNvGrpSpPr/>
              <p:nvPr/>
            </p:nvGrpSpPr>
            <p:grpSpPr>
              <a:xfrm>
                <a:off x="2061631" y="6094970"/>
                <a:ext cx="1694123" cy="376814"/>
                <a:chOff x="5033065" y="5683638"/>
                <a:chExt cx="1694123" cy="376814"/>
              </a:xfrm>
            </p:grpSpPr>
            <p:pic>
              <p:nvPicPr>
                <p:cNvPr id="47" name="Picture 46">
                  <a:extLst>
                    <a:ext uri="{FF2B5EF4-FFF2-40B4-BE49-F238E27FC236}">
                      <a16:creationId xmlns:a16="http://schemas.microsoft.com/office/drawing/2014/main" xmlns="" id="{4509344D-9861-9643-E941-D8E9F28AA539}"/>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8" name="Rectangle 47">
                  <a:extLst>
                    <a:ext uri="{FF2B5EF4-FFF2-40B4-BE49-F238E27FC236}">
                      <a16:creationId xmlns:a16="http://schemas.microsoft.com/office/drawing/2014/main" xmlns="" id="{582E0BBE-9471-BE3E-CEFA-148CBAABBC64}"/>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7" name="TextBox 26">
              <a:extLst>
                <a:ext uri="{FF2B5EF4-FFF2-40B4-BE49-F238E27FC236}">
                  <a16:creationId xmlns:a16="http://schemas.microsoft.com/office/drawing/2014/main" xmlns="" id="{5E61EA0D-B31A-1239-A8BB-23C42A7B0796}"/>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ounded Rectangle 104">
              <a:extLst>
                <a:ext uri="{FF2B5EF4-FFF2-40B4-BE49-F238E27FC236}">
                  <a16:creationId xmlns:a16="http://schemas.microsoft.com/office/drawing/2014/main" xmlns="" id="{6A551F41-9686-75A1-12C8-464F4D0AAA81}"/>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sp>
        <p:nvSpPr>
          <p:cNvPr id="6" name="TextBox 5">
            <a:extLst>
              <a:ext uri="{FF2B5EF4-FFF2-40B4-BE49-F238E27FC236}">
                <a16:creationId xmlns:a16="http://schemas.microsoft.com/office/drawing/2014/main" xmlns="" id="{101FB25F-FB8B-11B8-345F-085ED7F895EE}"/>
              </a:ext>
            </a:extLst>
          </p:cNvPr>
          <p:cNvSpPr txBox="1"/>
          <p:nvPr/>
        </p:nvSpPr>
        <p:spPr>
          <a:xfrm>
            <a:off x="1830655" y="3152550"/>
            <a:ext cx="1611339"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Enter Your Password</a:t>
            </a:r>
            <a:endParaRPr lang="en-AU" sz="1200" dirty="0">
              <a:solidFill>
                <a:srgbClr val="3C4B34"/>
              </a:solidFill>
              <a:latin typeface="Lato" panose="020F0502020204030203" pitchFamily="34" charset="0"/>
            </a:endParaRPr>
          </a:p>
        </p:txBody>
      </p:sp>
      <p:sp>
        <p:nvSpPr>
          <p:cNvPr id="7" name="Rounded Rectangle 77">
            <a:extLst>
              <a:ext uri="{FF2B5EF4-FFF2-40B4-BE49-F238E27FC236}">
                <a16:creationId xmlns:a16="http://schemas.microsoft.com/office/drawing/2014/main" xmlns="" id="{DF5B0146-AFD6-96F0-B4DD-D7725D9249BC}"/>
              </a:ext>
            </a:extLst>
          </p:cNvPr>
          <p:cNvSpPr/>
          <p:nvPr/>
        </p:nvSpPr>
        <p:spPr>
          <a:xfrm>
            <a:off x="1925931" y="34295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8" name="Rounded Rectangle 78">
            <a:extLst>
              <a:ext uri="{FF2B5EF4-FFF2-40B4-BE49-F238E27FC236}">
                <a16:creationId xmlns:a16="http://schemas.microsoft.com/office/drawing/2014/main" xmlns="" id="{1E4B69A4-F688-3257-6A5C-917103F694BE}"/>
              </a:ext>
            </a:extLst>
          </p:cNvPr>
          <p:cNvSpPr/>
          <p:nvPr/>
        </p:nvSpPr>
        <p:spPr>
          <a:xfrm>
            <a:off x="1909924" y="423158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Logout</a:t>
            </a:r>
          </a:p>
        </p:txBody>
      </p:sp>
      <p:sp>
        <p:nvSpPr>
          <p:cNvPr id="9" name="TextBox 8">
            <a:extLst>
              <a:ext uri="{FF2B5EF4-FFF2-40B4-BE49-F238E27FC236}">
                <a16:creationId xmlns:a16="http://schemas.microsoft.com/office/drawing/2014/main" xmlns="" id="{35494C6C-EA22-DAB5-F9B7-F01167F2F151}"/>
              </a:ext>
            </a:extLst>
          </p:cNvPr>
          <p:cNvSpPr txBox="1"/>
          <p:nvPr/>
        </p:nvSpPr>
        <p:spPr>
          <a:xfrm>
            <a:off x="2213920" y="2463545"/>
            <a:ext cx="1909305"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See you again, Partner!</a:t>
            </a:r>
            <a:endParaRPr lang="en-AU" sz="1400" b="1" dirty="0">
              <a:solidFill>
                <a:srgbClr val="3C4B34"/>
              </a:solidFill>
              <a:latin typeface="Comfortaa"/>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32636007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6561</TotalTime>
  <Words>2446</Words>
  <Application>Microsoft Office PowerPoint</Application>
  <PresentationFormat>Widescreen</PresentationFormat>
  <Paragraphs>897</Paragraphs>
  <Slides>33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Arial</vt:lpstr>
      <vt:lpstr>Calibri</vt:lpstr>
      <vt:lpstr>Calibri Light</vt:lpstr>
      <vt:lpstr>Comfortaa</vt:lpstr>
      <vt:lpstr>French Script MT</vt:lpstr>
      <vt:lpstr>Google Sans</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247</cp:revision>
  <dcterms:created xsi:type="dcterms:W3CDTF">2025-12-22T08:11:41Z</dcterms:created>
  <dcterms:modified xsi:type="dcterms:W3CDTF">2026-02-20T02:46:08Z</dcterms:modified>
</cp:coreProperties>
</file>