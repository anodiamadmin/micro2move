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1" r:id="rId23"/>
    <p:sldId id="290" r:id="rId24"/>
    <p:sldId id="292" r:id="rId25"/>
    <p:sldId id="293" r:id="rId26"/>
    <p:sldId id="29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D56E1"/>
    <a:srgbClr val="CB9BF0"/>
    <a:srgbClr val="7F7F7F"/>
    <a:srgbClr val="F9F9F9"/>
    <a:srgbClr val="333333"/>
    <a:srgbClr val="19123B"/>
    <a:srgbClr val="789668"/>
    <a:srgbClr val="A0C88B"/>
    <a:srgbClr val="000000"/>
    <a:srgbClr val="E9E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70" d="100"/>
          <a:sy n="70" d="100"/>
        </p:scale>
        <p:origin x="52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18/02/2026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18/02/2026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18/02/2026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18/02/2026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18/02/2026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18/02/2026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18/02/2026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18/02/2026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18/02/2026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png"/><Relationship Id="rId7" Type="http://schemas.openxmlformats.org/officeDocument/2006/relationships/image" Target="../media/image31.png"/><Relationship Id="rId2" Type="http://schemas.openxmlformats.org/officeDocument/2006/relationships/image" Target="../media/image5.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65901" y="1578797"/>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White</a:t>
            </a:r>
          </a:p>
          <a:p>
            <a:pPr algn="ctr"/>
            <a:r>
              <a:rPr lang="en-US" dirty="0" smtClean="0">
                <a:solidFill>
                  <a:schemeClr val="tx1"/>
                </a:solidFill>
              </a:rPr>
              <a:t>#FFFFFF</a:t>
            </a:r>
          </a:p>
          <a:p>
            <a:pPr algn="ctr"/>
            <a:r>
              <a:rPr lang="en-US" sz="1600" dirty="0" smtClean="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M2M_Logo</a:t>
            </a:r>
          </a:p>
          <a:p>
            <a:pPr algn="ctr"/>
            <a:r>
              <a:rPr lang="en-US" dirty="0" smtClean="0">
                <a:solidFill>
                  <a:schemeClr val="bg1"/>
                </a:solidFill>
              </a:rPr>
              <a:t>#9510E4</a:t>
            </a:r>
          </a:p>
          <a:p>
            <a:pPr algn="ctr"/>
            <a:r>
              <a:rPr lang="en-US" dirty="0" smtClean="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M2M_Secondary</a:t>
            </a:r>
          </a:p>
          <a:p>
            <a:pPr algn="ctr"/>
            <a:r>
              <a:rPr lang="en-US" dirty="0" smtClean="0">
                <a:solidFill>
                  <a:schemeClr val="tx1"/>
                </a:solidFill>
              </a:rPr>
              <a:t>#506445</a:t>
            </a:r>
          </a:p>
          <a:p>
            <a:pPr algn="ctr"/>
            <a:r>
              <a:rPr lang="en-US" dirty="0" smtClean="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M2M_Primary</a:t>
            </a:r>
          </a:p>
          <a:p>
            <a:pPr algn="ctr"/>
            <a:r>
              <a:rPr lang="en-US" dirty="0" smtClean="0">
                <a:solidFill>
                  <a:schemeClr val="tx1"/>
                </a:solidFill>
              </a:rPr>
              <a:t>#CB9BF0</a:t>
            </a:r>
          </a:p>
          <a:p>
            <a:pPr algn="ctr"/>
            <a:r>
              <a:rPr lang="en-US" sz="1600" dirty="0" smtClean="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tx1"/>
                </a:solidFill>
              </a:rPr>
              <a:t>M2M_LightestSecondary</a:t>
            </a:r>
            <a:endParaRPr lang="en-US" sz="1000" dirty="0">
              <a:solidFill>
                <a:schemeClr val="tx1"/>
              </a:solidFill>
            </a:endParaRPr>
          </a:p>
          <a:p>
            <a:pPr algn="ctr"/>
            <a:r>
              <a:rPr lang="en-US" dirty="0" smtClean="0">
                <a:solidFill>
                  <a:schemeClr val="tx1"/>
                </a:solidFill>
              </a:rPr>
              <a:t>#</a:t>
            </a: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chemeClr val="tx1"/>
                </a:solidFill>
              </a:rPr>
              <a:t>M2M_DeepPrimary</a:t>
            </a:r>
            <a:endParaRPr lang="en-US" sz="1200" dirty="0" smtClean="0">
              <a:solidFill>
                <a:schemeClr val="tx1"/>
              </a:solidFill>
            </a:endParaRPr>
          </a:p>
          <a:p>
            <a:pPr algn="ctr"/>
            <a:r>
              <a:rPr lang="en-US" dirty="0" smtClean="0">
                <a:solidFill>
                  <a:schemeClr val="tx1"/>
                </a:solidFill>
              </a:rPr>
              <a:t>#AD56E1</a:t>
            </a:r>
          </a:p>
          <a:p>
            <a:pPr algn="ctr"/>
            <a:r>
              <a:rPr lang="en-US" dirty="0" smtClean="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M2M_LightSecondary</a:t>
            </a:r>
            <a:endParaRPr lang="en-US" sz="1100" dirty="0" smtClean="0">
              <a:solidFill>
                <a:schemeClr val="tx1"/>
              </a:solidFill>
            </a:endParaRP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bg1"/>
                </a:solidFill>
              </a:rPr>
              <a:t>M2M_Secondary_Darkest</a:t>
            </a:r>
          </a:p>
          <a:p>
            <a:pPr algn="ctr"/>
            <a:r>
              <a:rPr lang="en-US" dirty="0" smtClean="0">
                <a:solidFill>
                  <a:schemeClr val="bg1"/>
                </a:solidFill>
              </a:rPr>
              <a:t>#283223</a:t>
            </a:r>
          </a:p>
          <a:p>
            <a:pPr algn="ctr"/>
            <a:r>
              <a:rPr lang="en-US" dirty="0" smtClean="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M2M_Secondary_Dark</a:t>
            </a:r>
            <a:endParaRPr lang="en-US" sz="1100" dirty="0">
              <a:solidFill>
                <a:schemeClr val="tx1"/>
              </a:solidFill>
            </a:endParaRPr>
          </a:p>
          <a:p>
            <a:pPr algn="ctr"/>
            <a:r>
              <a:rPr lang="en-US" dirty="0" smtClean="0">
                <a:solidFill>
                  <a:schemeClr val="tx1"/>
                </a:solidFill>
              </a:rPr>
              <a:t>#3C4B34</a:t>
            </a:r>
          </a:p>
          <a:p>
            <a:pPr algn="ctr"/>
            <a:r>
              <a:rPr lang="en-US" dirty="0" smtClean="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Grey</a:t>
            </a:r>
          </a:p>
          <a:p>
            <a:pPr algn="ctr"/>
            <a:r>
              <a:rPr lang="en-US" dirty="0" smtClean="0">
                <a:solidFill>
                  <a:schemeClr val="tx1"/>
                </a:solidFill>
              </a:rPr>
              <a:t>#777777</a:t>
            </a:r>
          </a:p>
          <a:p>
            <a:pPr algn="ctr"/>
            <a:r>
              <a:rPr lang="en-US" sz="1600" dirty="0" smtClean="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F34A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M2M_Red</a:t>
            </a:r>
          </a:p>
          <a:p>
            <a:pPr algn="ctr"/>
            <a:r>
              <a:rPr lang="en-US" dirty="0" smtClean="0">
                <a:solidFill>
                  <a:schemeClr val="tx1"/>
                </a:solidFill>
              </a:rPr>
              <a:t>#</a:t>
            </a:r>
            <a:r>
              <a:rPr lang="en-AU" dirty="0" smtClean="0">
                <a:solidFill>
                  <a:schemeClr val="tx1"/>
                </a:solidFill>
              </a:rPr>
              <a:t>E53935</a:t>
            </a:r>
          </a:p>
          <a:p>
            <a:pPr algn="ctr"/>
            <a:r>
              <a:rPr lang="en-US" dirty="0" smtClean="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M2M_Success</a:t>
            </a:r>
          </a:p>
          <a:p>
            <a:pPr algn="ctr"/>
            <a:r>
              <a:rPr lang="en-US" dirty="0" smtClean="0">
                <a:solidFill>
                  <a:schemeClr val="tx1"/>
                </a:solidFill>
              </a:rPr>
              <a:t>#</a:t>
            </a:r>
            <a:r>
              <a:rPr lang="en-AU" dirty="0" smtClean="0">
                <a:solidFill>
                  <a:schemeClr val="tx1"/>
                </a:solidFill>
              </a:rPr>
              <a:t>34C759</a:t>
            </a:r>
          </a:p>
          <a:p>
            <a:pPr algn="ctr"/>
            <a:r>
              <a:rPr lang="en-US" dirty="0" smtClean="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M2M_Green</a:t>
            </a:r>
          </a:p>
          <a:p>
            <a:pPr algn="ctr"/>
            <a:r>
              <a:rPr lang="en-US" dirty="0" smtClean="0">
                <a:solidFill>
                  <a:schemeClr val="tx1"/>
                </a:solidFill>
              </a:rPr>
              <a:t>#</a:t>
            </a:r>
            <a:r>
              <a:rPr lang="en-AU" dirty="0" smtClean="0">
                <a:solidFill>
                  <a:schemeClr val="tx1"/>
                </a:solidFill>
              </a:rPr>
              <a:t>15803D</a:t>
            </a:r>
          </a:p>
          <a:p>
            <a:pPr algn="ctr"/>
            <a:r>
              <a:rPr lang="en-US" dirty="0" smtClean="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M2M_Blue</a:t>
            </a:r>
          </a:p>
          <a:p>
            <a:pPr algn="ctr"/>
            <a:r>
              <a:rPr lang="en-US" dirty="0" smtClean="0">
                <a:solidFill>
                  <a:schemeClr val="tx1"/>
                </a:solidFill>
              </a:rPr>
              <a:t>#</a:t>
            </a:r>
            <a:r>
              <a:rPr lang="en-AU" dirty="0" smtClean="0">
                <a:solidFill>
                  <a:schemeClr val="tx1"/>
                </a:solidFill>
              </a:rPr>
              <a:t>1D9BF0</a:t>
            </a:r>
          </a:p>
          <a:p>
            <a:pPr algn="ctr"/>
            <a:r>
              <a:rPr lang="en-US" dirty="0" smtClean="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Black</a:t>
            </a:r>
          </a:p>
          <a:p>
            <a:pPr algn="ctr"/>
            <a:r>
              <a:rPr lang="en-US" dirty="0" smtClean="0">
                <a:solidFill>
                  <a:schemeClr val="bg1"/>
                </a:solidFill>
              </a:rPr>
              <a:t>#000000</a:t>
            </a:r>
          </a:p>
          <a:p>
            <a:pPr algn="ctr"/>
            <a:r>
              <a:rPr lang="en-US" dirty="0" smtClean="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M2M_Dark_Blue</a:t>
            </a:r>
          </a:p>
          <a:p>
            <a:pPr algn="ctr"/>
            <a:r>
              <a:rPr lang="en-US" dirty="0" smtClean="0">
                <a:solidFill>
                  <a:schemeClr val="bg1"/>
                </a:solidFill>
              </a:rPr>
              <a:t>#</a:t>
            </a:r>
            <a:r>
              <a:rPr lang="en-AU" dirty="0" smtClean="0">
                <a:solidFill>
                  <a:schemeClr val="bg1"/>
                </a:solidFill>
              </a:rPr>
              <a:t>19123B</a:t>
            </a:r>
          </a:p>
          <a:p>
            <a:pPr algn="ctr"/>
            <a:r>
              <a:rPr lang="en-US" dirty="0" smtClean="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Dark_Grey</a:t>
            </a:r>
          </a:p>
          <a:p>
            <a:pPr algn="ctr"/>
            <a:r>
              <a:rPr lang="en-US" dirty="0" smtClean="0">
                <a:solidFill>
                  <a:schemeClr val="bg1"/>
                </a:solidFill>
              </a:rPr>
              <a:t>#333333</a:t>
            </a:r>
          </a:p>
          <a:p>
            <a:pPr algn="ctr"/>
            <a:r>
              <a:rPr lang="en-US" sz="1600" dirty="0" smtClean="0">
                <a:solidFill>
                  <a:schemeClr val="bg1"/>
                </a:solidFill>
              </a:rPr>
              <a:t>(51, 51, 51)</a:t>
            </a:r>
            <a:endParaRPr lang="en-AU" dirty="0">
              <a:solidFill>
                <a:schemeClr val="bg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smtClean="0"/>
              <a:t>Primary:</a:t>
            </a:r>
          </a:p>
          <a:p>
            <a:r>
              <a:rPr lang="en-US" sz="4400" dirty="0" smtClean="0"/>
              <a:t>	</a:t>
            </a:r>
            <a:r>
              <a:rPr lang="en-US" sz="4400" dirty="0" smtClean="0">
                <a:latin typeface="Comfortaa" pitchFamily="2" charset="0"/>
              </a:rPr>
              <a:t>Comfortaa</a:t>
            </a:r>
          </a:p>
          <a:p>
            <a:endParaRPr lang="en-US" sz="4400" dirty="0" smtClean="0"/>
          </a:p>
          <a:p>
            <a:r>
              <a:rPr lang="en-US" sz="4400" dirty="0" smtClean="0"/>
              <a:t>Secondary:</a:t>
            </a:r>
          </a:p>
          <a:p>
            <a:r>
              <a:rPr lang="en-US" sz="4400" dirty="0" smtClean="0"/>
              <a:t>	</a:t>
            </a:r>
            <a:r>
              <a:rPr lang="en-US" sz="4400" dirty="0" smtClean="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smtClean="0"/>
              <a:t>Safe Area &amp; </a:t>
            </a:r>
            <a:r>
              <a:rPr lang="en-US" sz="4400" b="1" dirty="0"/>
              <a:t>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a:t>
            </a:r>
            <a:r>
              <a:rPr lang="en-US" sz="4400" b="1" dirty="0" smtClean="0"/>
              <a:t>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smtClean="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smtClean="0">
                  <a:solidFill>
                    <a:srgbClr val="A0C88B"/>
                  </a:solidFill>
                  <a:latin typeface="Comfortaa" pitchFamily="2" charset="0"/>
                </a:rPr>
                <a:t>Affordable</a:t>
              </a:r>
              <a:r>
                <a:rPr lang="en-US" sz="1600" b="1" dirty="0" smtClean="0">
                  <a:solidFill>
                    <a:srgbClr val="E9E0FF"/>
                  </a:solidFill>
                  <a:latin typeface="Comfortaa" pitchFamily="2" charset="0"/>
                </a:rPr>
                <a:t> </a:t>
              </a:r>
              <a:r>
                <a:rPr lang="en-US" sz="1600" b="1" dirty="0" smtClean="0">
                  <a:solidFill>
                    <a:srgbClr val="CB9BF0"/>
                  </a:solidFill>
                  <a:latin typeface="Comfortaa" pitchFamily="2" charset="0"/>
                </a:rPr>
                <a:t>Reliable </a:t>
              </a:r>
              <a:r>
                <a:rPr lang="en-US" sz="1600" b="1" dirty="0" smtClean="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a:t>
            </a:r>
            <a:r>
              <a:rPr lang="en-US" sz="4400" b="1" dirty="0" smtClean="0"/>
              <a:t>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Sign </a:t>
            </a:r>
            <a:r>
              <a:rPr lang="en-US" sz="4400" b="1" dirty="0"/>
              <a:t>up </a:t>
            </a:r>
            <a:r>
              <a:rPr lang="en-US" sz="4400" b="1" dirty="0" smtClean="0"/>
              <a:t>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a:t>
            </a:r>
            <a:r>
              <a:rPr lang="en-US" sz="1400" b="1" dirty="0" smtClean="0">
                <a:solidFill>
                  <a:srgbClr val="3C4B34"/>
                </a:solidFill>
                <a:latin typeface="Comfortaa" pitchFamily="2" charset="0"/>
              </a:rPr>
              <a:t>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a:t>
            </a:r>
            <a:r>
              <a:rPr lang="en-US" sz="900" dirty="0" smtClean="0">
                <a:solidFill>
                  <a:schemeClr val="tx1">
                    <a:lumMod val="65000"/>
                    <a:lumOff val="35000"/>
                  </a:schemeClr>
                </a:solidFill>
                <a:latin typeface="Lato" panose="020F0502020204030203" pitchFamily="34" charset="0"/>
              </a:rPr>
              <a:t>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Selfie </a:t>
            </a:r>
            <a:r>
              <a:rPr lang="en-US" sz="900" dirty="0">
                <a:solidFill>
                  <a:schemeClr val="tx1">
                    <a:lumMod val="65000"/>
                    <a:lumOff val="35000"/>
                  </a:schemeClr>
                </a:solidFill>
                <a:latin typeface="Lato" panose="020F0502020204030203" pitchFamily="34" charset="0"/>
              </a:rPr>
              <a:t>Holding </a:t>
            </a:r>
          </a:p>
          <a:p>
            <a:pPr algn="ctr"/>
            <a:r>
              <a:rPr lang="en-US" sz="900" dirty="0">
                <a:solidFill>
                  <a:schemeClr val="tx1">
                    <a:lumMod val="65000"/>
                    <a:lumOff val="35000"/>
                  </a:schemeClr>
                </a:solidFill>
                <a:latin typeface="Lato" panose="020F0502020204030203" pitchFamily="34" charset="0"/>
              </a:rPr>
              <a:t>same </a:t>
            </a:r>
            <a:r>
              <a:rPr lang="en-US" sz="900" dirty="0" smtClean="0">
                <a:solidFill>
                  <a:schemeClr val="tx1">
                    <a:lumMod val="65000"/>
                    <a:lumOff val="35000"/>
                  </a:schemeClr>
                </a:solidFill>
                <a:latin typeface="Lato" panose="020F0502020204030203" pitchFamily="34" charset="0"/>
              </a:rPr>
              <a:t>Govt. </a:t>
            </a:r>
            <a:r>
              <a:rPr lang="en-US" sz="900" dirty="0">
                <a:solidFill>
                  <a:schemeClr val="tx1">
                    <a:lumMod val="65000"/>
                    <a:lumOff val="35000"/>
                  </a:schemeClr>
                </a:solidFill>
                <a:latin typeface="Lato" panose="020F0502020204030203" pitchFamily="34" charset="0"/>
              </a:rPr>
              <a:t>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OK</a:t>
            </a:r>
            <a:endParaRPr lang="en-AU" sz="1300" b="1" dirty="0">
              <a:solidFill>
                <a:schemeClr val="bg1"/>
              </a:solidFill>
              <a:latin typeface="Comfortaa" pitchFamily="2" charset="0"/>
            </a:endParaRP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endParaRPr lang="en-US" sz="1300" dirty="0" smtClean="0">
                <a:solidFill>
                  <a:srgbClr val="506445"/>
                </a:solidFill>
                <a:latin typeface="Lato" panose="020F0502020204030203" pitchFamily="34" charset="0"/>
              </a:endParaRPr>
            </a:p>
            <a:p>
              <a:pPr algn="just"/>
              <a:endParaRPr lang="en-US" sz="1300" dirty="0" smtClean="0">
                <a:solidFill>
                  <a:srgbClr val="506445"/>
                </a:solidFill>
                <a:latin typeface="Lato" panose="020F0502020204030203" pitchFamily="34" charset="0"/>
              </a:endParaRPr>
            </a:p>
            <a:p>
              <a:pPr algn="just"/>
              <a:r>
                <a:rPr lang="en-US" sz="1300" b="1" dirty="0" smtClean="0">
                  <a:solidFill>
                    <a:srgbClr val="506445"/>
                  </a:solidFill>
                  <a:latin typeface="Comfortaa" pitchFamily="2" charset="0"/>
                </a:rPr>
                <a:t>Implicit Insurance Details:</a:t>
              </a:r>
            </a:p>
            <a:p>
              <a:pPr algn="just"/>
              <a:r>
                <a:rPr lang="en-US" sz="1300" dirty="0" smtClean="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smtClean="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 xmlns:a16="http://schemas.microsoft.com/office/drawing/2014/main"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 xmlns:a16="http://schemas.microsoft.com/office/drawing/2014/main"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 xmlns:a16="http://schemas.microsoft.com/office/drawing/2014/main"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 xmlns:a16="http://schemas.microsoft.com/office/drawing/2014/main"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 xmlns:a16="http://schemas.microsoft.com/office/drawing/2014/main"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 xmlns:a16="http://schemas.microsoft.com/office/drawing/2014/main"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 xmlns:a16="http://schemas.microsoft.com/office/drawing/2014/main"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 xmlns:a16="http://schemas.microsoft.com/office/drawing/2014/main"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 xmlns:a16="http://schemas.microsoft.com/office/drawing/2014/main"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 xmlns:a16="http://schemas.microsoft.com/office/drawing/2014/main"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 xmlns:a16="http://schemas.microsoft.com/office/drawing/2014/main"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 xmlns:a16="http://schemas.microsoft.com/office/drawing/2014/main"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 xmlns:a16="http://schemas.microsoft.com/office/drawing/2014/main"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 xmlns:a16="http://schemas.microsoft.com/office/drawing/2014/main"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 xmlns:a16="http://schemas.microsoft.com/office/drawing/2014/main"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 xmlns:a16="http://schemas.microsoft.com/office/drawing/2014/main"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White</a:t>
            </a:r>
          </a:p>
          <a:p>
            <a:pPr algn="ctr"/>
            <a:r>
              <a:rPr lang="en-US" dirty="0" smtClean="0">
                <a:solidFill>
                  <a:schemeClr val="tx1"/>
                </a:solidFill>
              </a:rPr>
              <a:t>#FFFFFF</a:t>
            </a:r>
          </a:p>
          <a:p>
            <a:pPr algn="ctr"/>
            <a:r>
              <a:rPr lang="en-US" sz="1600" dirty="0" smtClean="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M2M_Logo</a:t>
            </a:r>
          </a:p>
          <a:p>
            <a:pPr algn="ctr"/>
            <a:r>
              <a:rPr lang="en-US" dirty="0" smtClean="0">
                <a:solidFill>
                  <a:schemeClr val="bg1"/>
                </a:solidFill>
              </a:rPr>
              <a:t>#9510E4</a:t>
            </a:r>
          </a:p>
          <a:p>
            <a:pPr algn="ctr"/>
            <a:r>
              <a:rPr lang="en-US" dirty="0" smtClean="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M2M_Secondary</a:t>
            </a:r>
          </a:p>
          <a:p>
            <a:pPr algn="ctr"/>
            <a:r>
              <a:rPr lang="en-US" dirty="0" smtClean="0">
                <a:solidFill>
                  <a:schemeClr val="tx1"/>
                </a:solidFill>
              </a:rPr>
              <a:t>#506445</a:t>
            </a:r>
          </a:p>
          <a:p>
            <a:pPr algn="ctr"/>
            <a:r>
              <a:rPr lang="en-US" dirty="0" smtClean="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M2M_Primary</a:t>
            </a:r>
          </a:p>
          <a:p>
            <a:pPr algn="ctr"/>
            <a:r>
              <a:rPr lang="en-US" dirty="0" smtClean="0">
                <a:solidFill>
                  <a:schemeClr val="tx1"/>
                </a:solidFill>
              </a:rPr>
              <a:t>#CB9BF0</a:t>
            </a:r>
          </a:p>
          <a:p>
            <a:pPr algn="ctr"/>
            <a:r>
              <a:rPr lang="en-US" sz="1600" dirty="0" smtClean="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tx1"/>
                </a:solidFill>
              </a:rPr>
              <a:t>M2M_LightestSecondary</a:t>
            </a:r>
            <a:endParaRPr lang="en-US" sz="1000" dirty="0">
              <a:solidFill>
                <a:schemeClr val="tx1"/>
              </a:solidFill>
            </a:endParaRPr>
          </a:p>
          <a:p>
            <a:pPr algn="ctr"/>
            <a:r>
              <a:rPr lang="en-US" dirty="0" smtClean="0">
                <a:solidFill>
                  <a:schemeClr val="tx1"/>
                </a:solidFill>
              </a:rPr>
              <a:t>#</a:t>
            </a: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chemeClr val="tx1"/>
                </a:solidFill>
              </a:rPr>
              <a:t>M2M_DeepPrimary</a:t>
            </a:r>
            <a:endParaRPr lang="en-US" sz="1200" dirty="0" smtClean="0">
              <a:solidFill>
                <a:schemeClr val="tx1"/>
              </a:solidFill>
            </a:endParaRPr>
          </a:p>
          <a:p>
            <a:pPr algn="ctr"/>
            <a:r>
              <a:rPr lang="en-US" dirty="0" smtClean="0">
                <a:solidFill>
                  <a:schemeClr val="tx1"/>
                </a:solidFill>
              </a:rPr>
              <a:t>#AD56E1</a:t>
            </a:r>
          </a:p>
          <a:p>
            <a:pPr algn="ctr"/>
            <a:r>
              <a:rPr lang="en-US" dirty="0" smtClean="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M2M_LightSecondary</a:t>
            </a:r>
            <a:endParaRPr lang="en-US" sz="1100" dirty="0" smtClean="0">
              <a:solidFill>
                <a:schemeClr val="tx1"/>
              </a:solidFill>
            </a:endParaRP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bg1"/>
                </a:solidFill>
              </a:rPr>
              <a:t>M2M_Secondary_Darkest</a:t>
            </a:r>
          </a:p>
          <a:p>
            <a:pPr algn="ctr"/>
            <a:r>
              <a:rPr lang="en-US" dirty="0" smtClean="0">
                <a:solidFill>
                  <a:schemeClr val="bg1"/>
                </a:solidFill>
              </a:rPr>
              <a:t>#283223</a:t>
            </a:r>
          </a:p>
          <a:p>
            <a:pPr algn="ctr"/>
            <a:r>
              <a:rPr lang="en-US" dirty="0" smtClean="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M2M_Secondary_Dark</a:t>
            </a:r>
            <a:endParaRPr lang="en-US" sz="1100" dirty="0">
              <a:solidFill>
                <a:schemeClr val="tx1"/>
              </a:solidFill>
            </a:endParaRPr>
          </a:p>
          <a:p>
            <a:pPr algn="ctr"/>
            <a:r>
              <a:rPr lang="en-US" dirty="0" smtClean="0">
                <a:solidFill>
                  <a:schemeClr val="tx1"/>
                </a:solidFill>
              </a:rPr>
              <a:t>#3C4B34</a:t>
            </a:r>
          </a:p>
          <a:p>
            <a:pPr algn="ctr"/>
            <a:r>
              <a:rPr lang="en-US" dirty="0" smtClean="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Grey</a:t>
            </a:r>
          </a:p>
          <a:p>
            <a:pPr algn="ctr"/>
            <a:r>
              <a:rPr lang="en-US" dirty="0" smtClean="0">
                <a:solidFill>
                  <a:schemeClr val="tx1"/>
                </a:solidFill>
              </a:rPr>
              <a:t>#777777</a:t>
            </a:r>
          </a:p>
          <a:p>
            <a:pPr algn="ctr"/>
            <a:r>
              <a:rPr lang="en-US" sz="1600" dirty="0" smtClean="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F34A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M2M_Red</a:t>
            </a:r>
          </a:p>
          <a:p>
            <a:pPr algn="ctr"/>
            <a:r>
              <a:rPr lang="en-US" dirty="0" smtClean="0">
                <a:solidFill>
                  <a:schemeClr val="tx1"/>
                </a:solidFill>
              </a:rPr>
              <a:t>#</a:t>
            </a:r>
            <a:r>
              <a:rPr lang="en-AU" dirty="0" smtClean="0">
                <a:solidFill>
                  <a:schemeClr val="tx1"/>
                </a:solidFill>
              </a:rPr>
              <a:t>E53935</a:t>
            </a:r>
          </a:p>
          <a:p>
            <a:pPr algn="ctr"/>
            <a:r>
              <a:rPr lang="en-US" dirty="0" smtClean="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M2M_Success</a:t>
            </a:r>
          </a:p>
          <a:p>
            <a:pPr algn="ctr"/>
            <a:r>
              <a:rPr lang="en-US" dirty="0" smtClean="0">
                <a:solidFill>
                  <a:schemeClr val="tx1"/>
                </a:solidFill>
              </a:rPr>
              <a:t>#</a:t>
            </a:r>
            <a:r>
              <a:rPr lang="en-AU" dirty="0" smtClean="0">
                <a:solidFill>
                  <a:schemeClr val="tx1"/>
                </a:solidFill>
              </a:rPr>
              <a:t>34C759</a:t>
            </a:r>
          </a:p>
          <a:p>
            <a:pPr algn="ctr"/>
            <a:r>
              <a:rPr lang="en-US" dirty="0" smtClean="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M2M_Green</a:t>
            </a:r>
          </a:p>
          <a:p>
            <a:pPr algn="ctr"/>
            <a:r>
              <a:rPr lang="en-US" dirty="0" smtClean="0">
                <a:solidFill>
                  <a:schemeClr val="tx1"/>
                </a:solidFill>
              </a:rPr>
              <a:t>#</a:t>
            </a:r>
            <a:r>
              <a:rPr lang="en-AU" dirty="0" smtClean="0">
                <a:solidFill>
                  <a:schemeClr val="tx1"/>
                </a:solidFill>
              </a:rPr>
              <a:t>15803D</a:t>
            </a:r>
          </a:p>
          <a:p>
            <a:pPr algn="ctr"/>
            <a:r>
              <a:rPr lang="en-US" dirty="0" smtClean="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M2M_Blue</a:t>
            </a:r>
          </a:p>
          <a:p>
            <a:pPr algn="ctr"/>
            <a:r>
              <a:rPr lang="en-US" dirty="0" smtClean="0">
                <a:solidFill>
                  <a:schemeClr val="tx1"/>
                </a:solidFill>
              </a:rPr>
              <a:t>#</a:t>
            </a:r>
            <a:r>
              <a:rPr lang="en-AU" dirty="0" smtClean="0">
                <a:solidFill>
                  <a:schemeClr val="tx1"/>
                </a:solidFill>
              </a:rPr>
              <a:t>1D9BF0</a:t>
            </a:r>
          </a:p>
          <a:p>
            <a:pPr algn="ctr"/>
            <a:r>
              <a:rPr lang="en-US" dirty="0" smtClean="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Black</a:t>
            </a:r>
          </a:p>
          <a:p>
            <a:pPr algn="ctr"/>
            <a:r>
              <a:rPr lang="en-US" dirty="0" smtClean="0">
                <a:solidFill>
                  <a:schemeClr val="bg1"/>
                </a:solidFill>
              </a:rPr>
              <a:t>#000000</a:t>
            </a:r>
          </a:p>
          <a:p>
            <a:pPr algn="ctr"/>
            <a:r>
              <a:rPr lang="en-US" dirty="0" smtClean="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M2M_Dark_Blue</a:t>
            </a:r>
          </a:p>
          <a:p>
            <a:pPr algn="ctr"/>
            <a:r>
              <a:rPr lang="en-US" dirty="0" smtClean="0">
                <a:solidFill>
                  <a:schemeClr val="bg1"/>
                </a:solidFill>
              </a:rPr>
              <a:t>#</a:t>
            </a:r>
            <a:r>
              <a:rPr lang="en-AU" dirty="0" smtClean="0">
                <a:solidFill>
                  <a:schemeClr val="bg1"/>
                </a:solidFill>
              </a:rPr>
              <a:t>19123B</a:t>
            </a:r>
          </a:p>
          <a:p>
            <a:pPr algn="ctr"/>
            <a:r>
              <a:rPr lang="en-US" dirty="0" smtClean="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Dark_Grey</a:t>
            </a:r>
          </a:p>
          <a:p>
            <a:pPr algn="ctr"/>
            <a:r>
              <a:rPr lang="en-US" dirty="0" smtClean="0">
                <a:solidFill>
                  <a:schemeClr val="bg1"/>
                </a:solidFill>
              </a:rPr>
              <a:t>#333333</a:t>
            </a:r>
          </a:p>
          <a:p>
            <a:pPr algn="ctr"/>
            <a:r>
              <a:rPr lang="en-US" sz="1600" dirty="0" smtClean="0">
                <a:solidFill>
                  <a:schemeClr val="bg1"/>
                </a:solidFill>
              </a:rPr>
              <a:t>(51, 51, 51)</a:t>
            </a:r>
            <a:endParaRPr lang="en-AU" dirty="0">
              <a:solidFill>
                <a:schemeClr val="bg1"/>
              </a:solidFill>
            </a:endParaRPr>
          </a:p>
        </p:txBody>
      </p:sp>
    </p:spTree>
    <p:extLst>
      <p:ext uri="{BB962C8B-B14F-4D97-AF65-F5344CB8AC3E}">
        <p14:creationId xmlns:p14="http://schemas.microsoft.com/office/powerpoint/2010/main" val="276277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74" name="TextBox 73"/>
          <p:cNvSpPr txBox="1"/>
          <p:nvPr/>
        </p:nvSpPr>
        <p:spPr>
          <a:xfrm>
            <a:off x="1438771" y="177660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76" name="TextBox 75"/>
          <p:cNvSpPr txBox="1"/>
          <p:nvPr/>
        </p:nvSpPr>
        <p:spPr>
          <a:xfrm>
            <a:off x="1438771" y="2648696"/>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78" name="Rounded Rectangle 77"/>
          <p:cNvSpPr/>
          <p:nvPr/>
        </p:nvSpPr>
        <p:spPr>
          <a:xfrm>
            <a:off x="1534047" y="292569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79" name="Rounded Rectangle 78"/>
          <p:cNvSpPr/>
          <p:nvPr/>
        </p:nvSpPr>
        <p:spPr>
          <a:xfrm>
            <a:off x="1518040" y="372772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80" name="TextBox 79"/>
          <p:cNvSpPr txBox="1"/>
          <p:nvPr/>
        </p:nvSpPr>
        <p:spPr>
          <a:xfrm>
            <a:off x="1665953" y="4452797"/>
            <a:ext cx="2436886"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Register</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Sign in</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Tree>
    <p:extLst>
      <p:ext uri="{BB962C8B-B14F-4D97-AF65-F5344CB8AC3E}">
        <p14:creationId xmlns:p14="http://schemas.microsoft.com/office/powerpoint/2010/main" val="154403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955711" cy="307777"/>
          </a:xfrm>
          <a:prstGeom prst="rect">
            <a:avLst/>
          </a:prstGeom>
          <a:noFill/>
        </p:spPr>
        <p:txBody>
          <a:bodyPr wrap="none" rtlCol="0">
            <a:spAutoFit/>
          </a:bodyPr>
          <a:lstStyle/>
          <a:p>
            <a:r>
              <a:rPr lang="en-US" sz="1400" b="1" dirty="0" smtClean="0">
                <a:solidFill>
                  <a:srgbClr val="3C4B34"/>
                </a:solidFill>
                <a:latin typeface="Comfortaa" pitchFamily="2" charset="0"/>
              </a:rPr>
              <a:t>Register</a:t>
            </a:r>
            <a:endParaRPr lang="en-AU" sz="1400" b="1" dirty="0">
              <a:solidFill>
                <a:srgbClr val="3C4B34"/>
              </a:solidFill>
              <a:latin typeface="Comfortaa" pitchFamily="2" charset="0"/>
            </a:endParaRPr>
          </a:p>
        </p:txBody>
      </p:sp>
      <p:sp>
        <p:nvSpPr>
          <p:cNvPr id="74" name="TextBox 73"/>
          <p:cNvSpPr txBox="1"/>
          <p:nvPr/>
        </p:nvSpPr>
        <p:spPr>
          <a:xfrm>
            <a:off x="1438771" y="1776604"/>
            <a:ext cx="192873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Store Name with Location</a:t>
            </a:r>
            <a:endParaRPr lang="en-AU" sz="1200" dirty="0">
              <a:solidFill>
                <a:srgbClr val="3C4B34"/>
              </a:solidFill>
              <a:latin typeface="Lato" panose="020F0502020204030203" pitchFamily="34" charset="0"/>
            </a:endParaRPr>
          </a:p>
        </p:txBody>
      </p:sp>
      <p:sp>
        <p:nvSpPr>
          <p:cNvPr id="75" name="Rounded Rectangle 74"/>
          <p:cNvSpPr/>
          <p:nvPr/>
        </p:nvSpPr>
        <p:spPr>
          <a:xfrm>
            <a:off x="1534047" y="20536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7F7F7F"/>
              </a:solidFill>
            </a:endParaRPr>
          </a:p>
        </p:txBody>
      </p:sp>
      <p:sp>
        <p:nvSpPr>
          <p:cNvPr id="79" name="Rounded Rectangle 78"/>
          <p:cNvSpPr/>
          <p:nvPr/>
        </p:nvSpPr>
        <p:spPr>
          <a:xfrm>
            <a:off x="1545729" y="5595602"/>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Register</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89" name="TextBox 88"/>
          <p:cNvSpPr txBox="1"/>
          <p:nvPr/>
        </p:nvSpPr>
        <p:spPr>
          <a:xfrm>
            <a:off x="1445796" y="2651863"/>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90" name="Rounded Rectangle 89"/>
          <p:cNvSpPr/>
          <p:nvPr/>
        </p:nvSpPr>
        <p:spPr>
          <a:xfrm>
            <a:off x="1541072" y="293568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91" name="TextBox 90"/>
          <p:cNvSpPr txBox="1"/>
          <p:nvPr/>
        </p:nvSpPr>
        <p:spPr>
          <a:xfrm>
            <a:off x="1445796" y="3523955"/>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92" name="Rounded Rectangle 91"/>
          <p:cNvSpPr/>
          <p:nvPr/>
        </p:nvSpPr>
        <p:spPr>
          <a:xfrm>
            <a:off x="1541072" y="3800954"/>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93" name="Rectangle 92"/>
          <p:cNvSpPr/>
          <p:nvPr/>
        </p:nvSpPr>
        <p:spPr>
          <a:xfrm>
            <a:off x="5539632"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4" name="Group 93"/>
          <p:cNvGrpSpPr/>
          <p:nvPr/>
        </p:nvGrpSpPr>
        <p:grpSpPr>
          <a:xfrm>
            <a:off x="5388792" y="0"/>
            <a:ext cx="3366722" cy="6858000"/>
            <a:chOff x="4676834" y="0"/>
            <a:chExt cx="3366722" cy="6858000"/>
          </a:xfrm>
        </p:grpSpPr>
        <p:grpSp>
          <p:nvGrpSpPr>
            <p:cNvPr id="95" name="Group 94"/>
            <p:cNvGrpSpPr/>
            <p:nvPr/>
          </p:nvGrpSpPr>
          <p:grpSpPr>
            <a:xfrm>
              <a:off x="4840421" y="235840"/>
              <a:ext cx="3029027" cy="958178"/>
              <a:chOff x="8366016" y="1852719"/>
              <a:chExt cx="2992003" cy="958178"/>
            </a:xfrm>
          </p:grpSpPr>
          <p:sp>
            <p:nvSpPr>
              <p:cNvPr id="100" name="Freeform 99"/>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101" name="Group 100"/>
              <p:cNvGrpSpPr/>
              <p:nvPr/>
            </p:nvGrpSpPr>
            <p:grpSpPr>
              <a:xfrm>
                <a:off x="8366016" y="1868661"/>
                <a:ext cx="2052847" cy="942236"/>
                <a:chOff x="8366016" y="1851793"/>
                <a:chExt cx="2052847" cy="942236"/>
              </a:xfrm>
            </p:grpSpPr>
            <p:pic>
              <p:nvPicPr>
                <p:cNvPr id="102" name="Picture 10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103" name="TextBox 102"/>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96" name="Group 95"/>
            <p:cNvGrpSpPr/>
            <p:nvPr/>
          </p:nvGrpSpPr>
          <p:grpSpPr>
            <a:xfrm>
              <a:off x="4676834" y="0"/>
              <a:ext cx="3366722" cy="6858000"/>
              <a:chOff x="8666331" y="315797"/>
              <a:chExt cx="3366722" cy="6858000"/>
            </a:xfrm>
          </p:grpSpPr>
          <p:pic>
            <p:nvPicPr>
              <p:cNvPr id="97" name="Picture 9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8" name="Picture 9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9" name="Rectangle 9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04" name="TextBox 103"/>
          <p:cNvSpPr txBox="1"/>
          <p:nvPr/>
        </p:nvSpPr>
        <p:spPr>
          <a:xfrm>
            <a:off x="5610436" y="1289456"/>
            <a:ext cx="955711" cy="307777"/>
          </a:xfrm>
          <a:prstGeom prst="rect">
            <a:avLst/>
          </a:prstGeom>
          <a:noFill/>
        </p:spPr>
        <p:txBody>
          <a:bodyPr wrap="none" rtlCol="0">
            <a:spAutoFit/>
          </a:bodyPr>
          <a:lstStyle/>
          <a:p>
            <a:r>
              <a:rPr lang="en-US" sz="1400" b="1" dirty="0" smtClean="0">
                <a:solidFill>
                  <a:srgbClr val="3C4B34"/>
                </a:solidFill>
                <a:latin typeface="Comfortaa" pitchFamily="2" charset="0"/>
              </a:rPr>
              <a:t>Register</a:t>
            </a:r>
            <a:endParaRPr lang="en-AU" sz="1400" b="1" dirty="0">
              <a:solidFill>
                <a:srgbClr val="3C4B34"/>
              </a:solidFill>
              <a:latin typeface="Comfortaa" pitchFamily="2" charset="0"/>
            </a:endParaRPr>
          </a:p>
        </p:txBody>
      </p:sp>
      <p:sp>
        <p:nvSpPr>
          <p:cNvPr id="105" name="TextBox 104"/>
          <p:cNvSpPr txBox="1"/>
          <p:nvPr/>
        </p:nvSpPr>
        <p:spPr>
          <a:xfrm>
            <a:off x="5610436" y="2336160"/>
            <a:ext cx="192873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Store Name with Location</a:t>
            </a:r>
            <a:endParaRPr lang="en-AU" sz="1200" dirty="0">
              <a:solidFill>
                <a:srgbClr val="3C4B34"/>
              </a:solidFill>
              <a:latin typeface="Lato" panose="020F0502020204030203" pitchFamily="34" charset="0"/>
            </a:endParaRPr>
          </a:p>
        </p:txBody>
      </p:sp>
      <p:sp>
        <p:nvSpPr>
          <p:cNvPr id="106" name="Rounded Rectangle 105"/>
          <p:cNvSpPr/>
          <p:nvPr/>
        </p:nvSpPr>
        <p:spPr>
          <a:xfrm>
            <a:off x="5705712" y="261315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7F7F7F"/>
              </a:solidFill>
            </a:endParaRPr>
          </a:p>
        </p:txBody>
      </p:sp>
      <p:sp>
        <p:nvSpPr>
          <p:cNvPr id="107" name="Rounded Rectangle 106"/>
          <p:cNvSpPr/>
          <p:nvPr/>
        </p:nvSpPr>
        <p:spPr>
          <a:xfrm>
            <a:off x="5717394" y="5595602"/>
            <a:ext cx="2725926" cy="408952"/>
          </a:xfrm>
          <a:prstGeom prst="round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grpSp>
        <p:nvGrpSpPr>
          <p:cNvPr id="108" name="Group 107"/>
          <p:cNvGrpSpPr/>
          <p:nvPr/>
        </p:nvGrpSpPr>
        <p:grpSpPr>
          <a:xfrm>
            <a:off x="5792151" y="6094970"/>
            <a:ext cx="2559317" cy="376814"/>
            <a:chOff x="1620486" y="6094970"/>
            <a:chExt cx="2559317" cy="376814"/>
          </a:xfrm>
        </p:grpSpPr>
        <p:pic>
          <p:nvPicPr>
            <p:cNvPr id="109" name="Picture 10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10" name="Picture 10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11" name="Group 110"/>
            <p:cNvGrpSpPr/>
            <p:nvPr/>
          </p:nvGrpSpPr>
          <p:grpSpPr>
            <a:xfrm>
              <a:off x="2061631" y="6094970"/>
              <a:ext cx="1694123" cy="376814"/>
              <a:chOff x="5033065" y="5683638"/>
              <a:chExt cx="1694123" cy="376814"/>
            </a:xfrm>
          </p:grpSpPr>
          <p:pic>
            <p:nvPicPr>
              <p:cNvPr id="112" name="Picture 11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13" name="Rectangle 11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14" name="TextBox 113"/>
          <p:cNvSpPr txBox="1"/>
          <p:nvPr/>
        </p:nvSpPr>
        <p:spPr>
          <a:xfrm>
            <a:off x="6309522"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15" name="TextBox 114"/>
          <p:cNvSpPr txBox="1"/>
          <p:nvPr/>
        </p:nvSpPr>
        <p:spPr>
          <a:xfrm>
            <a:off x="5617461" y="3211419"/>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116" name="Rounded Rectangle 115"/>
          <p:cNvSpPr/>
          <p:nvPr/>
        </p:nvSpPr>
        <p:spPr>
          <a:xfrm>
            <a:off x="5712737" y="349524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117" name="TextBox 116"/>
          <p:cNvSpPr txBox="1"/>
          <p:nvPr/>
        </p:nvSpPr>
        <p:spPr>
          <a:xfrm>
            <a:off x="5617461" y="4083511"/>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118" name="Rounded Rectangle 117"/>
          <p:cNvSpPr/>
          <p:nvPr/>
        </p:nvSpPr>
        <p:spPr>
          <a:xfrm>
            <a:off x="5712737" y="436051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119" name="TextBox 118"/>
          <p:cNvSpPr txBox="1"/>
          <p:nvPr/>
        </p:nvSpPr>
        <p:spPr>
          <a:xfrm>
            <a:off x="5712737" y="1643250"/>
            <a:ext cx="2718901" cy="69291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algn="ct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smtClean="0"/>
              <a:t>Thank you for registering!</a:t>
            </a:r>
          </a:p>
          <a:p>
            <a:r>
              <a:rPr lang="en-US" sz="1400" dirty="0" smtClean="0"/>
              <a:t>Admin will soon grant you access.</a:t>
            </a:r>
            <a:endParaRPr lang="en-AU" sz="1400" dirty="0"/>
          </a:p>
        </p:txBody>
      </p:sp>
    </p:spTree>
    <p:extLst>
      <p:ext uri="{BB962C8B-B14F-4D97-AF65-F5344CB8AC3E}">
        <p14:creationId xmlns:p14="http://schemas.microsoft.com/office/powerpoint/2010/main" val="9724999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289456"/>
            <a:ext cx="2707793" cy="307777"/>
          </a:xfrm>
          <a:prstGeom prst="rect">
            <a:avLst/>
          </a:prstGeom>
          <a:noFill/>
        </p:spPr>
        <p:txBody>
          <a:bodyPr wrap="none" rtlCol="0">
            <a:spAutoFit/>
          </a:bodyPr>
          <a:lstStyle/>
          <a:p>
            <a:r>
              <a:rPr lang="en-US" sz="1400" b="1" dirty="0" smtClean="0">
                <a:solidFill>
                  <a:srgbClr val="3C4B34"/>
                </a:solidFill>
                <a:latin typeface="Comfortaa" pitchFamily="2" charset="0"/>
              </a:rPr>
              <a:t>List Your First 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Listing e-Bike Fleets</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60" name="Freeform 59"/>
          <p:cNvSpPr/>
          <p:nvPr/>
        </p:nvSpPr>
        <p:spPr>
          <a:xfrm>
            <a:off x="2471044" y="3003469"/>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67" name="Rectangle 66"/>
          <p:cNvSpPr/>
          <p:nvPr/>
        </p:nvSpPr>
        <p:spPr>
          <a:xfrm>
            <a:off x="5103405" y="167323"/>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6" name="Group 75"/>
          <p:cNvGrpSpPr/>
          <p:nvPr/>
        </p:nvGrpSpPr>
        <p:grpSpPr>
          <a:xfrm>
            <a:off x="4952565" y="-2"/>
            <a:ext cx="3366722" cy="6858000"/>
            <a:chOff x="4676834" y="0"/>
            <a:chExt cx="3366722" cy="6858000"/>
          </a:xfrm>
        </p:grpSpPr>
        <p:grpSp>
          <p:nvGrpSpPr>
            <p:cNvPr id="77" name="Group 76"/>
            <p:cNvGrpSpPr/>
            <p:nvPr/>
          </p:nvGrpSpPr>
          <p:grpSpPr>
            <a:xfrm>
              <a:off x="4840421" y="235840"/>
              <a:ext cx="3029027" cy="958178"/>
              <a:chOff x="8366016" y="1852719"/>
              <a:chExt cx="2992003" cy="958178"/>
            </a:xfrm>
          </p:grpSpPr>
          <p:sp>
            <p:nvSpPr>
              <p:cNvPr id="84" name="Freeform 83"/>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85" name="Group 84"/>
              <p:cNvGrpSpPr/>
              <p:nvPr/>
            </p:nvGrpSpPr>
            <p:grpSpPr>
              <a:xfrm>
                <a:off x="8366016" y="1868661"/>
                <a:ext cx="2052847" cy="942236"/>
                <a:chOff x="8366016" y="1851793"/>
                <a:chExt cx="2052847" cy="942236"/>
              </a:xfrm>
            </p:grpSpPr>
            <p:pic>
              <p:nvPicPr>
                <p:cNvPr id="86" name="Picture 8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87" name="TextBox 86"/>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8" name="Group 77"/>
            <p:cNvGrpSpPr/>
            <p:nvPr/>
          </p:nvGrpSpPr>
          <p:grpSpPr>
            <a:xfrm>
              <a:off x="4676834" y="0"/>
              <a:ext cx="3366722" cy="6858000"/>
              <a:chOff x="8666331" y="315797"/>
              <a:chExt cx="3366722"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82" name="Picture 8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83" name="Rectangle 82"/>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88" name="TextBox 87"/>
          <p:cNvSpPr txBox="1"/>
          <p:nvPr/>
        </p:nvSpPr>
        <p:spPr>
          <a:xfrm>
            <a:off x="5174209" y="1289454"/>
            <a:ext cx="2412840" cy="307777"/>
          </a:xfrm>
          <a:prstGeom prst="rect">
            <a:avLst/>
          </a:prstGeom>
          <a:noFill/>
        </p:spPr>
        <p:txBody>
          <a:bodyPr wrap="none" rtlCol="0">
            <a:spAutoFit/>
          </a:bodyPr>
          <a:lstStyle/>
          <a:p>
            <a:r>
              <a:rPr lang="en-US" sz="1400" b="1" dirty="0" smtClean="0">
                <a:solidFill>
                  <a:srgbClr val="3C4B34"/>
                </a:solidFill>
                <a:latin typeface="Comfortaa" pitchFamily="2" charset="0"/>
              </a:rPr>
              <a:t>Your First e-Bike Fleets </a:t>
            </a:r>
            <a:endParaRPr lang="en-AU" sz="1400" b="1" dirty="0">
              <a:solidFill>
                <a:srgbClr val="3C4B34"/>
              </a:solidFill>
              <a:latin typeface="Comfortaa" pitchFamily="2" charset="0"/>
            </a:endParaRPr>
          </a:p>
        </p:txBody>
      </p:sp>
      <p:grpSp>
        <p:nvGrpSpPr>
          <p:cNvPr id="120" name="Group 119"/>
          <p:cNvGrpSpPr/>
          <p:nvPr/>
        </p:nvGrpSpPr>
        <p:grpSpPr>
          <a:xfrm>
            <a:off x="5355924" y="6094968"/>
            <a:ext cx="2559317" cy="376814"/>
            <a:chOff x="1620486" y="6094970"/>
            <a:chExt cx="2559317" cy="376814"/>
          </a:xfrm>
        </p:grpSpPr>
        <p:pic>
          <p:nvPicPr>
            <p:cNvPr id="121" name="Picture 120"/>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22" name="Picture 121"/>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23" name="Group 122"/>
            <p:cNvGrpSpPr/>
            <p:nvPr/>
          </p:nvGrpSpPr>
          <p:grpSpPr>
            <a:xfrm>
              <a:off x="2061631" y="6094970"/>
              <a:ext cx="1694123" cy="376814"/>
              <a:chOff x="5033065" y="5683638"/>
              <a:chExt cx="1694123" cy="376814"/>
            </a:xfrm>
          </p:grpSpPr>
          <p:pic>
            <p:nvPicPr>
              <p:cNvPr id="124" name="Picture 123"/>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25" name="Rectangle 124"/>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26" name="TextBox 125"/>
          <p:cNvSpPr txBox="1"/>
          <p:nvPr/>
        </p:nvSpPr>
        <p:spPr>
          <a:xfrm>
            <a:off x="5873295" y="737088"/>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27" name="Rounded Rectangle 126"/>
          <p:cNvSpPr/>
          <p:nvPr/>
        </p:nvSpPr>
        <p:spPr>
          <a:xfrm>
            <a:off x="7638192" y="689444"/>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129" name="Rounded Rectangle 128"/>
          <p:cNvSpPr/>
          <p:nvPr/>
        </p:nvSpPr>
        <p:spPr>
          <a:xfrm>
            <a:off x="5293357" y="5620145"/>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chemeClr val="bg1"/>
                </a:solidFill>
                <a:latin typeface="Comfortaa" pitchFamily="2" charset="0"/>
              </a:rPr>
              <a:t>List Another Fleet</a:t>
            </a:r>
            <a:endParaRPr lang="en-AU" sz="1300" b="1" dirty="0">
              <a:solidFill>
                <a:schemeClr val="bg1"/>
              </a:solidFill>
              <a:latin typeface="Comfortaa" pitchFamily="2" charset="0"/>
            </a:endParaRPr>
          </a:p>
        </p:txBody>
      </p:sp>
    </p:spTree>
    <p:extLst>
      <p:ext uri="{BB962C8B-B14F-4D97-AF65-F5344CB8AC3E}">
        <p14:creationId xmlns:p14="http://schemas.microsoft.com/office/powerpoint/2010/main" val="35888098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ectangle 60"/>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62" name="Group 61"/>
          <p:cNvGrpSpPr/>
          <p:nvPr/>
        </p:nvGrpSpPr>
        <p:grpSpPr>
          <a:xfrm>
            <a:off x="1217127" y="0"/>
            <a:ext cx="3366722" cy="6858000"/>
            <a:chOff x="4676834" y="0"/>
            <a:chExt cx="3366722" cy="6858000"/>
          </a:xfrm>
        </p:grpSpPr>
        <p:grpSp>
          <p:nvGrpSpPr>
            <p:cNvPr id="63" name="Group 62"/>
            <p:cNvGrpSpPr/>
            <p:nvPr/>
          </p:nvGrpSpPr>
          <p:grpSpPr>
            <a:xfrm>
              <a:off x="4840421" y="235840"/>
              <a:ext cx="3029027" cy="958178"/>
              <a:chOff x="8366016" y="1852719"/>
              <a:chExt cx="2992003" cy="958178"/>
            </a:xfrm>
          </p:grpSpPr>
          <p:sp>
            <p:nvSpPr>
              <p:cNvPr id="69" name="Freeform 68"/>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0" name="Group 69"/>
              <p:cNvGrpSpPr/>
              <p:nvPr/>
            </p:nvGrpSpPr>
            <p:grpSpPr>
              <a:xfrm>
                <a:off x="8366016" y="1868661"/>
                <a:ext cx="2052847" cy="942236"/>
                <a:chOff x="8366016" y="1851793"/>
                <a:chExt cx="2052847" cy="942236"/>
              </a:xfrm>
            </p:grpSpPr>
            <p:pic>
              <p:nvPicPr>
                <p:cNvPr id="71" name="Picture 7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72" name="TextBox 71"/>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4" name="Group 63"/>
            <p:cNvGrpSpPr/>
            <p:nvPr/>
          </p:nvGrpSpPr>
          <p:grpSpPr>
            <a:xfrm>
              <a:off x="4676834" y="0"/>
              <a:ext cx="3366722" cy="6858000"/>
              <a:chOff x="8666331" y="315797"/>
              <a:chExt cx="3366722" cy="6858000"/>
            </a:xfrm>
          </p:grpSpPr>
          <p:pic>
            <p:nvPicPr>
              <p:cNvPr id="65" name="Picture 64"/>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6" name="Picture 6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8" name="Rectangle 67"/>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3" name="TextBox 72"/>
          <p:cNvSpPr txBox="1"/>
          <p:nvPr/>
        </p:nvSpPr>
        <p:spPr>
          <a:xfrm>
            <a:off x="1438771" y="1105208"/>
            <a:ext cx="1388522" cy="307777"/>
          </a:xfrm>
          <a:prstGeom prst="rect">
            <a:avLst/>
          </a:prstGeom>
          <a:noFill/>
        </p:spPr>
        <p:txBody>
          <a:bodyPr wrap="none" rtlCol="0">
            <a:spAutoFit/>
          </a:bodyPr>
          <a:lstStyle/>
          <a:p>
            <a:r>
              <a:rPr lang="en-US" sz="1400" b="1" dirty="0" smtClean="0">
                <a:solidFill>
                  <a:srgbClr val="3C4B34"/>
                </a:solidFill>
                <a:latin typeface="Comfortaa" pitchFamily="2" charset="0"/>
              </a:rPr>
              <a:t>e-Bike Fleet </a:t>
            </a:r>
            <a:endParaRPr lang="en-AU" sz="1400" b="1" dirty="0">
              <a:solidFill>
                <a:srgbClr val="3C4B34"/>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Business List an e-Bike Fleet</a:t>
            </a:r>
            <a:endParaRPr lang="en-AU" sz="4400" b="1" dirty="0"/>
          </a:p>
        </p:txBody>
      </p:sp>
      <p:grpSp>
        <p:nvGrpSpPr>
          <p:cNvPr id="9" name="Group 8"/>
          <p:cNvGrpSpPr/>
          <p:nvPr/>
        </p:nvGrpSpPr>
        <p:grpSpPr>
          <a:xfrm>
            <a:off x="1620486" y="6094970"/>
            <a:ext cx="2559317" cy="376814"/>
            <a:chOff x="1620486" y="6094970"/>
            <a:chExt cx="2559317" cy="376814"/>
          </a:xfrm>
        </p:grpSpPr>
        <p:pic>
          <p:nvPicPr>
            <p:cNvPr id="39" name="Picture 3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34" name="Picture 33"/>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8" name="Group 7"/>
            <p:cNvGrpSpPr/>
            <p:nvPr/>
          </p:nvGrpSpPr>
          <p:grpSpPr>
            <a:xfrm>
              <a:off x="2061631" y="6094970"/>
              <a:ext cx="1694123" cy="376814"/>
              <a:chOff x="5033065" y="5683638"/>
              <a:chExt cx="1694123" cy="376814"/>
            </a:xfrm>
          </p:grpSpPr>
          <p:pic>
            <p:nvPicPr>
              <p:cNvPr id="50" name="Picture 49"/>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7" name="Rectangle 6"/>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81" name="TextBox 80"/>
          <p:cNvSpPr txBox="1"/>
          <p:nvPr/>
        </p:nvSpPr>
        <p:spPr>
          <a:xfrm>
            <a:off x="2137857" y="737090"/>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56" name="Rounded Rectangle 55"/>
          <p:cNvSpPr/>
          <p:nvPr/>
        </p:nvSpPr>
        <p:spPr>
          <a:xfrm>
            <a:off x="3902754" y="689446"/>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45" name="Rectangle 44"/>
          <p:cNvSpPr/>
          <p:nvPr/>
        </p:nvSpPr>
        <p:spPr>
          <a:xfrm>
            <a:off x="2539251" y="1254227"/>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46" name="Rectangle 45"/>
          <p:cNvSpPr/>
          <p:nvPr/>
        </p:nvSpPr>
        <p:spPr>
          <a:xfrm>
            <a:off x="2185454" y="1862454"/>
            <a:ext cx="1489510"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t>
            </a:r>
            <a:r>
              <a:rPr lang="en-US" sz="1050" dirty="0" smtClean="0">
                <a:solidFill>
                  <a:schemeClr val="tx1">
                    <a:lumMod val="65000"/>
                    <a:lumOff val="35000"/>
                  </a:schemeClr>
                </a:solidFill>
                <a:latin typeface="Lato" panose="020F0502020204030203" pitchFamily="34" charset="0"/>
              </a:rPr>
              <a:t>e-Bike’s </a:t>
            </a:r>
            <a:r>
              <a:rPr lang="en-US" sz="1050" dirty="0">
                <a:solidFill>
                  <a:schemeClr val="tx1">
                    <a:lumMod val="65000"/>
                    <a:lumOff val="35000"/>
                  </a:schemeClr>
                </a:solidFill>
                <a:latin typeface="Lato" panose="020F0502020204030203" pitchFamily="34" charset="0"/>
              </a:rPr>
              <a:t>Image</a:t>
            </a:r>
            <a:endParaRPr lang="en-AU" sz="1050" dirty="0"/>
          </a:p>
        </p:txBody>
      </p:sp>
      <p:sp>
        <p:nvSpPr>
          <p:cNvPr id="47" name="TextBox 46"/>
          <p:cNvSpPr txBox="1"/>
          <p:nvPr/>
        </p:nvSpPr>
        <p:spPr>
          <a:xfrm>
            <a:off x="1449637" y="2016341"/>
            <a:ext cx="96212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48" name="Rounded Rectangle 47"/>
          <p:cNvSpPr/>
          <p:nvPr/>
        </p:nvSpPr>
        <p:spPr>
          <a:xfrm>
            <a:off x="1544913" y="2293340"/>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Make - model</a:t>
            </a:r>
            <a:endParaRPr lang="en-AU" sz="1200" dirty="0">
              <a:solidFill>
                <a:srgbClr val="7F7F7F"/>
              </a:solidFill>
            </a:endParaRPr>
          </a:p>
        </p:txBody>
      </p:sp>
      <p:sp>
        <p:nvSpPr>
          <p:cNvPr id="49" name="TextBox 48"/>
          <p:cNvSpPr txBox="1"/>
          <p:nvPr/>
        </p:nvSpPr>
        <p:spPr>
          <a:xfrm>
            <a:off x="1431437" y="2707836"/>
            <a:ext cx="122982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51" name="Rounded Rectangle 50"/>
          <p:cNvSpPr/>
          <p:nvPr/>
        </p:nvSpPr>
        <p:spPr>
          <a:xfrm>
            <a:off x="1526713" y="298483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a:solidFill>
                  <a:srgbClr val="7F7F7F"/>
                </a:solidFill>
              </a:rPr>
              <a:t>$</a:t>
            </a:r>
            <a:endParaRPr lang="en-AU" sz="1200" dirty="0">
              <a:solidFill>
                <a:srgbClr val="7F7F7F"/>
              </a:solidFill>
            </a:endParaRPr>
          </a:p>
        </p:txBody>
      </p:sp>
      <p:sp>
        <p:nvSpPr>
          <p:cNvPr id="52" name="TextBox 51"/>
          <p:cNvSpPr txBox="1"/>
          <p:nvPr/>
        </p:nvSpPr>
        <p:spPr>
          <a:xfrm>
            <a:off x="1426885" y="3399332"/>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a:t>
            </a:r>
            <a:r>
              <a:rPr lang="en-US" sz="1200" dirty="0" smtClean="0">
                <a:solidFill>
                  <a:srgbClr val="3C4B34"/>
                </a:solidFill>
                <a:latin typeface="Lato" panose="020F0502020204030203" pitchFamily="34" charset="0"/>
              </a:rPr>
              <a:t>-Bike Category</a:t>
            </a:r>
            <a:endParaRPr lang="en-AU" sz="1200" dirty="0">
              <a:solidFill>
                <a:srgbClr val="3C4B34"/>
              </a:solidFill>
              <a:latin typeface="Lato" panose="020F0502020204030203" pitchFamily="34" charset="0"/>
            </a:endParaRPr>
          </a:p>
        </p:txBody>
      </p:sp>
      <p:sp>
        <p:nvSpPr>
          <p:cNvPr id="53" name="Rounded Rectangle 52"/>
          <p:cNvSpPr/>
          <p:nvPr/>
        </p:nvSpPr>
        <p:spPr>
          <a:xfrm>
            <a:off x="1522161" y="367633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smtClean="0">
                <a:solidFill>
                  <a:srgbClr val="7F7F7F"/>
                </a:solidFill>
              </a:rPr>
              <a:t>v</a:t>
            </a:r>
            <a:endParaRPr lang="en-AU" sz="1200" dirty="0">
              <a:solidFill>
                <a:srgbClr val="7F7F7F"/>
              </a:solidFill>
            </a:endParaRPr>
          </a:p>
        </p:txBody>
      </p:sp>
      <p:sp>
        <p:nvSpPr>
          <p:cNvPr id="54" name="TextBox 53"/>
          <p:cNvSpPr txBox="1"/>
          <p:nvPr/>
        </p:nvSpPr>
        <p:spPr>
          <a:xfrm>
            <a:off x="1426885" y="4085283"/>
            <a:ext cx="12266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55" name="Rounded Rectangle 54"/>
          <p:cNvSpPr/>
          <p:nvPr/>
        </p:nvSpPr>
        <p:spPr>
          <a:xfrm>
            <a:off x="1522161" y="436228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57" name="TextBox 56"/>
          <p:cNvSpPr txBox="1"/>
          <p:nvPr/>
        </p:nvSpPr>
        <p:spPr>
          <a:xfrm>
            <a:off x="1426885" y="4771234"/>
            <a:ext cx="1970411"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Number of e-Bikes in Fleet</a:t>
            </a:r>
            <a:endParaRPr lang="en-AU" sz="1200" dirty="0">
              <a:solidFill>
                <a:srgbClr val="3C4B34"/>
              </a:solidFill>
              <a:latin typeface="Lato" panose="020F0502020204030203" pitchFamily="34" charset="0"/>
            </a:endParaRPr>
          </a:p>
        </p:txBody>
      </p:sp>
      <p:sp>
        <p:nvSpPr>
          <p:cNvPr id="58" name="Rounded Rectangle 57"/>
          <p:cNvSpPr/>
          <p:nvPr/>
        </p:nvSpPr>
        <p:spPr>
          <a:xfrm>
            <a:off x="1522161" y="504823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chemeClr val="bg1">
                  <a:lumMod val="50000"/>
                </a:schemeClr>
              </a:solidFill>
              <a:latin typeface="Lato" panose="020F0502020204030203" pitchFamily="34" charset="0"/>
            </a:endParaRPr>
          </a:p>
        </p:txBody>
      </p:sp>
      <p:sp>
        <p:nvSpPr>
          <p:cNvPr id="59" name="Rounded Rectangle 58"/>
          <p:cNvSpPr/>
          <p:nvPr/>
        </p:nvSpPr>
        <p:spPr>
          <a:xfrm>
            <a:off x="1522161" y="561010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300" b="1" dirty="0" smtClean="0">
                <a:solidFill>
                  <a:schemeClr val="bg1"/>
                </a:solidFill>
                <a:latin typeface="Comfortaa" pitchFamily="2" charset="0"/>
              </a:rPr>
              <a:t>Roll out Fleet</a:t>
            </a:r>
            <a:endParaRPr lang="en-AU" sz="1300" b="1" dirty="0">
              <a:solidFill>
                <a:schemeClr val="bg1"/>
              </a:solidFill>
              <a:latin typeface="Comfortaa" pitchFamily="2" charset="0"/>
            </a:endParaRPr>
          </a:p>
        </p:txBody>
      </p:sp>
      <p:sp>
        <p:nvSpPr>
          <p:cNvPr id="74" name="Rectangle 73"/>
          <p:cNvSpPr/>
          <p:nvPr/>
        </p:nvSpPr>
        <p:spPr>
          <a:xfrm>
            <a:off x="5465171" y="164209"/>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5" name="Group 74"/>
          <p:cNvGrpSpPr/>
          <p:nvPr/>
        </p:nvGrpSpPr>
        <p:grpSpPr>
          <a:xfrm>
            <a:off x="5314331" y="-3116"/>
            <a:ext cx="3366722" cy="6858000"/>
            <a:chOff x="4676834" y="0"/>
            <a:chExt cx="3366722" cy="6858000"/>
          </a:xfrm>
        </p:grpSpPr>
        <p:grpSp>
          <p:nvGrpSpPr>
            <p:cNvPr id="79" name="Group 78"/>
            <p:cNvGrpSpPr/>
            <p:nvPr/>
          </p:nvGrpSpPr>
          <p:grpSpPr>
            <a:xfrm>
              <a:off x="4840421" y="235840"/>
              <a:ext cx="3029027" cy="958178"/>
              <a:chOff x="8366016" y="1852719"/>
              <a:chExt cx="2992003" cy="958178"/>
            </a:xfrm>
          </p:grpSpPr>
          <p:sp>
            <p:nvSpPr>
              <p:cNvPr id="93" name="Freeform 92"/>
              <p:cNvSpPr/>
              <p:nvPr/>
            </p:nvSpPr>
            <p:spPr>
              <a:xfrm rot="10800000">
                <a:off x="8416699" y="1852719"/>
                <a:ext cx="2941320" cy="828423"/>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94" name="Group 93"/>
              <p:cNvGrpSpPr/>
              <p:nvPr/>
            </p:nvGrpSpPr>
            <p:grpSpPr>
              <a:xfrm>
                <a:off x="8366016" y="1868661"/>
                <a:ext cx="2052847" cy="942236"/>
                <a:chOff x="8366016" y="1851793"/>
                <a:chExt cx="2052847" cy="942236"/>
              </a:xfrm>
            </p:grpSpPr>
            <p:pic>
              <p:nvPicPr>
                <p:cNvPr id="95" name="Picture 9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66016" y="1851793"/>
                  <a:ext cx="942235" cy="942236"/>
                </a:xfrm>
                <a:prstGeom prst="rect">
                  <a:avLst/>
                </a:prstGeom>
              </p:spPr>
            </p:pic>
            <p:sp>
              <p:nvSpPr>
                <p:cNvPr id="96" name="TextBox 95"/>
                <p:cNvSpPr txBox="1"/>
                <p:nvPr/>
              </p:nvSpPr>
              <p:spPr>
                <a:xfrm>
                  <a:off x="9105900" y="2158951"/>
                  <a:ext cx="1312963"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89" name="Group 88"/>
            <p:cNvGrpSpPr/>
            <p:nvPr/>
          </p:nvGrpSpPr>
          <p:grpSpPr>
            <a:xfrm>
              <a:off x="4676834" y="0"/>
              <a:ext cx="3366722" cy="6858000"/>
              <a:chOff x="8666331" y="315797"/>
              <a:chExt cx="3366722" cy="6858000"/>
            </a:xfrm>
          </p:grpSpPr>
          <p:pic>
            <p:nvPicPr>
              <p:cNvPr id="90" name="Picture 8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91" name="Picture 9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92" name="Rectangle 91"/>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97" name="TextBox 96"/>
          <p:cNvSpPr txBox="1"/>
          <p:nvPr/>
        </p:nvSpPr>
        <p:spPr>
          <a:xfrm>
            <a:off x="5535975" y="1102092"/>
            <a:ext cx="1388522" cy="307777"/>
          </a:xfrm>
          <a:prstGeom prst="rect">
            <a:avLst/>
          </a:prstGeom>
          <a:noFill/>
        </p:spPr>
        <p:txBody>
          <a:bodyPr wrap="none" rtlCol="0">
            <a:spAutoFit/>
          </a:bodyPr>
          <a:lstStyle/>
          <a:p>
            <a:r>
              <a:rPr lang="en-US" sz="1400" b="1" dirty="0" smtClean="0">
                <a:solidFill>
                  <a:srgbClr val="3C4B34"/>
                </a:solidFill>
                <a:latin typeface="Comfortaa" pitchFamily="2" charset="0"/>
              </a:rPr>
              <a:t>e-Bike Fleet </a:t>
            </a:r>
            <a:endParaRPr lang="en-AU" sz="1400" b="1" dirty="0">
              <a:solidFill>
                <a:srgbClr val="3C4B34"/>
              </a:solidFill>
              <a:latin typeface="Comfortaa" pitchFamily="2" charset="0"/>
            </a:endParaRPr>
          </a:p>
        </p:txBody>
      </p:sp>
      <p:grpSp>
        <p:nvGrpSpPr>
          <p:cNvPr id="98" name="Group 97"/>
          <p:cNvGrpSpPr/>
          <p:nvPr/>
        </p:nvGrpSpPr>
        <p:grpSpPr>
          <a:xfrm>
            <a:off x="5717690" y="6044083"/>
            <a:ext cx="2559317" cy="376814"/>
            <a:chOff x="1620486" y="6094970"/>
            <a:chExt cx="2559317" cy="376814"/>
          </a:xfrm>
        </p:grpSpPr>
        <p:pic>
          <p:nvPicPr>
            <p:cNvPr id="99" name="Picture 98"/>
            <p:cNvPicPr>
              <a:picLocks noChangeAspect="1"/>
            </p:cNvPicPr>
            <p:nvPr/>
          </p:nvPicPr>
          <p:blipFill>
            <a:blip r:embed="rId5"/>
            <a:srcRect l="83938" t="5279" r="1955" b="5571"/>
            <a:stretch>
              <a:fillRect/>
            </a:stretch>
          </p:blipFill>
          <p:spPr>
            <a:xfrm>
              <a:off x="3839538" y="6112761"/>
              <a:ext cx="340265" cy="343746"/>
            </a:xfrm>
            <a:custGeom>
              <a:avLst/>
              <a:gdLst>
                <a:gd name="connsiteX0" fmla="*/ 441280 w 882560"/>
                <a:gd name="connsiteY0" fmla="*/ 0 h 891590"/>
                <a:gd name="connsiteX1" fmla="*/ 882560 w 882560"/>
                <a:gd name="connsiteY1" fmla="*/ 445795 h 891590"/>
                <a:gd name="connsiteX2" fmla="*/ 441280 w 882560"/>
                <a:gd name="connsiteY2" fmla="*/ 891590 h 891590"/>
                <a:gd name="connsiteX3" fmla="*/ 0 w 882560"/>
                <a:gd name="connsiteY3" fmla="*/ 445795 h 891590"/>
                <a:gd name="connsiteX4" fmla="*/ 441280 w 882560"/>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2560" h="891590">
                  <a:moveTo>
                    <a:pt x="441280" y="0"/>
                  </a:moveTo>
                  <a:cubicBezTo>
                    <a:pt x="684992" y="0"/>
                    <a:pt x="882560" y="199589"/>
                    <a:pt x="882560" y="445795"/>
                  </a:cubicBezTo>
                  <a:cubicBezTo>
                    <a:pt x="882560" y="692001"/>
                    <a:pt x="684992" y="891590"/>
                    <a:pt x="441280" y="891590"/>
                  </a:cubicBezTo>
                  <a:cubicBezTo>
                    <a:pt x="197568" y="891590"/>
                    <a:pt x="0" y="692001"/>
                    <a:pt x="0" y="445795"/>
                  </a:cubicBezTo>
                  <a:cubicBezTo>
                    <a:pt x="0" y="199589"/>
                    <a:pt x="197568" y="0"/>
                    <a:pt x="441280" y="0"/>
                  </a:cubicBezTo>
                  <a:close/>
                </a:path>
              </a:pathLst>
            </a:custGeom>
          </p:spPr>
        </p:pic>
        <p:pic>
          <p:nvPicPr>
            <p:cNvPr id="100" name="Picture 99"/>
            <p:cNvPicPr>
              <a:picLocks noChangeAspect="1"/>
            </p:cNvPicPr>
            <p:nvPr/>
          </p:nvPicPr>
          <p:blipFill>
            <a:blip r:embed="rId5"/>
            <a:srcRect l="1799" t="3193" r="83386" b="7656"/>
            <a:stretch>
              <a:fillRect/>
            </a:stretch>
          </p:blipFill>
          <p:spPr>
            <a:xfrm>
              <a:off x="1620486" y="6112841"/>
              <a:ext cx="357362" cy="343746"/>
            </a:xfrm>
            <a:custGeom>
              <a:avLst/>
              <a:gdLst>
                <a:gd name="connsiteX0" fmla="*/ 463453 w 926906"/>
                <a:gd name="connsiteY0" fmla="*/ 0 h 891590"/>
                <a:gd name="connsiteX1" fmla="*/ 926906 w 926906"/>
                <a:gd name="connsiteY1" fmla="*/ 445795 h 891590"/>
                <a:gd name="connsiteX2" fmla="*/ 463453 w 926906"/>
                <a:gd name="connsiteY2" fmla="*/ 891590 h 891590"/>
                <a:gd name="connsiteX3" fmla="*/ 0 w 926906"/>
                <a:gd name="connsiteY3" fmla="*/ 445795 h 891590"/>
                <a:gd name="connsiteX4" fmla="*/ 463453 w 926906"/>
                <a:gd name="connsiteY4" fmla="*/ 0 h 8915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6906" h="891590">
                  <a:moveTo>
                    <a:pt x="463453" y="0"/>
                  </a:moveTo>
                  <a:cubicBezTo>
                    <a:pt x="719411" y="0"/>
                    <a:pt x="926906" y="199589"/>
                    <a:pt x="926906" y="445795"/>
                  </a:cubicBezTo>
                  <a:cubicBezTo>
                    <a:pt x="926906" y="692001"/>
                    <a:pt x="719411" y="891590"/>
                    <a:pt x="463453" y="891590"/>
                  </a:cubicBezTo>
                  <a:cubicBezTo>
                    <a:pt x="207495" y="891590"/>
                    <a:pt x="0" y="692001"/>
                    <a:pt x="0" y="445795"/>
                  </a:cubicBezTo>
                  <a:cubicBezTo>
                    <a:pt x="0" y="199589"/>
                    <a:pt x="207495" y="0"/>
                    <a:pt x="463453" y="0"/>
                  </a:cubicBezTo>
                  <a:close/>
                </a:path>
              </a:pathLst>
            </a:custGeom>
          </p:spPr>
        </p:pic>
        <p:grpSp>
          <p:nvGrpSpPr>
            <p:cNvPr id="101" name="Group 100"/>
            <p:cNvGrpSpPr/>
            <p:nvPr/>
          </p:nvGrpSpPr>
          <p:grpSpPr>
            <a:xfrm>
              <a:off x="2061631" y="6094970"/>
              <a:ext cx="1694123" cy="376814"/>
              <a:chOff x="5033065" y="5683638"/>
              <a:chExt cx="1694123" cy="376814"/>
            </a:xfrm>
          </p:grpSpPr>
          <p:pic>
            <p:nvPicPr>
              <p:cNvPr id="102" name="Picture 101"/>
              <p:cNvPicPr>
                <a:picLocks noChangeAspect="1"/>
              </p:cNvPicPr>
              <p:nvPr/>
            </p:nvPicPr>
            <p:blipFill>
              <a:blip r:embed="rId6"/>
              <a:srcRect l="23175" t="90381" r="23341" b="4125"/>
              <a:stretch>
                <a:fillRect/>
              </a:stretch>
            </p:blipFill>
            <p:spPr>
              <a:xfrm>
                <a:off x="5033065" y="5683638"/>
                <a:ext cx="1694123" cy="376814"/>
              </a:xfrm>
              <a:custGeom>
                <a:avLst/>
                <a:gdLst>
                  <a:gd name="connsiteX0" fmla="*/ 0 w 1694123"/>
                  <a:gd name="connsiteY0" fmla="*/ 188406 h 376814"/>
                  <a:gd name="connsiteX1" fmla="*/ 0 w 1694123"/>
                  <a:gd name="connsiteY1" fmla="*/ 188407 h 376814"/>
                  <a:gd name="connsiteX2" fmla="*/ 0 w 1694123"/>
                  <a:gd name="connsiteY2" fmla="*/ 188407 h 376814"/>
                  <a:gd name="connsiteX3" fmla="*/ 188407 w 1694123"/>
                  <a:gd name="connsiteY3" fmla="*/ 0 h 376814"/>
                  <a:gd name="connsiteX4" fmla="*/ 1505716 w 1694123"/>
                  <a:gd name="connsiteY4" fmla="*/ 0 h 376814"/>
                  <a:gd name="connsiteX5" fmla="*/ 1694123 w 1694123"/>
                  <a:gd name="connsiteY5" fmla="*/ 188407 h 376814"/>
                  <a:gd name="connsiteX6" fmla="*/ 1694122 w 1694123"/>
                  <a:gd name="connsiteY6" fmla="*/ 188407 h 376814"/>
                  <a:gd name="connsiteX7" fmla="*/ 1505715 w 1694123"/>
                  <a:gd name="connsiteY7" fmla="*/ 376814 h 376814"/>
                  <a:gd name="connsiteX8" fmla="*/ 188407 w 1694123"/>
                  <a:gd name="connsiteY8" fmla="*/ 376813 h 376814"/>
                  <a:gd name="connsiteX9" fmla="*/ 3828 w 1694123"/>
                  <a:gd name="connsiteY9" fmla="*/ 226377 h 376814"/>
                  <a:gd name="connsiteX10" fmla="*/ 0 w 1694123"/>
                  <a:gd name="connsiteY10" fmla="*/ 188407 h 376814"/>
                  <a:gd name="connsiteX11" fmla="*/ 3828 w 1694123"/>
                  <a:gd name="connsiteY11" fmla="*/ 150437 h 376814"/>
                  <a:gd name="connsiteX12" fmla="*/ 188407 w 1694123"/>
                  <a:gd name="connsiteY12" fmla="*/ 0 h 376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94123" h="376814">
                    <a:moveTo>
                      <a:pt x="0" y="188406"/>
                    </a:moveTo>
                    <a:lnTo>
                      <a:pt x="0" y="188407"/>
                    </a:lnTo>
                    <a:lnTo>
                      <a:pt x="0" y="188407"/>
                    </a:lnTo>
                    <a:close/>
                    <a:moveTo>
                      <a:pt x="188407" y="0"/>
                    </a:moveTo>
                    <a:lnTo>
                      <a:pt x="1505716" y="0"/>
                    </a:lnTo>
                    <a:cubicBezTo>
                      <a:pt x="1609770" y="0"/>
                      <a:pt x="1694123" y="84353"/>
                      <a:pt x="1694123" y="188407"/>
                    </a:cubicBezTo>
                    <a:lnTo>
                      <a:pt x="1694122" y="188407"/>
                    </a:lnTo>
                    <a:cubicBezTo>
                      <a:pt x="1694122" y="292461"/>
                      <a:pt x="1609769" y="376814"/>
                      <a:pt x="1505715" y="376814"/>
                    </a:cubicBezTo>
                    <a:lnTo>
                      <a:pt x="188407" y="376813"/>
                    </a:lnTo>
                    <a:cubicBezTo>
                      <a:pt x="97360" y="376813"/>
                      <a:pt x="21396" y="312230"/>
                      <a:pt x="3828" y="226377"/>
                    </a:cubicBezTo>
                    <a:lnTo>
                      <a:pt x="0" y="188407"/>
                    </a:lnTo>
                    <a:lnTo>
                      <a:pt x="3828" y="150437"/>
                    </a:lnTo>
                    <a:cubicBezTo>
                      <a:pt x="21396" y="64583"/>
                      <a:pt x="97360" y="0"/>
                      <a:pt x="188407" y="0"/>
                    </a:cubicBezTo>
                    <a:close/>
                  </a:path>
                </a:pathLst>
              </a:custGeom>
            </p:spPr>
          </p:pic>
          <p:sp>
            <p:nvSpPr>
              <p:cNvPr id="103" name="Rectangle 102"/>
              <p:cNvSpPr/>
              <p:nvPr/>
            </p:nvSpPr>
            <p:spPr>
              <a:xfrm>
                <a:off x="5327425" y="5766179"/>
                <a:ext cx="1148437" cy="218364"/>
              </a:xfrm>
              <a:prstGeom prst="rect">
                <a:avLst/>
              </a:prstGeom>
              <a:solidFill>
                <a:srgbClr val="F9F9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smtClean="0">
                    <a:solidFill>
                      <a:schemeClr val="tx1"/>
                    </a:solidFill>
                  </a:rPr>
                  <a:t>www.m2m.com...</a:t>
                </a:r>
                <a:endParaRPr lang="en-AU" dirty="0">
                  <a:solidFill>
                    <a:schemeClr val="tx1"/>
                  </a:solidFill>
                </a:endParaRPr>
              </a:p>
            </p:txBody>
          </p:sp>
        </p:grpSp>
      </p:grpSp>
      <p:sp>
        <p:nvSpPr>
          <p:cNvPr id="104" name="TextBox 103"/>
          <p:cNvSpPr txBox="1"/>
          <p:nvPr/>
        </p:nvSpPr>
        <p:spPr>
          <a:xfrm>
            <a:off x="6235061" y="733974"/>
            <a:ext cx="883575" cy="261610"/>
          </a:xfrm>
          <a:prstGeom prst="rect">
            <a:avLst/>
          </a:prstGeom>
          <a:noFill/>
        </p:spPr>
        <p:txBody>
          <a:bodyPr wrap="none" rtlCol="0">
            <a:spAutoFit/>
          </a:bodyPr>
          <a:lstStyle/>
          <a:p>
            <a:r>
              <a:rPr lang="en-US" sz="1100" dirty="0" smtClean="0">
                <a:solidFill>
                  <a:srgbClr val="7F7F7F"/>
                </a:solidFill>
              </a:rPr>
              <a:t>for Business</a:t>
            </a:r>
            <a:endParaRPr lang="en-AU" sz="1200" dirty="0">
              <a:solidFill>
                <a:srgbClr val="7F7F7F"/>
              </a:solidFill>
            </a:endParaRPr>
          </a:p>
        </p:txBody>
      </p:sp>
      <p:sp>
        <p:nvSpPr>
          <p:cNvPr id="105" name="Rounded Rectangle 104"/>
          <p:cNvSpPr/>
          <p:nvPr/>
        </p:nvSpPr>
        <p:spPr>
          <a:xfrm>
            <a:off x="7999958" y="686330"/>
            <a:ext cx="423420" cy="203005"/>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700" dirty="0" smtClean="0">
                <a:solidFill>
                  <a:srgbClr val="AD56E1"/>
                </a:solidFill>
              </a:rPr>
              <a:t>● ● ●</a:t>
            </a:r>
            <a:endParaRPr lang="en-AU" sz="700" dirty="0">
              <a:solidFill>
                <a:srgbClr val="AD56E1"/>
              </a:solidFill>
            </a:endParaRPr>
          </a:p>
        </p:txBody>
      </p:sp>
      <p:sp>
        <p:nvSpPr>
          <p:cNvPr id="108" name="TextBox 107"/>
          <p:cNvSpPr txBox="1"/>
          <p:nvPr/>
        </p:nvSpPr>
        <p:spPr>
          <a:xfrm>
            <a:off x="5546841" y="3261998"/>
            <a:ext cx="96212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Fleet Name</a:t>
            </a:r>
            <a:endParaRPr lang="en-AU" sz="1200" dirty="0">
              <a:solidFill>
                <a:srgbClr val="3C4B34"/>
              </a:solidFill>
              <a:latin typeface="Lato" panose="020F0502020204030203" pitchFamily="34" charset="0"/>
            </a:endParaRPr>
          </a:p>
        </p:txBody>
      </p:sp>
      <p:sp>
        <p:nvSpPr>
          <p:cNvPr id="109" name="Rounded Rectangle 108"/>
          <p:cNvSpPr/>
          <p:nvPr/>
        </p:nvSpPr>
        <p:spPr>
          <a:xfrm>
            <a:off x="5642117" y="3538997"/>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Fat Boy - Vagus</a:t>
            </a:r>
            <a:endParaRPr lang="en-AU" sz="1200" dirty="0">
              <a:solidFill>
                <a:srgbClr val="3C4B34"/>
              </a:solidFill>
              <a:latin typeface="Lato" panose="020F0502020204030203" pitchFamily="34" charset="0"/>
            </a:endParaRPr>
          </a:p>
        </p:txBody>
      </p:sp>
      <p:sp>
        <p:nvSpPr>
          <p:cNvPr id="110" name="TextBox 109"/>
          <p:cNvSpPr txBox="1"/>
          <p:nvPr/>
        </p:nvSpPr>
        <p:spPr>
          <a:xfrm>
            <a:off x="5528641" y="3953493"/>
            <a:ext cx="1229824"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Price Per Week</a:t>
            </a:r>
            <a:endParaRPr lang="en-AU" sz="1200" dirty="0">
              <a:solidFill>
                <a:srgbClr val="3C4B34"/>
              </a:solidFill>
              <a:latin typeface="Lato" panose="020F0502020204030203" pitchFamily="34" charset="0"/>
            </a:endParaRPr>
          </a:p>
        </p:txBody>
      </p:sp>
      <p:sp>
        <p:nvSpPr>
          <p:cNvPr id="111" name="Rounded Rectangle 110"/>
          <p:cNvSpPr/>
          <p:nvPr/>
        </p:nvSpPr>
        <p:spPr>
          <a:xfrm>
            <a:off x="5623917" y="423049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3C4B34"/>
                </a:solidFill>
                <a:latin typeface="Lato" panose="020F0502020204030203" pitchFamily="34" charset="0"/>
              </a:rPr>
              <a:t>$75 </a:t>
            </a:r>
            <a:endParaRPr lang="en-AU" sz="1200" dirty="0">
              <a:solidFill>
                <a:srgbClr val="3C4B34"/>
              </a:solidFill>
              <a:latin typeface="Lato" panose="020F0502020204030203" pitchFamily="34" charset="0"/>
            </a:endParaRPr>
          </a:p>
        </p:txBody>
      </p:sp>
      <p:sp>
        <p:nvSpPr>
          <p:cNvPr id="112" name="TextBox 111"/>
          <p:cNvSpPr txBox="1"/>
          <p:nvPr/>
        </p:nvSpPr>
        <p:spPr>
          <a:xfrm>
            <a:off x="5524089" y="4644989"/>
            <a:ext cx="1274708"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a:t>
            </a:r>
            <a:r>
              <a:rPr lang="en-US" sz="1200" dirty="0" smtClean="0">
                <a:solidFill>
                  <a:srgbClr val="3C4B34"/>
                </a:solidFill>
                <a:latin typeface="Lato" panose="020F0502020204030203" pitchFamily="34" charset="0"/>
              </a:rPr>
              <a:t>-Bike Category</a:t>
            </a:r>
            <a:endParaRPr lang="en-AU" sz="1200" dirty="0">
              <a:solidFill>
                <a:srgbClr val="3C4B34"/>
              </a:solidFill>
              <a:latin typeface="Lato" panose="020F0502020204030203" pitchFamily="34" charset="0"/>
            </a:endParaRPr>
          </a:p>
        </p:txBody>
      </p:sp>
      <p:sp>
        <p:nvSpPr>
          <p:cNvPr id="113" name="Rounded Rectangle 112"/>
          <p:cNvSpPr/>
          <p:nvPr/>
        </p:nvSpPr>
        <p:spPr>
          <a:xfrm>
            <a:off x="5619365" y="4921988"/>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1200" dirty="0" smtClean="0">
                <a:solidFill>
                  <a:srgbClr val="3C4B34"/>
                </a:solidFill>
                <a:latin typeface="Lato" panose="020F0502020204030203" pitchFamily="34" charset="0"/>
              </a:rPr>
              <a:t>Road</a:t>
            </a:r>
            <a:r>
              <a:rPr lang="en-AU" sz="1200" dirty="0" smtClean="0">
                <a:solidFill>
                  <a:srgbClr val="3C4B34"/>
                </a:solidFill>
                <a:latin typeface="Lato" panose="020F0502020204030203" pitchFamily="34" charset="0"/>
              </a:rPr>
              <a:t>                                                                     </a:t>
            </a:r>
            <a:r>
              <a:rPr lang="en-US" sz="1200" dirty="0" smtClean="0">
                <a:solidFill>
                  <a:srgbClr val="7F7F7F"/>
                </a:solidFill>
              </a:rPr>
              <a:t>v</a:t>
            </a:r>
            <a:endParaRPr lang="en-AU" sz="1200" dirty="0">
              <a:solidFill>
                <a:srgbClr val="7F7F7F"/>
              </a:solidFill>
            </a:endParaRPr>
          </a:p>
        </p:txBody>
      </p:sp>
      <p:sp>
        <p:nvSpPr>
          <p:cNvPr id="114" name="TextBox 113"/>
          <p:cNvSpPr txBox="1"/>
          <p:nvPr/>
        </p:nvSpPr>
        <p:spPr>
          <a:xfrm>
            <a:off x="5524089" y="5330940"/>
            <a:ext cx="1226618"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Pickup Address</a:t>
            </a:r>
            <a:endParaRPr lang="en-AU" sz="1200" dirty="0">
              <a:solidFill>
                <a:srgbClr val="3C4B34"/>
              </a:solidFill>
              <a:latin typeface="Lato" panose="020F0502020204030203" pitchFamily="34" charset="0"/>
            </a:endParaRPr>
          </a:p>
        </p:txBody>
      </p:sp>
      <p:sp>
        <p:nvSpPr>
          <p:cNvPr id="115" name="Rounded Rectangle 114"/>
          <p:cNvSpPr/>
          <p:nvPr/>
        </p:nvSpPr>
        <p:spPr>
          <a:xfrm>
            <a:off x="5619365" y="560793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chemeClr val="bg1">
                    <a:lumMod val="50000"/>
                  </a:schemeClr>
                </a:solidFill>
                <a:latin typeface="Lato" panose="020F0502020204030203" pitchFamily="34" charset="0"/>
              </a:rPr>
              <a:t>📍 MCIC Building, Kensington</a:t>
            </a:r>
            <a:endParaRPr lang="en-AU" sz="1200" dirty="0">
              <a:solidFill>
                <a:schemeClr val="bg1">
                  <a:lumMod val="50000"/>
                </a:schemeClr>
              </a:solidFill>
              <a:latin typeface="Lato" panose="020F0502020204030203" pitchFamily="34" charset="0"/>
            </a:endParaRPr>
          </a:p>
        </p:txBody>
      </p:sp>
      <p:pic>
        <p:nvPicPr>
          <p:cNvPr id="2" name="Picture 1"/>
          <p:cNvPicPr>
            <a:picLocks noChangeAspect="1"/>
          </p:cNvPicPr>
          <p:nvPr/>
        </p:nvPicPr>
        <p:blipFill>
          <a:blip r:embed="rId7"/>
          <a:stretch>
            <a:fillRect/>
          </a:stretch>
        </p:blipFill>
        <p:spPr>
          <a:xfrm>
            <a:off x="5656341" y="1357126"/>
            <a:ext cx="2688949" cy="1832631"/>
          </a:xfrm>
          <a:prstGeom prst="rect">
            <a:avLst/>
          </a:prstGeom>
        </p:spPr>
      </p:pic>
      <p:pic>
        <p:nvPicPr>
          <p:cNvPr id="10" name="Picture 9"/>
          <p:cNvPicPr>
            <a:picLocks noChangeAspect="1"/>
          </p:cNvPicPr>
          <p:nvPr/>
        </p:nvPicPr>
        <p:blipFill>
          <a:blip r:embed="rId8"/>
          <a:stretch>
            <a:fillRect/>
          </a:stretch>
        </p:blipFill>
        <p:spPr>
          <a:xfrm>
            <a:off x="7966667" y="2784971"/>
            <a:ext cx="350417" cy="350417"/>
          </a:xfrm>
          <a:prstGeom prst="rect">
            <a:avLst/>
          </a:prstGeom>
        </p:spPr>
      </p:pic>
    </p:spTree>
    <p:extLst>
      <p:ext uri="{BB962C8B-B14F-4D97-AF65-F5344CB8AC3E}">
        <p14:creationId xmlns:p14="http://schemas.microsoft.com/office/powerpoint/2010/main" val="2242125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5372</TotalTime>
  <Words>1904</Words>
  <Application>Microsoft Office PowerPoint</Application>
  <PresentationFormat>Widescreen</PresentationFormat>
  <Paragraphs>678</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192</cp:revision>
  <dcterms:created xsi:type="dcterms:W3CDTF">2025-12-22T08:11:41Z</dcterms:created>
  <dcterms:modified xsi:type="dcterms:W3CDTF">2026-02-18T13:11:45Z</dcterms:modified>
</cp:coreProperties>
</file>