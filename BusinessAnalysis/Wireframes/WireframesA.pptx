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C69EE"/>
    <a:srgbClr val="FFEBFF"/>
    <a:srgbClr val="9510E4"/>
    <a:srgbClr val="00FF80"/>
    <a:srgbClr val="008EFF"/>
    <a:srgbClr val="C0C000"/>
    <a:srgbClr val="C0FF00"/>
    <a:srgbClr val="007FFF"/>
    <a:srgbClr val="F4E1FF"/>
    <a:srgbClr val="5064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70" d="100"/>
          <a:sy n="70" d="100"/>
        </p:scale>
        <p:origin x="525"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4/02/2026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4/02/2026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4/02/2026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4/02/2026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4/02/2026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4/02/2026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4/02/2026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4/02/2026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4/02/2026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4/02/2026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4/02/2026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4/02/2026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4.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19.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8.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9.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7.png"/><Relationship Id="rId7" Type="http://schemas.openxmlformats.org/officeDocument/2006/relationships/image" Target="../media/image21.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6.png"/><Relationship Id="rId4" Type="http://schemas.openxmlformats.org/officeDocument/2006/relationships/image" Target="../media/image8.png"/><Relationship Id="rId9"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No/ Blank Bottom </a:t>
            </a:r>
            <a:r>
              <a:rPr lang="en-US" sz="4400" b="1" dirty="0" err="1"/>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25109" y="1288696"/>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a:t>
            </a:r>
            <a:r>
              <a:rPr lang="en-US" sz="4400" b="1" dirty="0" smtClean="0"/>
              <a:t>Screens</a:t>
            </a:r>
            <a:endParaRPr lang="en-AU" sz="4400" b="1" dirty="0"/>
          </a:p>
        </p:txBody>
      </p:sp>
      <p:sp>
        <p:nvSpPr>
          <p:cNvPr id="8" name="Rectangle 7"/>
          <p:cNvSpPr/>
          <p:nvPr/>
        </p:nvSpPr>
        <p:spPr>
          <a:xfrm>
            <a:off x="2674960" y="1285614"/>
            <a:ext cx="1487606" cy="3547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smtClean="0">
                <a:solidFill>
                  <a:schemeClr val="tx1">
                    <a:lumMod val="75000"/>
                    <a:lumOff val="25000"/>
                  </a:schemeClr>
                </a:solidFill>
                <a:latin typeface="Comfortaa Medium" pitchFamily="2" charset="0"/>
              </a:rPr>
              <a:t>Rent &amp; Ride</a:t>
            </a:r>
            <a:endParaRPr lang="en-AU" sz="1700" b="1" dirty="0">
              <a:solidFill>
                <a:schemeClr val="tx1">
                  <a:lumMod val="75000"/>
                  <a:lumOff val="25000"/>
                </a:schemeClr>
              </a:solidFill>
              <a:latin typeface="Comfortaa Medium" pitchFamily="2" charset="0"/>
            </a:endParaRPr>
          </a:p>
        </p:txBody>
      </p:sp>
      <p:sp>
        <p:nvSpPr>
          <p:cNvPr id="19" name="Rectangle 18"/>
          <p:cNvSpPr/>
          <p:nvPr/>
        </p:nvSpPr>
        <p:spPr>
          <a:xfrm>
            <a:off x="8211402" y="1374325"/>
            <a:ext cx="1487606" cy="3547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smtClean="0">
                <a:solidFill>
                  <a:schemeClr val="tx1">
                    <a:lumMod val="75000"/>
                    <a:lumOff val="25000"/>
                  </a:schemeClr>
                </a:solidFill>
                <a:latin typeface="Comfortaa Medium" pitchFamily="2" charset="0"/>
              </a:rPr>
              <a:t>Rent &amp; Ride</a:t>
            </a:r>
            <a:endParaRPr lang="en-AU" sz="1700" b="1" dirty="0">
              <a:solidFill>
                <a:schemeClr val="tx1">
                  <a:lumMod val="75000"/>
                  <a:lumOff val="25000"/>
                </a:schemeClr>
              </a:solidFill>
              <a:latin typeface="Comfortaa Medium" pitchFamily="2" charset="0"/>
            </a:endParaRPr>
          </a:p>
        </p:txBody>
      </p:sp>
      <p:grpSp>
        <p:nvGrpSpPr>
          <p:cNvPr id="14" name="Group 13"/>
          <p:cNvGrpSpPr/>
          <p:nvPr/>
        </p:nvGrpSpPr>
        <p:grpSpPr>
          <a:xfrm>
            <a:off x="2185050" y="5423298"/>
            <a:ext cx="1641944" cy="399598"/>
            <a:chOff x="1436521" y="5151987"/>
            <a:chExt cx="3871615" cy="942237"/>
          </a:xfrm>
        </p:grpSpPr>
        <p:pic>
          <p:nvPicPr>
            <p:cNvPr id="20" name="Picture 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436521" y="5151987"/>
              <a:ext cx="942235" cy="942237"/>
            </a:xfrm>
            <a:prstGeom prst="rect">
              <a:avLst/>
            </a:prstGeom>
          </p:spPr>
        </p:pic>
        <p:sp>
          <p:nvSpPr>
            <p:cNvPr id="21" name="TextBox 20"/>
            <p:cNvSpPr txBox="1"/>
            <p:nvPr/>
          </p:nvSpPr>
          <p:spPr>
            <a:xfrm>
              <a:off x="2136133" y="5489239"/>
              <a:ext cx="3172003" cy="508009"/>
            </a:xfrm>
            <a:prstGeom prst="rect">
              <a:avLst/>
            </a:prstGeom>
            <a:noFill/>
          </p:spPr>
          <p:txBody>
            <a:bodyPr wrap="none" rtlCol="0">
              <a:spAutoFit/>
            </a:bodyPr>
            <a:lstStyle/>
            <a:p>
              <a:r>
                <a:rPr lang="en-US" sz="800" b="1" dirty="0">
                  <a:solidFill>
                    <a:srgbClr val="9510E4"/>
                  </a:solidFill>
                  <a:latin typeface="Comfortaa" pitchFamily="2" charset="0"/>
                </a:rPr>
                <a:t>m</a:t>
              </a:r>
              <a:r>
                <a:rPr lang="en-US" sz="800" b="1" dirty="0" smtClean="0">
                  <a:solidFill>
                    <a:srgbClr val="9510E4"/>
                  </a:solidFill>
                  <a:latin typeface="Comfortaa" pitchFamily="2" charset="0"/>
                </a:rPr>
                <a:t>icro2move </a:t>
              </a:r>
              <a:r>
                <a:rPr lang="en-US" sz="800" b="1" dirty="0" smtClean="0">
                  <a:solidFill>
                    <a:schemeClr val="tx1">
                      <a:lumMod val="75000"/>
                      <a:lumOff val="25000"/>
                    </a:schemeClr>
                  </a:solidFill>
                  <a:latin typeface="Comfortaa" pitchFamily="2" charset="0"/>
                </a:rPr>
                <a:t>Business</a:t>
              </a:r>
              <a:endParaRPr lang="en-AU" sz="800" b="1" dirty="0">
                <a:solidFill>
                  <a:schemeClr val="tx1">
                    <a:lumMod val="75000"/>
                    <a:lumOff val="25000"/>
                  </a:schemeClr>
                </a:solidFill>
                <a:latin typeface="Comfortaa" pitchFamily="2" charset="0"/>
              </a:endParaRPr>
            </a:p>
          </p:txBody>
        </p:sp>
      </p:grpSp>
      <p:sp>
        <p:nvSpPr>
          <p:cNvPr id="22" name="Rounded Rectangle 21"/>
          <p:cNvSpPr/>
          <p:nvPr/>
        </p:nvSpPr>
        <p:spPr>
          <a:xfrm>
            <a:off x="1576316" y="5454092"/>
            <a:ext cx="2674963" cy="399142"/>
          </a:xfrm>
          <a:prstGeom prst="roundRect">
            <a:avLst>
              <a:gd name="adj" fmla="val 22646"/>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400" b="1" dirty="0">
              <a:solidFill>
                <a:srgbClr val="9510E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Sign </a:t>
            </a:r>
            <a:r>
              <a:rPr lang="en-US" sz="4400" b="1" dirty="0"/>
              <a:t>up </a:t>
            </a:r>
            <a:r>
              <a:rPr lang="en-US" sz="4400" b="1" dirty="0" smtClean="0"/>
              <a:t>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responsibility…</a:t>
              </a:r>
              <a:r>
                <a:rPr lang="en-US" sz="1200" dirty="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 xmlns:a16="http://schemas.microsoft.com/office/drawing/2014/main"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 xmlns:a16="http://schemas.microsoft.com/office/drawing/2014/main"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 xmlns:a16="http://schemas.microsoft.com/office/drawing/2014/main"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 xmlns:a16="http://schemas.microsoft.com/office/drawing/2014/main"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 xmlns:a16="http://schemas.microsoft.com/office/drawing/2014/main"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 xmlns:a16="http://schemas.microsoft.com/office/drawing/2014/main"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 xmlns:a16="http://schemas.microsoft.com/office/drawing/2014/main"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 xmlns:a16="http://schemas.microsoft.com/office/drawing/2014/main"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4727</TotalTime>
  <Words>1798</Words>
  <Application>Microsoft Office PowerPoint</Application>
  <PresentationFormat>Widescreen</PresentationFormat>
  <Paragraphs>637</Paragraphs>
  <Slides>26</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26</vt:i4>
      </vt:variant>
    </vt:vector>
  </HeadingPairs>
  <TitlesOfParts>
    <vt:vector size="36" baseType="lpstr">
      <vt:lpstr>Arial</vt:lpstr>
      <vt:lpstr>Calibri</vt:lpstr>
      <vt:lpstr>Calibri Light</vt:lpstr>
      <vt:lpstr>Comfortaa</vt:lpstr>
      <vt:lpstr>Comfortaa Medium</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147</cp:revision>
  <dcterms:created xsi:type="dcterms:W3CDTF">2025-12-22T08:11:41Z</dcterms:created>
  <dcterms:modified xsi:type="dcterms:W3CDTF">2026-02-05T03:15:38Z</dcterms:modified>
</cp:coreProperties>
</file>