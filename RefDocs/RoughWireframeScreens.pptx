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4" r:id="rId5"/>
    <p:sldId id="260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10E4"/>
    <a:srgbClr val="F4E1FF"/>
    <a:srgbClr val="FFCDFF"/>
    <a:srgbClr val="FFC3FF"/>
    <a:srgbClr val="FFF5FF"/>
    <a:srgbClr val="FFEBFF"/>
    <a:srgbClr val="FFE1FF"/>
    <a:srgbClr val="FFFA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60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9495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032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506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521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700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5273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1583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46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3731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2483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725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489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480060" y="175260"/>
            <a:ext cx="10828020" cy="5996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6" name="Group 15"/>
          <p:cNvGrpSpPr/>
          <p:nvPr/>
        </p:nvGrpSpPr>
        <p:grpSpPr>
          <a:xfrm>
            <a:off x="6333672" y="0"/>
            <a:ext cx="3374571" cy="6858000"/>
            <a:chOff x="6333672" y="0"/>
            <a:chExt cx="3374571" cy="6858000"/>
          </a:xfrm>
        </p:grpSpPr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/>
            <a:stretch>
              <a:fillRect/>
            </a:stretch>
          </p:blipFill>
          <p:spPr>
            <a:xfrm>
              <a:off x="6333672" y="0"/>
              <a:ext cx="3374571" cy="6858000"/>
            </a:xfrm>
            <a:custGeom>
              <a:avLst/>
              <a:gdLst>
                <a:gd name="connsiteX0" fmla="*/ 280488 w 3374571"/>
                <a:gd name="connsiteY0" fmla="*/ 624840 h 6858000"/>
                <a:gd name="connsiteX1" fmla="*/ 280488 w 3374571"/>
                <a:gd name="connsiteY1" fmla="*/ 5984534 h 6858000"/>
                <a:gd name="connsiteX2" fmla="*/ 3107508 w 3374571"/>
                <a:gd name="connsiteY2" fmla="*/ 5984534 h 6858000"/>
                <a:gd name="connsiteX3" fmla="*/ 3107508 w 3374571"/>
                <a:gd name="connsiteY3" fmla="*/ 624840 h 6858000"/>
                <a:gd name="connsiteX4" fmla="*/ 562440 w 3374571"/>
                <a:gd name="connsiteY4" fmla="*/ 0 h 6858000"/>
                <a:gd name="connsiteX5" fmla="*/ 2812131 w 3374571"/>
                <a:gd name="connsiteY5" fmla="*/ 0 h 6858000"/>
                <a:gd name="connsiteX6" fmla="*/ 3374571 w 3374571"/>
                <a:gd name="connsiteY6" fmla="*/ 562440 h 6858000"/>
                <a:gd name="connsiteX7" fmla="*/ 3374571 w 3374571"/>
                <a:gd name="connsiteY7" fmla="*/ 6295560 h 6858000"/>
                <a:gd name="connsiteX8" fmla="*/ 2812131 w 3374571"/>
                <a:gd name="connsiteY8" fmla="*/ 6858000 h 6858000"/>
                <a:gd name="connsiteX9" fmla="*/ 562440 w 3374571"/>
                <a:gd name="connsiteY9" fmla="*/ 6858000 h 6858000"/>
                <a:gd name="connsiteX10" fmla="*/ 0 w 3374571"/>
                <a:gd name="connsiteY10" fmla="*/ 6295560 h 6858000"/>
                <a:gd name="connsiteX11" fmla="*/ 0 w 3374571"/>
                <a:gd name="connsiteY11" fmla="*/ 562440 h 6858000"/>
                <a:gd name="connsiteX12" fmla="*/ 562440 w 3374571"/>
                <a:gd name="connsiteY12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74571" h="6858000">
                  <a:moveTo>
                    <a:pt x="280488" y="624840"/>
                  </a:moveTo>
                  <a:lnTo>
                    <a:pt x="280488" y="5984534"/>
                  </a:lnTo>
                  <a:lnTo>
                    <a:pt x="3107508" y="5984534"/>
                  </a:lnTo>
                  <a:lnTo>
                    <a:pt x="3107508" y="624840"/>
                  </a:lnTo>
                  <a:close/>
                  <a:moveTo>
                    <a:pt x="562440" y="0"/>
                  </a:moveTo>
                  <a:lnTo>
                    <a:pt x="2812131" y="0"/>
                  </a:lnTo>
                  <a:cubicBezTo>
                    <a:pt x="3122758" y="0"/>
                    <a:pt x="3374571" y="251813"/>
                    <a:pt x="3374571" y="562440"/>
                  </a:cubicBezTo>
                  <a:lnTo>
                    <a:pt x="3374571" y="6295560"/>
                  </a:lnTo>
                  <a:cubicBezTo>
                    <a:pt x="3374571" y="6606187"/>
                    <a:pt x="3122758" y="6858000"/>
                    <a:pt x="2812131" y="6858000"/>
                  </a:cubicBezTo>
                  <a:lnTo>
                    <a:pt x="562440" y="6858000"/>
                  </a:lnTo>
                  <a:cubicBezTo>
                    <a:pt x="251813" y="6858000"/>
                    <a:pt x="0" y="6606187"/>
                    <a:pt x="0" y="6295560"/>
                  </a:cubicBezTo>
                  <a:lnTo>
                    <a:pt x="0" y="562440"/>
                  </a:lnTo>
                  <a:cubicBezTo>
                    <a:pt x="0" y="251813"/>
                    <a:pt x="251813" y="0"/>
                    <a:pt x="562440" y="0"/>
                  </a:cubicBezTo>
                  <a:close/>
                </a:path>
              </a:pathLst>
            </a:custGeom>
          </p:spPr>
        </p:pic>
        <p:sp>
          <p:nvSpPr>
            <p:cNvPr id="22" name="Freeform 21"/>
            <p:cNvSpPr/>
            <p:nvPr/>
          </p:nvSpPr>
          <p:spPr>
            <a:xfrm>
              <a:off x="6553200" y="5746928"/>
              <a:ext cx="2941320" cy="851993"/>
            </a:xfrm>
            <a:custGeom>
              <a:avLst/>
              <a:gdLst>
                <a:gd name="connsiteX0" fmla="*/ 19964 w 2941320"/>
                <a:gd name="connsiteY0" fmla="*/ 0 h 851993"/>
                <a:gd name="connsiteX1" fmla="*/ 2921356 w 2941320"/>
                <a:gd name="connsiteY1" fmla="*/ 0 h 851993"/>
                <a:gd name="connsiteX2" fmla="*/ 2941320 w 2941320"/>
                <a:gd name="connsiteY2" fmla="*/ 98884 h 851993"/>
                <a:gd name="connsiteX3" fmla="*/ 2941320 w 2941320"/>
                <a:gd name="connsiteY3" fmla="*/ 545922 h 851993"/>
                <a:gd name="connsiteX4" fmla="*/ 2635249 w 2941320"/>
                <a:gd name="connsiteY4" fmla="*/ 851993 h 851993"/>
                <a:gd name="connsiteX5" fmla="*/ 306071 w 2941320"/>
                <a:gd name="connsiteY5" fmla="*/ 851993 h 851993"/>
                <a:gd name="connsiteX6" fmla="*/ 0 w 2941320"/>
                <a:gd name="connsiteY6" fmla="*/ 545922 h 851993"/>
                <a:gd name="connsiteX7" fmla="*/ 0 w 2941320"/>
                <a:gd name="connsiteY7" fmla="*/ 98884 h 851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41320" h="851993">
                  <a:moveTo>
                    <a:pt x="19964" y="0"/>
                  </a:moveTo>
                  <a:lnTo>
                    <a:pt x="2921356" y="0"/>
                  </a:lnTo>
                  <a:lnTo>
                    <a:pt x="2941320" y="98884"/>
                  </a:lnTo>
                  <a:lnTo>
                    <a:pt x="2941320" y="545922"/>
                  </a:lnTo>
                  <a:cubicBezTo>
                    <a:pt x="2941320" y="714960"/>
                    <a:pt x="2804287" y="851993"/>
                    <a:pt x="2635249" y="851993"/>
                  </a:cubicBezTo>
                  <a:lnTo>
                    <a:pt x="306071" y="851993"/>
                  </a:lnTo>
                  <a:cubicBezTo>
                    <a:pt x="137033" y="851993"/>
                    <a:pt x="0" y="714960"/>
                    <a:pt x="0" y="545922"/>
                  </a:cubicBezTo>
                  <a:lnTo>
                    <a:pt x="0" y="98884"/>
                  </a:lnTo>
                  <a:close/>
                </a:path>
              </a:pathLst>
            </a:custGeom>
            <a:solidFill>
              <a:srgbClr val="F4E1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pic>
        <p:nvPicPr>
          <p:cNvPr id="23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7"/>
          <a:stretch>
            <a:fillRect/>
          </a:stretch>
        </p:blipFill>
        <p:spPr>
          <a:xfrm>
            <a:off x="1014549" y="0"/>
            <a:ext cx="3374571" cy="6858000"/>
          </a:xfrm>
          <a:custGeom>
            <a:avLst/>
            <a:gdLst>
              <a:gd name="connsiteX0" fmla="*/ 280488 w 3374571"/>
              <a:gd name="connsiteY0" fmla="*/ 624840 h 6858000"/>
              <a:gd name="connsiteX1" fmla="*/ 280488 w 3374571"/>
              <a:gd name="connsiteY1" fmla="*/ 5984534 h 6858000"/>
              <a:gd name="connsiteX2" fmla="*/ 3107508 w 3374571"/>
              <a:gd name="connsiteY2" fmla="*/ 5984534 h 6858000"/>
              <a:gd name="connsiteX3" fmla="*/ 3107508 w 3374571"/>
              <a:gd name="connsiteY3" fmla="*/ 624840 h 6858000"/>
              <a:gd name="connsiteX4" fmla="*/ 562440 w 3374571"/>
              <a:gd name="connsiteY4" fmla="*/ 0 h 6858000"/>
              <a:gd name="connsiteX5" fmla="*/ 2812131 w 3374571"/>
              <a:gd name="connsiteY5" fmla="*/ 0 h 6858000"/>
              <a:gd name="connsiteX6" fmla="*/ 3374571 w 3374571"/>
              <a:gd name="connsiteY6" fmla="*/ 562440 h 6858000"/>
              <a:gd name="connsiteX7" fmla="*/ 3374571 w 3374571"/>
              <a:gd name="connsiteY7" fmla="*/ 6295560 h 6858000"/>
              <a:gd name="connsiteX8" fmla="*/ 2812131 w 3374571"/>
              <a:gd name="connsiteY8" fmla="*/ 6858000 h 6858000"/>
              <a:gd name="connsiteX9" fmla="*/ 562440 w 3374571"/>
              <a:gd name="connsiteY9" fmla="*/ 6858000 h 6858000"/>
              <a:gd name="connsiteX10" fmla="*/ 0 w 3374571"/>
              <a:gd name="connsiteY10" fmla="*/ 6295560 h 6858000"/>
              <a:gd name="connsiteX11" fmla="*/ 0 w 3374571"/>
              <a:gd name="connsiteY11" fmla="*/ 562440 h 6858000"/>
              <a:gd name="connsiteX12" fmla="*/ 562440 w 3374571"/>
              <a:gd name="connsiteY12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74571" h="6858000">
                <a:moveTo>
                  <a:pt x="280488" y="624840"/>
                </a:moveTo>
                <a:lnTo>
                  <a:pt x="280488" y="5984534"/>
                </a:lnTo>
                <a:lnTo>
                  <a:pt x="3107508" y="5984534"/>
                </a:lnTo>
                <a:lnTo>
                  <a:pt x="3107508" y="624840"/>
                </a:lnTo>
                <a:close/>
                <a:moveTo>
                  <a:pt x="562440" y="0"/>
                </a:moveTo>
                <a:lnTo>
                  <a:pt x="2812131" y="0"/>
                </a:lnTo>
                <a:cubicBezTo>
                  <a:pt x="3122758" y="0"/>
                  <a:pt x="3374571" y="251813"/>
                  <a:pt x="3374571" y="562440"/>
                </a:cubicBezTo>
                <a:lnTo>
                  <a:pt x="3374571" y="6295560"/>
                </a:lnTo>
                <a:cubicBezTo>
                  <a:pt x="3374571" y="6606187"/>
                  <a:pt x="3122758" y="6858000"/>
                  <a:pt x="2812131" y="6858000"/>
                </a:cubicBezTo>
                <a:lnTo>
                  <a:pt x="562440" y="6858000"/>
                </a:lnTo>
                <a:cubicBezTo>
                  <a:pt x="251813" y="6858000"/>
                  <a:pt x="0" y="6606187"/>
                  <a:pt x="0" y="6295560"/>
                </a:cubicBezTo>
                <a:lnTo>
                  <a:pt x="0" y="562440"/>
                </a:lnTo>
                <a:cubicBezTo>
                  <a:pt x="0" y="251813"/>
                  <a:pt x="251813" y="0"/>
                  <a:pt x="56244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715128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480060" y="175260"/>
            <a:ext cx="10828020" cy="5996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2" name="Group 1"/>
          <p:cNvGrpSpPr/>
          <p:nvPr/>
        </p:nvGrpSpPr>
        <p:grpSpPr>
          <a:xfrm>
            <a:off x="1767587" y="0"/>
            <a:ext cx="3374571" cy="6858000"/>
            <a:chOff x="4950097" y="0"/>
            <a:chExt cx="3374571" cy="6858000"/>
          </a:xfrm>
        </p:grpSpPr>
        <p:grpSp>
          <p:nvGrpSpPr>
            <p:cNvPr id="33" name="Group 32"/>
            <p:cNvGrpSpPr/>
            <p:nvPr/>
          </p:nvGrpSpPr>
          <p:grpSpPr>
            <a:xfrm>
              <a:off x="4950097" y="0"/>
              <a:ext cx="3374571" cy="6858000"/>
              <a:chOff x="6333672" y="0"/>
              <a:chExt cx="3374571" cy="6858000"/>
            </a:xfrm>
          </p:grpSpPr>
          <p:pic>
            <p:nvPicPr>
              <p:cNvPr id="36" name="Picture 3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7"/>
              <a:stretch>
                <a:fillRect/>
              </a:stretch>
            </p:blipFill>
            <p:spPr>
              <a:xfrm>
                <a:off x="6333672" y="0"/>
                <a:ext cx="3374571" cy="6858000"/>
              </a:xfrm>
              <a:custGeom>
                <a:avLst/>
                <a:gdLst>
                  <a:gd name="connsiteX0" fmla="*/ 280488 w 3374571"/>
                  <a:gd name="connsiteY0" fmla="*/ 624840 h 6858000"/>
                  <a:gd name="connsiteX1" fmla="*/ 280488 w 3374571"/>
                  <a:gd name="connsiteY1" fmla="*/ 5984534 h 6858000"/>
                  <a:gd name="connsiteX2" fmla="*/ 3107508 w 3374571"/>
                  <a:gd name="connsiteY2" fmla="*/ 5984534 h 6858000"/>
                  <a:gd name="connsiteX3" fmla="*/ 3107508 w 3374571"/>
                  <a:gd name="connsiteY3" fmla="*/ 624840 h 6858000"/>
                  <a:gd name="connsiteX4" fmla="*/ 562440 w 3374571"/>
                  <a:gd name="connsiteY4" fmla="*/ 0 h 6858000"/>
                  <a:gd name="connsiteX5" fmla="*/ 2812131 w 3374571"/>
                  <a:gd name="connsiteY5" fmla="*/ 0 h 6858000"/>
                  <a:gd name="connsiteX6" fmla="*/ 3374571 w 3374571"/>
                  <a:gd name="connsiteY6" fmla="*/ 562440 h 6858000"/>
                  <a:gd name="connsiteX7" fmla="*/ 3374571 w 3374571"/>
                  <a:gd name="connsiteY7" fmla="*/ 6295560 h 6858000"/>
                  <a:gd name="connsiteX8" fmla="*/ 2812131 w 3374571"/>
                  <a:gd name="connsiteY8" fmla="*/ 6858000 h 6858000"/>
                  <a:gd name="connsiteX9" fmla="*/ 562440 w 3374571"/>
                  <a:gd name="connsiteY9" fmla="*/ 6858000 h 6858000"/>
                  <a:gd name="connsiteX10" fmla="*/ 0 w 3374571"/>
                  <a:gd name="connsiteY10" fmla="*/ 6295560 h 6858000"/>
                  <a:gd name="connsiteX11" fmla="*/ 0 w 3374571"/>
                  <a:gd name="connsiteY11" fmla="*/ 562440 h 6858000"/>
                  <a:gd name="connsiteX12" fmla="*/ 562440 w 3374571"/>
                  <a:gd name="connsiteY12" fmla="*/ 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374571" h="6858000">
                    <a:moveTo>
                      <a:pt x="280488" y="624840"/>
                    </a:moveTo>
                    <a:lnTo>
                      <a:pt x="280488" y="5984534"/>
                    </a:lnTo>
                    <a:lnTo>
                      <a:pt x="3107508" y="5984534"/>
                    </a:lnTo>
                    <a:lnTo>
                      <a:pt x="3107508" y="624840"/>
                    </a:lnTo>
                    <a:close/>
                    <a:moveTo>
                      <a:pt x="562440" y="0"/>
                    </a:moveTo>
                    <a:lnTo>
                      <a:pt x="2812131" y="0"/>
                    </a:lnTo>
                    <a:cubicBezTo>
                      <a:pt x="3122758" y="0"/>
                      <a:pt x="3374571" y="251813"/>
                      <a:pt x="3374571" y="562440"/>
                    </a:cubicBezTo>
                    <a:lnTo>
                      <a:pt x="3374571" y="6295560"/>
                    </a:lnTo>
                    <a:cubicBezTo>
                      <a:pt x="3374571" y="6606187"/>
                      <a:pt x="3122758" y="6858000"/>
                      <a:pt x="2812131" y="6858000"/>
                    </a:cubicBezTo>
                    <a:lnTo>
                      <a:pt x="562440" y="6858000"/>
                    </a:lnTo>
                    <a:cubicBezTo>
                      <a:pt x="251813" y="6858000"/>
                      <a:pt x="0" y="6606187"/>
                      <a:pt x="0" y="6295560"/>
                    </a:cubicBezTo>
                    <a:lnTo>
                      <a:pt x="0" y="562440"/>
                    </a:lnTo>
                    <a:cubicBezTo>
                      <a:pt x="0" y="251813"/>
                      <a:pt x="251813" y="0"/>
                      <a:pt x="562440" y="0"/>
                    </a:cubicBezTo>
                    <a:close/>
                  </a:path>
                </a:pathLst>
              </a:custGeom>
            </p:spPr>
          </p:pic>
          <p:sp>
            <p:nvSpPr>
              <p:cNvPr id="44" name="Freeform 43"/>
              <p:cNvSpPr/>
              <p:nvPr/>
            </p:nvSpPr>
            <p:spPr>
              <a:xfrm>
                <a:off x="6553200" y="5746928"/>
                <a:ext cx="2941320" cy="851993"/>
              </a:xfrm>
              <a:custGeom>
                <a:avLst/>
                <a:gdLst>
                  <a:gd name="connsiteX0" fmla="*/ 19964 w 2941320"/>
                  <a:gd name="connsiteY0" fmla="*/ 0 h 851993"/>
                  <a:gd name="connsiteX1" fmla="*/ 2921356 w 2941320"/>
                  <a:gd name="connsiteY1" fmla="*/ 0 h 851993"/>
                  <a:gd name="connsiteX2" fmla="*/ 2941320 w 2941320"/>
                  <a:gd name="connsiteY2" fmla="*/ 98884 h 851993"/>
                  <a:gd name="connsiteX3" fmla="*/ 2941320 w 2941320"/>
                  <a:gd name="connsiteY3" fmla="*/ 545922 h 851993"/>
                  <a:gd name="connsiteX4" fmla="*/ 2635249 w 2941320"/>
                  <a:gd name="connsiteY4" fmla="*/ 851993 h 851993"/>
                  <a:gd name="connsiteX5" fmla="*/ 306071 w 2941320"/>
                  <a:gd name="connsiteY5" fmla="*/ 851993 h 851993"/>
                  <a:gd name="connsiteX6" fmla="*/ 0 w 2941320"/>
                  <a:gd name="connsiteY6" fmla="*/ 545922 h 851993"/>
                  <a:gd name="connsiteX7" fmla="*/ 0 w 2941320"/>
                  <a:gd name="connsiteY7" fmla="*/ 98884 h 85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941320" h="851993">
                    <a:moveTo>
                      <a:pt x="19964" y="0"/>
                    </a:moveTo>
                    <a:lnTo>
                      <a:pt x="2921356" y="0"/>
                    </a:lnTo>
                    <a:lnTo>
                      <a:pt x="2941320" y="98884"/>
                    </a:lnTo>
                    <a:lnTo>
                      <a:pt x="2941320" y="545922"/>
                    </a:lnTo>
                    <a:cubicBezTo>
                      <a:pt x="2941320" y="714960"/>
                      <a:pt x="2804287" y="851993"/>
                      <a:pt x="2635249" y="851993"/>
                    </a:cubicBezTo>
                    <a:lnTo>
                      <a:pt x="306071" y="851993"/>
                    </a:lnTo>
                    <a:cubicBezTo>
                      <a:pt x="137033" y="851993"/>
                      <a:pt x="0" y="714960"/>
                      <a:pt x="0" y="545922"/>
                    </a:cubicBezTo>
                    <a:lnTo>
                      <a:pt x="0" y="98884"/>
                    </a:lnTo>
                    <a:close/>
                  </a:path>
                </a:pathLst>
              </a:custGeom>
              <a:solidFill>
                <a:srgbClr val="F4E1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38" name="TextBox 37"/>
            <p:cNvSpPr txBox="1"/>
            <p:nvPr/>
          </p:nvSpPr>
          <p:spPr>
            <a:xfrm>
              <a:off x="5321859" y="584870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rgbClr val="9510E4"/>
                  </a:solidFill>
                </a:rPr>
                <a:t>🚲</a:t>
              </a:r>
              <a:br>
                <a:rPr lang="en-AU" b="1" dirty="0" smtClean="0">
                  <a:solidFill>
                    <a:srgbClr val="9510E4"/>
                  </a:solidFill>
                </a:rPr>
              </a:br>
              <a:r>
                <a:rPr lang="en-AU" sz="1000" b="1" dirty="0" smtClean="0">
                  <a:solidFill>
                    <a:srgbClr val="9510E4"/>
                  </a:solidFill>
                </a:rPr>
                <a:t>My </a:t>
              </a:r>
              <a:r>
                <a:rPr lang="en-AU" sz="1000" b="1" dirty="0">
                  <a:solidFill>
                    <a:srgbClr val="9510E4"/>
                  </a:solidFill>
                </a:rPr>
                <a:t>Rides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701079" y="5849717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chemeClr val="bg1">
                      <a:lumMod val="50000"/>
                    </a:schemeClr>
                  </a:solidFill>
                </a:rPr>
                <a:t>🌐</a:t>
              </a:r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/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Explore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379259" y="584870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chemeClr val="bg1">
                      <a:lumMod val="50000"/>
                    </a:schemeClr>
                  </a:solidFill>
                </a:rPr>
                <a:t>👤</a:t>
              </a:r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/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Profile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6194444" y="5863941"/>
              <a:ext cx="327471" cy="338054"/>
            </a:xfrm>
            <a:prstGeom prst="ellipse">
              <a:avLst/>
            </a:prstGeom>
            <a:solidFill>
              <a:srgbClr val="FFC3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000039" y="5848641"/>
              <a:ext cx="701040" cy="527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>🚲</a:t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My Bikes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7049589" y="0"/>
            <a:ext cx="3374571" cy="6858000"/>
            <a:chOff x="8817429" y="0"/>
            <a:chExt cx="3374571" cy="6858000"/>
          </a:xfrm>
        </p:grpSpPr>
        <p:grpSp>
          <p:nvGrpSpPr>
            <p:cNvPr id="16" name="Group 15"/>
            <p:cNvGrpSpPr/>
            <p:nvPr/>
          </p:nvGrpSpPr>
          <p:grpSpPr>
            <a:xfrm>
              <a:off x="8817429" y="0"/>
              <a:ext cx="3374571" cy="6858000"/>
              <a:chOff x="6333672" y="0"/>
              <a:chExt cx="3374571" cy="6858000"/>
            </a:xfrm>
          </p:grpSpPr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7"/>
              <a:stretch>
                <a:fillRect/>
              </a:stretch>
            </p:blipFill>
            <p:spPr>
              <a:xfrm>
                <a:off x="6333672" y="0"/>
                <a:ext cx="3374571" cy="6858000"/>
              </a:xfrm>
              <a:custGeom>
                <a:avLst/>
                <a:gdLst>
                  <a:gd name="connsiteX0" fmla="*/ 280488 w 3374571"/>
                  <a:gd name="connsiteY0" fmla="*/ 624840 h 6858000"/>
                  <a:gd name="connsiteX1" fmla="*/ 280488 w 3374571"/>
                  <a:gd name="connsiteY1" fmla="*/ 5984534 h 6858000"/>
                  <a:gd name="connsiteX2" fmla="*/ 3107508 w 3374571"/>
                  <a:gd name="connsiteY2" fmla="*/ 5984534 h 6858000"/>
                  <a:gd name="connsiteX3" fmla="*/ 3107508 w 3374571"/>
                  <a:gd name="connsiteY3" fmla="*/ 624840 h 6858000"/>
                  <a:gd name="connsiteX4" fmla="*/ 562440 w 3374571"/>
                  <a:gd name="connsiteY4" fmla="*/ 0 h 6858000"/>
                  <a:gd name="connsiteX5" fmla="*/ 2812131 w 3374571"/>
                  <a:gd name="connsiteY5" fmla="*/ 0 h 6858000"/>
                  <a:gd name="connsiteX6" fmla="*/ 3374571 w 3374571"/>
                  <a:gd name="connsiteY6" fmla="*/ 562440 h 6858000"/>
                  <a:gd name="connsiteX7" fmla="*/ 3374571 w 3374571"/>
                  <a:gd name="connsiteY7" fmla="*/ 6295560 h 6858000"/>
                  <a:gd name="connsiteX8" fmla="*/ 2812131 w 3374571"/>
                  <a:gd name="connsiteY8" fmla="*/ 6858000 h 6858000"/>
                  <a:gd name="connsiteX9" fmla="*/ 562440 w 3374571"/>
                  <a:gd name="connsiteY9" fmla="*/ 6858000 h 6858000"/>
                  <a:gd name="connsiteX10" fmla="*/ 0 w 3374571"/>
                  <a:gd name="connsiteY10" fmla="*/ 6295560 h 6858000"/>
                  <a:gd name="connsiteX11" fmla="*/ 0 w 3374571"/>
                  <a:gd name="connsiteY11" fmla="*/ 562440 h 6858000"/>
                  <a:gd name="connsiteX12" fmla="*/ 562440 w 3374571"/>
                  <a:gd name="connsiteY12" fmla="*/ 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374571" h="6858000">
                    <a:moveTo>
                      <a:pt x="280488" y="624840"/>
                    </a:moveTo>
                    <a:lnTo>
                      <a:pt x="280488" y="5984534"/>
                    </a:lnTo>
                    <a:lnTo>
                      <a:pt x="3107508" y="5984534"/>
                    </a:lnTo>
                    <a:lnTo>
                      <a:pt x="3107508" y="624840"/>
                    </a:lnTo>
                    <a:close/>
                    <a:moveTo>
                      <a:pt x="562440" y="0"/>
                    </a:moveTo>
                    <a:lnTo>
                      <a:pt x="2812131" y="0"/>
                    </a:lnTo>
                    <a:cubicBezTo>
                      <a:pt x="3122758" y="0"/>
                      <a:pt x="3374571" y="251813"/>
                      <a:pt x="3374571" y="562440"/>
                    </a:cubicBezTo>
                    <a:lnTo>
                      <a:pt x="3374571" y="6295560"/>
                    </a:lnTo>
                    <a:cubicBezTo>
                      <a:pt x="3374571" y="6606187"/>
                      <a:pt x="3122758" y="6858000"/>
                      <a:pt x="2812131" y="6858000"/>
                    </a:cubicBezTo>
                    <a:lnTo>
                      <a:pt x="562440" y="6858000"/>
                    </a:lnTo>
                    <a:cubicBezTo>
                      <a:pt x="251813" y="6858000"/>
                      <a:pt x="0" y="6606187"/>
                      <a:pt x="0" y="6295560"/>
                    </a:cubicBezTo>
                    <a:lnTo>
                      <a:pt x="0" y="562440"/>
                    </a:lnTo>
                    <a:cubicBezTo>
                      <a:pt x="0" y="251813"/>
                      <a:pt x="251813" y="0"/>
                      <a:pt x="562440" y="0"/>
                    </a:cubicBezTo>
                    <a:close/>
                  </a:path>
                </a:pathLst>
              </a:custGeom>
            </p:spPr>
          </p:pic>
          <p:sp>
            <p:nvSpPr>
              <p:cNvPr id="22" name="Freeform 21"/>
              <p:cNvSpPr/>
              <p:nvPr/>
            </p:nvSpPr>
            <p:spPr>
              <a:xfrm>
                <a:off x="6553200" y="5746928"/>
                <a:ext cx="2941320" cy="851993"/>
              </a:xfrm>
              <a:custGeom>
                <a:avLst/>
                <a:gdLst>
                  <a:gd name="connsiteX0" fmla="*/ 19964 w 2941320"/>
                  <a:gd name="connsiteY0" fmla="*/ 0 h 851993"/>
                  <a:gd name="connsiteX1" fmla="*/ 2921356 w 2941320"/>
                  <a:gd name="connsiteY1" fmla="*/ 0 h 851993"/>
                  <a:gd name="connsiteX2" fmla="*/ 2941320 w 2941320"/>
                  <a:gd name="connsiteY2" fmla="*/ 98884 h 851993"/>
                  <a:gd name="connsiteX3" fmla="*/ 2941320 w 2941320"/>
                  <a:gd name="connsiteY3" fmla="*/ 545922 h 851993"/>
                  <a:gd name="connsiteX4" fmla="*/ 2635249 w 2941320"/>
                  <a:gd name="connsiteY4" fmla="*/ 851993 h 851993"/>
                  <a:gd name="connsiteX5" fmla="*/ 306071 w 2941320"/>
                  <a:gd name="connsiteY5" fmla="*/ 851993 h 851993"/>
                  <a:gd name="connsiteX6" fmla="*/ 0 w 2941320"/>
                  <a:gd name="connsiteY6" fmla="*/ 545922 h 851993"/>
                  <a:gd name="connsiteX7" fmla="*/ 0 w 2941320"/>
                  <a:gd name="connsiteY7" fmla="*/ 98884 h 85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941320" h="851993">
                    <a:moveTo>
                      <a:pt x="19964" y="0"/>
                    </a:moveTo>
                    <a:lnTo>
                      <a:pt x="2921356" y="0"/>
                    </a:lnTo>
                    <a:lnTo>
                      <a:pt x="2941320" y="98884"/>
                    </a:lnTo>
                    <a:lnTo>
                      <a:pt x="2941320" y="545922"/>
                    </a:lnTo>
                    <a:cubicBezTo>
                      <a:pt x="2941320" y="714960"/>
                      <a:pt x="2804287" y="851993"/>
                      <a:pt x="2635249" y="851993"/>
                    </a:cubicBezTo>
                    <a:lnTo>
                      <a:pt x="306071" y="851993"/>
                    </a:lnTo>
                    <a:cubicBezTo>
                      <a:pt x="137033" y="851993"/>
                      <a:pt x="0" y="714960"/>
                      <a:pt x="0" y="545922"/>
                    </a:cubicBezTo>
                    <a:lnTo>
                      <a:pt x="0" y="98884"/>
                    </a:lnTo>
                    <a:close/>
                  </a:path>
                </a:pathLst>
              </a:custGeom>
              <a:solidFill>
                <a:srgbClr val="F4E1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>
              <a:off x="9242697" y="584492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>🚲</a:t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My </a:t>
              </a:r>
              <a:r>
                <a:rPr lang="en-AU" sz="1000" b="1" dirty="0">
                  <a:solidFill>
                    <a:schemeClr val="bg1">
                      <a:lumMod val="50000"/>
                    </a:schemeClr>
                  </a:solidFill>
                </a:rPr>
                <a:t>Rides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621917" y="5845937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chemeClr val="bg1">
                      <a:lumMod val="50000"/>
                    </a:schemeClr>
                  </a:solidFill>
                </a:rPr>
                <a:t>🌐</a:t>
              </a:r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/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Explore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300097" y="584492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chemeClr val="bg1">
                      <a:lumMod val="50000"/>
                    </a:schemeClr>
                  </a:solidFill>
                </a:rPr>
                <a:t>👤</a:t>
              </a:r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/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Profile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10115282" y="5860161"/>
              <a:ext cx="327471" cy="338054"/>
            </a:xfrm>
            <a:prstGeom prst="ellipse">
              <a:avLst/>
            </a:prstGeom>
            <a:solidFill>
              <a:srgbClr val="FFC3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20877" y="5844861"/>
              <a:ext cx="701040" cy="527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rgbClr val="9510E4"/>
                  </a:solidFill>
                </a:rPr>
                <a:t>🚲</a:t>
              </a:r>
              <a:br>
                <a:rPr lang="en-AU" b="1" dirty="0" smtClean="0">
                  <a:solidFill>
                    <a:srgbClr val="9510E4"/>
                  </a:solidFill>
                </a:rPr>
              </a:br>
              <a:r>
                <a:rPr lang="en-AU" sz="1000" b="1" dirty="0" smtClean="0">
                  <a:solidFill>
                    <a:srgbClr val="9510E4"/>
                  </a:solidFill>
                </a:rPr>
                <a:t>My Bikes</a:t>
              </a:r>
              <a:endParaRPr lang="en-AU" sz="1000" b="1" dirty="0">
                <a:solidFill>
                  <a:srgbClr val="9510E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3789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/>
          <p:cNvSpPr/>
          <p:nvPr/>
        </p:nvSpPr>
        <p:spPr>
          <a:xfrm>
            <a:off x="480060" y="175260"/>
            <a:ext cx="10828020" cy="5996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2" name="Group 1"/>
          <p:cNvGrpSpPr/>
          <p:nvPr/>
        </p:nvGrpSpPr>
        <p:grpSpPr>
          <a:xfrm>
            <a:off x="1767587" y="0"/>
            <a:ext cx="3374571" cy="6858000"/>
            <a:chOff x="4950097" y="0"/>
            <a:chExt cx="3374571" cy="6858000"/>
          </a:xfrm>
        </p:grpSpPr>
        <p:grpSp>
          <p:nvGrpSpPr>
            <p:cNvPr id="33" name="Group 32"/>
            <p:cNvGrpSpPr/>
            <p:nvPr/>
          </p:nvGrpSpPr>
          <p:grpSpPr>
            <a:xfrm>
              <a:off x="4950097" y="0"/>
              <a:ext cx="3374571" cy="6858000"/>
              <a:chOff x="6333672" y="0"/>
              <a:chExt cx="3374571" cy="6858000"/>
            </a:xfrm>
          </p:grpSpPr>
          <p:pic>
            <p:nvPicPr>
              <p:cNvPr id="36" name="Picture 3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7"/>
              <a:stretch>
                <a:fillRect/>
              </a:stretch>
            </p:blipFill>
            <p:spPr>
              <a:xfrm>
                <a:off x="6333672" y="0"/>
                <a:ext cx="3374571" cy="6858000"/>
              </a:xfrm>
              <a:custGeom>
                <a:avLst/>
                <a:gdLst>
                  <a:gd name="connsiteX0" fmla="*/ 280488 w 3374571"/>
                  <a:gd name="connsiteY0" fmla="*/ 624840 h 6858000"/>
                  <a:gd name="connsiteX1" fmla="*/ 280488 w 3374571"/>
                  <a:gd name="connsiteY1" fmla="*/ 5984534 h 6858000"/>
                  <a:gd name="connsiteX2" fmla="*/ 3107508 w 3374571"/>
                  <a:gd name="connsiteY2" fmla="*/ 5984534 h 6858000"/>
                  <a:gd name="connsiteX3" fmla="*/ 3107508 w 3374571"/>
                  <a:gd name="connsiteY3" fmla="*/ 624840 h 6858000"/>
                  <a:gd name="connsiteX4" fmla="*/ 562440 w 3374571"/>
                  <a:gd name="connsiteY4" fmla="*/ 0 h 6858000"/>
                  <a:gd name="connsiteX5" fmla="*/ 2812131 w 3374571"/>
                  <a:gd name="connsiteY5" fmla="*/ 0 h 6858000"/>
                  <a:gd name="connsiteX6" fmla="*/ 3374571 w 3374571"/>
                  <a:gd name="connsiteY6" fmla="*/ 562440 h 6858000"/>
                  <a:gd name="connsiteX7" fmla="*/ 3374571 w 3374571"/>
                  <a:gd name="connsiteY7" fmla="*/ 6295560 h 6858000"/>
                  <a:gd name="connsiteX8" fmla="*/ 2812131 w 3374571"/>
                  <a:gd name="connsiteY8" fmla="*/ 6858000 h 6858000"/>
                  <a:gd name="connsiteX9" fmla="*/ 562440 w 3374571"/>
                  <a:gd name="connsiteY9" fmla="*/ 6858000 h 6858000"/>
                  <a:gd name="connsiteX10" fmla="*/ 0 w 3374571"/>
                  <a:gd name="connsiteY10" fmla="*/ 6295560 h 6858000"/>
                  <a:gd name="connsiteX11" fmla="*/ 0 w 3374571"/>
                  <a:gd name="connsiteY11" fmla="*/ 562440 h 6858000"/>
                  <a:gd name="connsiteX12" fmla="*/ 562440 w 3374571"/>
                  <a:gd name="connsiteY12" fmla="*/ 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374571" h="6858000">
                    <a:moveTo>
                      <a:pt x="280488" y="624840"/>
                    </a:moveTo>
                    <a:lnTo>
                      <a:pt x="280488" y="5984534"/>
                    </a:lnTo>
                    <a:lnTo>
                      <a:pt x="3107508" y="5984534"/>
                    </a:lnTo>
                    <a:lnTo>
                      <a:pt x="3107508" y="624840"/>
                    </a:lnTo>
                    <a:close/>
                    <a:moveTo>
                      <a:pt x="562440" y="0"/>
                    </a:moveTo>
                    <a:lnTo>
                      <a:pt x="2812131" y="0"/>
                    </a:lnTo>
                    <a:cubicBezTo>
                      <a:pt x="3122758" y="0"/>
                      <a:pt x="3374571" y="251813"/>
                      <a:pt x="3374571" y="562440"/>
                    </a:cubicBezTo>
                    <a:lnTo>
                      <a:pt x="3374571" y="6295560"/>
                    </a:lnTo>
                    <a:cubicBezTo>
                      <a:pt x="3374571" y="6606187"/>
                      <a:pt x="3122758" y="6858000"/>
                      <a:pt x="2812131" y="6858000"/>
                    </a:cubicBezTo>
                    <a:lnTo>
                      <a:pt x="562440" y="6858000"/>
                    </a:lnTo>
                    <a:cubicBezTo>
                      <a:pt x="251813" y="6858000"/>
                      <a:pt x="0" y="6606187"/>
                      <a:pt x="0" y="6295560"/>
                    </a:cubicBezTo>
                    <a:lnTo>
                      <a:pt x="0" y="562440"/>
                    </a:lnTo>
                    <a:cubicBezTo>
                      <a:pt x="0" y="251813"/>
                      <a:pt x="251813" y="0"/>
                      <a:pt x="562440" y="0"/>
                    </a:cubicBezTo>
                    <a:close/>
                  </a:path>
                </a:pathLst>
              </a:custGeom>
            </p:spPr>
          </p:pic>
          <p:sp>
            <p:nvSpPr>
              <p:cNvPr id="44" name="Freeform 43"/>
              <p:cNvSpPr/>
              <p:nvPr/>
            </p:nvSpPr>
            <p:spPr>
              <a:xfrm>
                <a:off x="6553200" y="5746928"/>
                <a:ext cx="2941320" cy="851993"/>
              </a:xfrm>
              <a:custGeom>
                <a:avLst/>
                <a:gdLst>
                  <a:gd name="connsiteX0" fmla="*/ 19964 w 2941320"/>
                  <a:gd name="connsiteY0" fmla="*/ 0 h 851993"/>
                  <a:gd name="connsiteX1" fmla="*/ 2921356 w 2941320"/>
                  <a:gd name="connsiteY1" fmla="*/ 0 h 851993"/>
                  <a:gd name="connsiteX2" fmla="*/ 2941320 w 2941320"/>
                  <a:gd name="connsiteY2" fmla="*/ 98884 h 851993"/>
                  <a:gd name="connsiteX3" fmla="*/ 2941320 w 2941320"/>
                  <a:gd name="connsiteY3" fmla="*/ 545922 h 851993"/>
                  <a:gd name="connsiteX4" fmla="*/ 2635249 w 2941320"/>
                  <a:gd name="connsiteY4" fmla="*/ 851993 h 851993"/>
                  <a:gd name="connsiteX5" fmla="*/ 306071 w 2941320"/>
                  <a:gd name="connsiteY5" fmla="*/ 851993 h 851993"/>
                  <a:gd name="connsiteX6" fmla="*/ 0 w 2941320"/>
                  <a:gd name="connsiteY6" fmla="*/ 545922 h 851993"/>
                  <a:gd name="connsiteX7" fmla="*/ 0 w 2941320"/>
                  <a:gd name="connsiteY7" fmla="*/ 98884 h 85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941320" h="851993">
                    <a:moveTo>
                      <a:pt x="19964" y="0"/>
                    </a:moveTo>
                    <a:lnTo>
                      <a:pt x="2921356" y="0"/>
                    </a:lnTo>
                    <a:lnTo>
                      <a:pt x="2941320" y="98884"/>
                    </a:lnTo>
                    <a:lnTo>
                      <a:pt x="2941320" y="545922"/>
                    </a:lnTo>
                    <a:cubicBezTo>
                      <a:pt x="2941320" y="714960"/>
                      <a:pt x="2804287" y="851993"/>
                      <a:pt x="2635249" y="851993"/>
                    </a:cubicBezTo>
                    <a:lnTo>
                      <a:pt x="306071" y="851993"/>
                    </a:lnTo>
                    <a:cubicBezTo>
                      <a:pt x="137033" y="851993"/>
                      <a:pt x="0" y="714960"/>
                      <a:pt x="0" y="545922"/>
                    </a:cubicBezTo>
                    <a:lnTo>
                      <a:pt x="0" y="98884"/>
                    </a:lnTo>
                    <a:close/>
                  </a:path>
                </a:pathLst>
              </a:custGeom>
              <a:solidFill>
                <a:srgbClr val="F4E1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38" name="TextBox 37"/>
            <p:cNvSpPr txBox="1"/>
            <p:nvPr/>
          </p:nvSpPr>
          <p:spPr>
            <a:xfrm>
              <a:off x="5321859" y="584870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>🚲</a:t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My </a:t>
              </a:r>
              <a:r>
                <a:rPr lang="en-AU" sz="1000" b="1" dirty="0">
                  <a:solidFill>
                    <a:schemeClr val="bg1">
                      <a:lumMod val="50000"/>
                    </a:schemeClr>
                  </a:solidFill>
                </a:rPr>
                <a:t>Rides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701079" y="5849717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rgbClr val="9510E4"/>
                  </a:solidFill>
                </a:rPr>
                <a:t>🌐</a:t>
              </a:r>
              <a:r>
                <a:rPr lang="en-AU" b="1" dirty="0" smtClean="0">
                  <a:solidFill>
                    <a:srgbClr val="9510E4"/>
                  </a:solidFill>
                </a:rPr>
                <a:t/>
              </a:r>
              <a:br>
                <a:rPr lang="en-AU" b="1" dirty="0" smtClean="0">
                  <a:solidFill>
                    <a:srgbClr val="9510E4"/>
                  </a:solidFill>
                </a:rPr>
              </a:br>
              <a:r>
                <a:rPr lang="en-AU" sz="1000" b="1" dirty="0" smtClean="0">
                  <a:solidFill>
                    <a:srgbClr val="9510E4"/>
                  </a:solidFill>
                </a:rPr>
                <a:t>Explore</a:t>
              </a:r>
              <a:endParaRPr lang="en-AU" sz="1000" b="1" dirty="0">
                <a:solidFill>
                  <a:srgbClr val="9510E4"/>
                </a:solidFill>
              </a:endParaRP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379259" y="584870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chemeClr val="bg1">
                      <a:lumMod val="50000"/>
                    </a:schemeClr>
                  </a:solidFill>
                </a:rPr>
                <a:t>👤</a:t>
              </a:r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/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Profile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6194444" y="5863941"/>
              <a:ext cx="327471" cy="338054"/>
            </a:xfrm>
            <a:prstGeom prst="ellipse">
              <a:avLst/>
            </a:prstGeom>
            <a:solidFill>
              <a:srgbClr val="FFC3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000039" y="5848641"/>
              <a:ext cx="701040" cy="527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>🚲</a:t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My Bikes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7049589" y="0"/>
            <a:ext cx="3374571" cy="6858000"/>
            <a:chOff x="8817429" y="0"/>
            <a:chExt cx="3374571" cy="6858000"/>
          </a:xfrm>
        </p:grpSpPr>
        <p:grpSp>
          <p:nvGrpSpPr>
            <p:cNvPr id="16" name="Group 15"/>
            <p:cNvGrpSpPr/>
            <p:nvPr/>
          </p:nvGrpSpPr>
          <p:grpSpPr>
            <a:xfrm>
              <a:off x="8817429" y="0"/>
              <a:ext cx="3374571" cy="6858000"/>
              <a:chOff x="6333672" y="0"/>
              <a:chExt cx="3374571" cy="6858000"/>
            </a:xfrm>
          </p:grpSpPr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7"/>
              <a:stretch>
                <a:fillRect/>
              </a:stretch>
            </p:blipFill>
            <p:spPr>
              <a:xfrm>
                <a:off x="6333672" y="0"/>
                <a:ext cx="3374571" cy="6858000"/>
              </a:xfrm>
              <a:custGeom>
                <a:avLst/>
                <a:gdLst>
                  <a:gd name="connsiteX0" fmla="*/ 280488 w 3374571"/>
                  <a:gd name="connsiteY0" fmla="*/ 624840 h 6858000"/>
                  <a:gd name="connsiteX1" fmla="*/ 280488 w 3374571"/>
                  <a:gd name="connsiteY1" fmla="*/ 5984534 h 6858000"/>
                  <a:gd name="connsiteX2" fmla="*/ 3107508 w 3374571"/>
                  <a:gd name="connsiteY2" fmla="*/ 5984534 h 6858000"/>
                  <a:gd name="connsiteX3" fmla="*/ 3107508 w 3374571"/>
                  <a:gd name="connsiteY3" fmla="*/ 624840 h 6858000"/>
                  <a:gd name="connsiteX4" fmla="*/ 562440 w 3374571"/>
                  <a:gd name="connsiteY4" fmla="*/ 0 h 6858000"/>
                  <a:gd name="connsiteX5" fmla="*/ 2812131 w 3374571"/>
                  <a:gd name="connsiteY5" fmla="*/ 0 h 6858000"/>
                  <a:gd name="connsiteX6" fmla="*/ 3374571 w 3374571"/>
                  <a:gd name="connsiteY6" fmla="*/ 562440 h 6858000"/>
                  <a:gd name="connsiteX7" fmla="*/ 3374571 w 3374571"/>
                  <a:gd name="connsiteY7" fmla="*/ 6295560 h 6858000"/>
                  <a:gd name="connsiteX8" fmla="*/ 2812131 w 3374571"/>
                  <a:gd name="connsiteY8" fmla="*/ 6858000 h 6858000"/>
                  <a:gd name="connsiteX9" fmla="*/ 562440 w 3374571"/>
                  <a:gd name="connsiteY9" fmla="*/ 6858000 h 6858000"/>
                  <a:gd name="connsiteX10" fmla="*/ 0 w 3374571"/>
                  <a:gd name="connsiteY10" fmla="*/ 6295560 h 6858000"/>
                  <a:gd name="connsiteX11" fmla="*/ 0 w 3374571"/>
                  <a:gd name="connsiteY11" fmla="*/ 562440 h 6858000"/>
                  <a:gd name="connsiteX12" fmla="*/ 562440 w 3374571"/>
                  <a:gd name="connsiteY12" fmla="*/ 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374571" h="6858000">
                    <a:moveTo>
                      <a:pt x="280488" y="624840"/>
                    </a:moveTo>
                    <a:lnTo>
                      <a:pt x="280488" y="5984534"/>
                    </a:lnTo>
                    <a:lnTo>
                      <a:pt x="3107508" y="5984534"/>
                    </a:lnTo>
                    <a:lnTo>
                      <a:pt x="3107508" y="624840"/>
                    </a:lnTo>
                    <a:close/>
                    <a:moveTo>
                      <a:pt x="562440" y="0"/>
                    </a:moveTo>
                    <a:lnTo>
                      <a:pt x="2812131" y="0"/>
                    </a:lnTo>
                    <a:cubicBezTo>
                      <a:pt x="3122758" y="0"/>
                      <a:pt x="3374571" y="251813"/>
                      <a:pt x="3374571" y="562440"/>
                    </a:cubicBezTo>
                    <a:lnTo>
                      <a:pt x="3374571" y="6295560"/>
                    </a:lnTo>
                    <a:cubicBezTo>
                      <a:pt x="3374571" y="6606187"/>
                      <a:pt x="3122758" y="6858000"/>
                      <a:pt x="2812131" y="6858000"/>
                    </a:cubicBezTo>
                    <a:lnTo>
                      <a:pt x="562440" y="6858000"/>
                    </a:lnTo>
                    <a:cubicBezTo>
                      <a:pt x="251813" y="6858000"/>
                      <a:pt x="0" y="6606187"/>
                      <a:pt x="0" y="6295560"/>
                    </a:cubicBezTo>
                    <a:lnTo>
                      <a:pt x="0" y="562440"/>
                    </a:lnTo>
                    <a:cubicBezTo>
                      <a:pt x="0" y="251813"/>
                      <a:pt x="251813" y="0"/>
                      <a:pt x="562440" y="0"/>
                    </a:cubicBezTo>
                    <a:close/>
                  </a:path>
                </a:pathLst>
              </a:custGeom>
            </p:spPr>
          </p:pic>
          <p:sp>
            <p:nvSpPr>
              <p:cNvPr id="22" name="Freeform 21"/>
              <p:cNvSpPr/>
              <p:nvPr/>
            </p:nvSpPr>
            <p:spPr>
              <a:xfrm>
                <a:off x="6553200" y="5746928"/>
                <a:ext cx="2941320" cy="851993"/>
              </a:xfrm>
              <a:custGeom>
                <a:avLst/>
                <a:gdLst>
                  <a:gd name="connsiteX0" fmla="*/ 19964 w 2941320"/>
                  <a:gd name="connsiteY0" fmla="*/ 0 h 851993"/>
                  <a:gd name="connsiteX1" fmla="*/ 2921356 w 2941320"/>
                  <a:gd name="connsiteY1" fmla="*/ 0 h 851993"/>
                  <a:gd name="connsiteX2" fmla="*/ 2941320 w 2941320"/>
                  <a:gd name="connsiteY2" fmla="*/ 98884 h 851993"/>
                  <a:gd name="connsiteX3" fmla="*/ 2941320 w 2941320"/>
                  <a:gd name="connsiteY3" fmla="*/ 545922 h 851993"/>
                  <a:gd name="connsiteX4" fmla="*/ 2635249 w 2941320"/>
                  <a:gd name="connsiteY4" fmla="*/ 851993 h 851993"/>
                  <a:gd name="connsiteX5" fmla="*/ 306071 w 2941320"/>
                  <a:gd name="connsiteY5" fmla="*/ 851993 h 851993"/>
                  <a:gd name="connsiteX6" fmla="*/ 0 w 2941320"/>
                  <a:gd name="connsiteY6" fmla="*/ 545922 h 851993"/>
                  <a:gd name="connsiteX7" fmla="*/ 0 w 2941320"/>
                  <a:gd name="connsiteY7" fmla="*/ 98884 h 85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941320" h="851993">
                    <a:moveTo>
                      <a:pt x="19964" y="0"/>
                    </a:moveTo>
                    <a:lnTo>
                      <a:pt x="2921356" y="0"/>
                    </a:lnTo>
                    <a:lnTo>
                      <a:pt x="2941320" y="98884"/>
                    </a:lnTo>
                    <a:lnTo>
                      <a:pt x="2941320" y="545922"/>
                    </a:lnTo>
                    <a:cubicBezTo>
                      <a:pt x="2941320" y="714960"/>
                      <a:pt x="2804287" y="851993"/>
                      <a:pt x="2635249" y="851993"/>
                    </a:cubicBezTo>
                    <a:lnTo>
                      <a:pt x="306071" y="851993"/>
                    </a:lnTo>
                    <a:cubicBezTo>
                      <a:pt x="137033" y="851993"/>
                      <a:pt x="0" y="714960"/>
                      <a:pt x="0" y="545922"/>
                    </a:cubicBezTo>
                    <a:lnTo>
                      <a:pt x="0" y="98884"/>
                    </a:lnTo>
                    <a:close/>
                  </a:path>
                </a:pathLst>
              </a:custGeom>
              <a:solidFill>
                <a:srgbClr val="F4E1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>
              <a:off x="9242697" y="584492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>🚲</a:t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My </a:t>
              </a:r>
              <a:r>
                <a:rPr lang="en-AU" sz="1000" b="1" dirty="0">
                  <a:solidFill>
                    <a:schemeClr val="bg1">
                      <a:lumMod val="50000"/>
                    </a:schemeClr>
                  </a:solidFill>
                </a:rPr>
                <a:t>Rides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621917" y="5845937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chemeClr val="bg1">
                      <a:lumMod val="50000"/>
                    </a:schemeClr>
                  </a:solidFill>
                </a:rPr>
                <a:t>🌐</a:t>
              </a:r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/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Explore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300097" y="5844921"/>
              <a:ext cx="6781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>
                  <a:solidFill>
                    <a:srgbClr val="9510E4"/>
                  </a:solidFill>
                </a:rPr>
                <a:t>👤</a:t>
              </a:r>
              <a:r>
                <a:rPr lang="en-AU" b="1" dirty="0" smtClean="0">
                  <a:solidFill>
                    <a:srgbClr val="9510E4"/>
                  </a:solidFill>
                </a:rPr>
                <a:t/>
              </a:r>
              <a:br>
                <a:rPr lang="en-AU" b="1" dirty="0" smtClean="0">
                  <a:solidFill>
                    <a:srgbClr val="9510E4"/>
                  </a:solidFill>
                </a:rPr>
              </a:br>
              <a:r>
                <a:rPr lang="en-AU" sz="1000" b="1" dirty="0" smtClean="0">
                  <a:solidFill>
                    <a:srgbClr val="9510E4"/>
                  </a:solidFill>
                </a:rPr>
                <a:t>Profile</a:t>
              </a:r>
              <a:endParaRPr lang="en-AU" sz="1000" b="1" dirty="0">
                <a:solidFill>
                  <a:srgbClr val="9510E4"/>
                </a:solidFill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10115282" y="5860161"/>
              <a:ext cx="327471" cy="338054"/>
            </a:xfrm>
            <a:prstGeom prst="ellipse">
              <a:avLst/>
            </a:prstGeom>
            <a:solidFill>
              <a:srgbClr val="FFC3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20877" y="5844861"/>
              <a:ext cx="701040" cy="527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  <a:t>🚲</a:t>
              </a:r>
              <a:br>
                <a:rPr lang="en-AU" b="1" dirty="0" smtClean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AU" sz="1000" b="1" dirty="0" smtClean="0">
                  <a:solidFill>
                    <a:schemeClr val="bg1">
                      <a:lumMod val="50000"/>
                    </a:schemeClr>
                  </a:solidFill>
                </a:rPr>
                <a:t>My Bikes</a:t>
              </a:r>
              <a:endParaRPr lang="en-AU" sz="10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7093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882640" y="213360"/>
            <a:ext cx="3345180" cy="6233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7"/>
          <a:stretch>
            <a:fillRect/>
          </a:stretch>
        </p:blipFill>
        <p:spPr>
          <a:xfrm>
            <a:off x="1014549" y="0"/>
            <a:ext cx="3374571" cy="6858000"/>
          </a:xfrm>
          <a:custGeom>
            <a:avLst/>
            <a:gdLst>
              <a:gd name="connsiteX0" fmla="*/ 280488 w 3374571"/>
              <a:gd name="connsiteY0" fmla="*/ 624840 h 6858000"/>
              <a:gd name="connsiteX1" fmla="*/ 280488 w 3374571"/>
              <a:gd name="connsiteY1" fmla="*/ 5984534 h 6858000"/>
              <a:gd name="connsiteX2" fmla="*/ 3107508 w 3374571"/>
              <a:gd name="connsiteY2" fmla="*/ 5984534 h 6858000"/>
              <a:gd name="connsiteX3" fmla="*/ 3107508 w 3374571"/>
              <a:gd name="connsiteY3" fmla="*/ 624840 h 6858000"/>
              <a:gd name="connsiteX4" fmla="*/ 562440 w 3374571"/>
              <a:gd name="connsiteY4" fmla="*/ 0 h 6858000"/>
              <a:gd name="connsiteX5" fmla="*/ 2812131 w 3374571"/>
              <a:gd name="connsiteY5" fmla="*/ 0 h 6858000"/>
              <a:gd name="connsiteX6" fmla="*/ 3374571 w 3374571"/>
              <a:gd name="connsiteY6" fmla="*/ 562440 h 6858000"/>
              <a:gd name="connsiteX7" fmla="*/ 3374571 w 3374571"/>
              <a:gd name="connsiteY7" fmla="*/ 6295560 h 6858000"/>
              <a:gd name="connsiteX8" fmla="*/ 2812131 w 3374571"/>
              <a:gd name="connsiteY8" fmla="*/ 6858000 h 6858000"/>
              <a:gd name="connsiteX9" fmla="*/ 562440 w 3374571"/>
              <a:gd name="connsiteY9" fmla="*/ 6858000 h 6858000"/>
              <a:gd name="connsiteX10" fmla="*/ 0 w 3374571"/>
              <a:gd name="connsiteY10" fmla="*/ 6295560 h 6858000"/>
              <a:gd name="connsiteX11" fmla="*/ 0 w 3374571"/>
              <a:gd name="connsiteY11" fmla="*/ 562440 h 6858000"/>
              <a:gd name="connsiteX12" fmla="*/ 562440 w 3374571"/>
              <a:gd name="connsiteY12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74571" h="6858000">
                <a:moveTo>
                  <a:pt x="280488" y="624840"/>
                </a:moveTo>
                <a:lnTo>
                  <a:pt x="280488" y="5984534"/>
                </a:lnTo>
                <a:lnTo>
                  <a:pt x="3107508" y="5984534"/>
                </a:lnTo>
                <a:lnTo>
                  <a:pt x="3107508" y="624840"/>
                </a:lnTo>
                <a:close/>
                <a:moveTo>
                  <a:pt x="562440" y="0"/>
                </a:moveTo>
                <a:lnTo>
                  <a:pt x="2812131" y="0"/>
                </a:lnTo>
                <a:cubicBezTo>
                  <a:pt x="3122758" y="0"/>
                  <a:pt x="3374571" y="251813"/>
                  <a:pt x="3374571" y="562440"/>
                </a:cubicBezTo>
                <a:lnTo>
                  <a:pt x="3374571" y="6295560"/>
                </a:lnTo>
                <a:cubicBezTo>
                  <a:pt x="3374571" y="6606187"/>
                  <a:pt x="3122758" y="6858000"/>
                  <a:pt x="2812131" y="6858000"/>
                </a:cubicBezTo>
                <a:lnTo>
                  <a:pt x="562440" y="6858000"/>
                </a:lnTo>
                <a:cubicBezTo>
                  <a:pt x="251813" y="6858000"/>
                  <a:pt x="0" y="6606187"/>
                  <a:pt x="0" y="6295560"/>
                </a:cubicBezTo>
                <a:lnTo>
                  <a:pt x="0" y="562440"/>
                </a:lnTo>
                <a:cubicBezTo>
                  <a:pt x="0" y="251813"/>
                  <a:pt x="251813" y="0"/>
                  <a:pt x="562440" y="0"/>
                </a:cubicBezTo>
                <a:close/>
              </a:path>
            </a:pathLst>
          </a:cu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7"/>
          <a:stretch>
            <a:fillRect/>
          </a:stretch>
        </p:blipFill>
        <p:spPr>
          <a:xfrm>
            <a:off x="5876109" y="0"/>
            <a:ext cx="3374571" cy="6858000"/>
          </a:xfrm>
          <a:custGeom>
            <a:avLst/>
            <a:gdLst>
              <a:gd name="connsiteX0" fmla="*/ 280488 w 3374571"/>
              <a:gd name="connsiteY0" fmla="*/ 624840 h 6858000"/>
              <a:gd name="connsiteX1" fmla="*/ 280488 w 3374571"/>
              <a:gd name="connsiteY1" fmla="*/ 5984534 h 6858000"/>
              <a:gd name="connsiteX2" fmla="*/ 3107508 w 3374571"/>
              <a:gd name="connsiteY2" fmla="*/ 5984534 h 6858000"/>
              <a:gd name="connsiteX3" fmla="*/ 3107508 w 3374571"/>
              <a:gd name="connsiteY3" fmla="*/ 624840 h 6858000"/>
              <a:gd name="connsiteX4" fmla="*/ 562440 w 3374571"/>
              <a:gd name="connsiteY4" fmla="*/ 0 h 6858000"/>
              <a:gd name="connsiteX5" fmla="*/ 2812131 w 3374571"/>
              <a:gd name="connsiteY5" fmla="*/ 0 h 6858000"/>
              <a:gd name="connsiteX6" fmla="*/ 3374571 w 3374571"/>
              <a:gd name="connsiteY6" fmla="*/ 562440 h 6858000"/>
              <a:gd name="connsiteX7" fmla="*/ 3374571 w 3374571"/>
              <a:gd name="connsiteY7" fmla="*/ 6295560 h 6858000"/>
              <a:gd name="connsiteX8" fmla="*/ 2812131 w 3374571"/>
              <a:gd name="connsiteY8" fmla="*/ 6858000 h 6858000"/>
              <a:gd name="connsiteX9" fmla="*/ 562440 w 3374571"/>
              <a:gd name="connsiteY9" fmla="*/ 6858000 h 6858000"/>
              <a:gd name="connsiteX10" fmla="*/ 0 w 3374571"/>
              <a:gd name="connsiteY10" fmla="*/ 6295560 h 6858000"/>
              <a:gd name="connsiteX11" fmla="*/ 0 w 3374571"/>
              <a:gd name="connsiteY11" fmla="*/ 562440 h 6858000"/>
              <a:gd name="connsiteX12" fmla="*/ 562440 w 3374571"/>
              <a:gd name="connsiteY12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74571" h="6858000">
                <a:moveTo>
                  <a:pt x="280488" y="624840"/>
                </a:moveTo>
                <a:lnTo>
                  <a:pt x="280488" y="5984534"/>
                </a:lnTo>
                <a:lnTo>
                  <a:pt x="3107508" y="5984534"/>
                </a:lnTo>
                <a:lnTo>
                  <a:pt x="3107508" y="624840"/>
                </a:lnTo>
                <a:close/>
                <a:moveTo>
                  <a:pt x="562440" y="0"/>
                </a:moveTo>
                <a:lnTo>
                  <a:pt x="2812131" y="0"/>
                </a:lnTo>
                <a:cubicBezTo>
                  <a:pt x="3122758" y="0"/>
                  <a:pt x="3374571" y="251813"/>
                  <a:pt x="3374571" y="562440"/>
                </a:cubicBezTo>
                <a:lnTo>
                  <a:pt x="3374571" y="6295560"/>
                </a:lnTo>
                <a:cubicBezTo>
                  <a:pt x="3374571" y="6606187"/>
                  <a:pt x="3122758" y="6858000"/>
                  <a:pt x="2812131" y="6858000"/>
                </a:cubicBezTo>
                <a:lnTo>
                  <a:pt x="562440" y="6858000"/>
                </a:lnTo>
                <a:cubicBezTo>
                  <a:pt x="251813" y="6858000"/>
                  <a:pt x="0" y="6606187"/>
                  <a:pt x="0" y="6295560"/>
                </a:cubicBezTo>
                <a:lnTo>
                  <a:pt x="0" y="562440"/>
                </a:lnTo>
                <a:cubicBezTo>
                  <a:pt x="0" y="251813"/>
                  <a:pt x="251813" y="0"/>
                  <a:pt x="56244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42850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923143" y="566057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1923143" y="1089660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2825828" y="1921485"/>
            <a:ext cx="1620000" cy="1620000"/>
          </a:xfrm>
          <a:prstGeom prst="ellipse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Cross 8"/>
          <p:cNvSpPr/>
          <p:nvPr/>
        </p:nvSpPr>
        <p:spPr>
          <a:xfrm>
            <a:off x="3203071" y="2298728"/>
            <a:ext cx="865515" cy="865515"/>
          </a:xfrm>
          <a:prstGeom prst="plus">
            <a:avLst>
              <a:gd name="adj" fmla="val 43143"/>
            </a:avLst>
          </a:prstGeom>
          <a:solidFill>
            <a:srgbClr val="FF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/>
          <p:cNvSpPr txBox="1"/>
          <p:nvPr/>
        </p:nvSpPr>
        <p:spPr>
          <a:xfrm>
            <a:off x="1923142" y="3765972"/>
            <a:ext cx="342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List your E-Bikes with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45107" y="4671100"/>
            <a:ext cx="198144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Benefits of joining us: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Piont</a:t>
            </a: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C</a:t>
            </a:r>
            <a:endParaRPr lang="en-AU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List a New Bike</a:t>
            </a:r>
            <a:endParaRPr lang="en-AU" sz="28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E-Bikes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51974" y="1980057"/>
            <a:ext cx="84895" cy="3200139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/>
          <p:cNvSpPr/>
          <p:nvPr/>
        </p:nvSpPr>
        <p:spPr>
          <a:xfrm>
            <a:off x="9559183" y="2017226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/>
          <p:cNvSpPr/>
          <p:nvPr/>
        </p:nvSpPr>
        <p:spPr>
          <a:xfrm>
            <a:off x="6375495" y="1986424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529355" y="2124112"/>
            <a:ext cx="383922" cy="35691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6" name="Rectangle 25"/>
          <p:cNvSpPr/>
          <p:nvPr/>
        </p:nvSpPr>
        <p:spPr>
          <a:xfrm>
            <a:off x="6375495" y="2626504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Rectangle 27"/>
          <p:cNvSpPr/>
          <p:nvPr/>
        </p:nvSpPr>
        <p:spPr>
          <a:xfrm>
            <a:off x="6375494" y="326774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Rectangle 29"/>
          <p:cNvSpPr/>
          <p:nvPr/>
        </p:nvSpPr>
        <p:spPr>
          <a:xfrm>
            <a:off x="6375494" y="39078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Rectangle 31"/>
          <p:cNvSpPr/>
          <p:nvPr/>
        </p:nvSpPr>
        <p:spPr>
          <a:xfrm>
            <a:off x="6375494" y="454790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546741" y="2781989"/>
            <a:ext cx="349146" cy="34345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510" y="3429563"/>
            <a:ext cx="358220" cy="33747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32" name="Picture 8" descr="https://encrypted-tbn0.gstatic.com/images?q=tbn:ANd9GcRajqMZPxoY7U2VIDxwkOQVmI1zk_sYBKQpGoqOUrgC7LExtOUZqcJoy_Fippt5kxhf4fI&amp;s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6" r="19486"/>
          <a:stretch/>
        </p:blipFill>
        <p:spPr bwMode="auto">
          <a:xfrm>
            <a:off x="6549509" y="4695039"/>
            <a:ext cx="358220" cy="32777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encrypted-tbn0.gstatic.com/images?q=tbn:ANd9GcQ7yO2uk6-eQ4HTI1gXEQa4Cmy0cThMeQJLRkga7F5NuLaNgfb09kckDA&amp;s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r="21500"/>
          <a:stretch/>
        </p:blipFill>
        <p:spPr bwMode="auto">
          <a:xfrm>
            <a:off x="6534360" y="4043695"/>
            <a:ext cx="373906" cy="360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7067137" y="2100295"/>
            <a:ext cx="25374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</a:t>
            </a:r>
            <a:r>
              <a:rPr lang="en-US" sz="1400" dirty="0" smtClean="0">
                <a:solidFill>
                  <a:srgbClr val="9510E4"/>
                </a:solidFill>
              </a:rPr>
              <a:t> $85/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 smtClean="0">
                <a:solidFill>
                  <a:srgbClr val="9510E4"/>
                </a:solidFill>
              </a:rPr>
              <a:t>    ****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46760" y="2755355"/>
            <a:ext cx="2590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sz="1400" dirty="0" smtClean="0">
                <a:solidFill>
                  <a:srgbClr val="9510E4"/>
                </a:solidFill>
              </a:rPr>
              <a:t> $</a:t>
            </a:r>
            <a:r>
              <a:rPr lang="en-US" sz="1400" dirty="0">
                <a:solidFill>
                  <a:srgbClr val="9510E4"/>
                </a:solidFill>
              </a:rPr>
              <a:t>71/</a:t>
            </a:r>
            <a:r>
              <a:rPr lang="en-US" sz="1400" dirty="0" err="1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</a:t>
            </a:r>
            <a:r>
              <a:rPr lang="en-US" sz="1400" dirty="0" smtClean="0">
                <a:solidFill>
                  <a:srgbClr val="9510E4"/>
                </a:solidFill>
              </a:rPr>
              <a:t>   ****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69672" y="3387644"/>
            <a:ext cx="2594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sz="1400" dirty="0" smtClean="0">
                <a:solidFill>
                  <a:srgbClr val="9510E4"/>
                </a:solidFill>
              </a:rPr>
              <a:t> $65/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  </a:t>
            </a:r>
            <a:r>
              <a:rPr lang="en-US" sz="1400" dirty="0" smtClean="0">
                <a:solidFill>
                  <a:srgbClr val="9510E4"/>
                </a:solidFill>
              </a:rPr>
              <a:t> 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062273" y="4065439"/>
            <a:ext cx="2636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BikeQ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</a:t>
            </a:r>
            <a:r>
              <a:rPr lang="en-US" sz="1400" dirty="0" smtClean="0">
                <a:solidFill>
                  <a:srgbClr val="9510E4"/>
                </a:solidFill>
              </a:rPr>
              <a:t> $35/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 smtClean="0">
                <a:solidFill>
                  <a:srgbClr val="9510E4"/>
                </a:solidFill>
              </a:rPr>
              <a:t>    </a:t>
            </a:r>
            <a:r>
              <a:rPr lang="en-US" sz="1400" dirty="0">
                <a:solidFill>
                  <a:srgbClr val="9510E4"/>
                </a:solidFill>
              </a:rPr>
              <a:t>****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29158" y="4697728"/>
            <a:ext cx="26350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BikeD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sz="1400" dirty="0" smtClean="0">
                <a:solidFill>
                  <a:srgbClr val="9510E4"/>
                </a:solidFill>
              </a:rPr>
              <a:t> $15/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 </a:t>
            </a:r>
            <a:r>
              <a:rPr lang="en-US" sz="1400" dirty="0" smtClean="0">
                <a:solidFill>
                  <a:srgbClr val="9510E4"/>
                </a:solidFill>
              </a:rPr>
              <a:t>  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***</a:t>
            </a:r>
            <a:endParaRPr lang="en-AU" sz="1400" dirty="0">
              <a:solidFill>
                <a:srgbClr val="9510E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5079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5" y="380001"/>
            <a:ext cx="3489592" cy="619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432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13" y="435892"/>
            <a:ext cx="3572374" cy="636358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1459611" y="5246183"/>
            <a:ext cx="3176778" cy="382814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/>
              <a:t>My Bookings</a:t>
            </a:r>
            <a:endParaRPr lang="en-AU" sz="16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76" y="131535"/>
            <a:ext cx="3571875" cy="636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75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32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TextBox 33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RenterFName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Book a </a:t>
            </a:r>
            <a:r>
              <a:rPr lang="en-US" sz="2800" b="1" dirty="0"/>
              <a:t>Bike</a:t>
            </a:r>
            <a:endParaRPr lang="en-AU" sz="280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Bookings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559183" y="2807370"/>
            <a:ext cx="69294" cy="2548245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Rectangle 44"/>
          <p:cNvSpPr/>
          <p:nvPr/>
        </p:nvSpPr>
        <p:spPr>
          <a:xfrm>
            <a:off x="9559183" y="2844540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Rectangle 45"/>
          <p:cNvSpPr/>
          <p:nvPr/>
        </p:nvSpPr>
        <p:spPr>
          <a:xfrm>
            <a:off x="6375495" y="2813738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868605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8" name="Rectangle 47"/>
          <p:cNvSpPr/>
          <p:nvPr/>
        </p:nvSpPr>
        <p:spPr>
          <a:xfrm>
            <a:off x="6375495" y="3453818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Rectangle 48"/>
          <p:cNvSpPr/>
          <p:nvPr/>
        </p:nvSpPr>
        <p:spPr>
          <a:xfrm>
            <a:off x="6375494" y="4095061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52" name="Picture 51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3504463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3" name="Picture 5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4153862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56" name="TextBox 55"/>
          <p:cNvSpPr txBox="1"/>
          <p:nvPr/>
        </p:nvSpPr>
        <p:spPr>
          <a:xfrm>
            <a:off x="7067137" y="300017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31/02/26 – 14/03/26     </a:t>
            </a:r>
            <a:r>
              <a:rPr lang="en-US" sz="1200" dirty="0" smtClean="0">
                <a:solidFill>
                  <a:srgbClr val="9510E4"/>
                </a:solidFill>
              </a:rPr>
              <a:t>$285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046760" y="365523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31/02/26 – 14/03/26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rgbClr val="9510E4"/>
                </a:solidFill>
              </a:rPr>
              <a:t> $172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069672" y="4287528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13/02/27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–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15/07/27       </a:t>
            </a:r>
            <a:r>
              <a:rPr lang="en-US" sz="1200" dirty="0" smtClean="0">
                <a:solidFill>
                  <a:srgbClr val="9510E4"/>
                </a:solidFill>
              </a:rPr>
              <a:t>$65</a:t>
            </a:r>
            <a:endParaRPr lang="en-AU" sz="1200" dirty="0">
              <a:solidFill>
                <a:srgbClr val="9510E4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111" y="2179345"/>
            <a:ext cx="3315163" cy="495369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394784" y="47233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3529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</TotalTime>
  <Words>98</Words>
  <Application>Microsoft Office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23</cp:revision>
  <dcterms:created xsi:type="dcterms:W3CDTF">2025-12-22T08:11:41Z</dcterms:created>
  <dcterms:modified xsi:type="dcterms:W3CDTF">2025-12-24T06:40:28Z</dcterms:modified>
</cp:coreProperties>
</file>