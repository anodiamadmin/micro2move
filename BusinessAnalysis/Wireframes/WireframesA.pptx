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82" r:id="rId2"/>
    <p:sldId id="287" r:id="rId3"/>
    <p:sldId id="288" r:id="rId4"/>
    <p:sldId id="280" r:id="rId5"/>
    <p:sldId id="281" r:id="rId6"/>
    <p:sldId id="265" r:id="rId7"/>
    <p:sldId id="266" r:id="rId8"/>
    <p:sldId id="268" r:id="rId9"/>
    <p:sldId id="272" r:id="rId10"/>
    <p:sldId id="274" r:id="rId11"/>
    <p:sldId id="273" r:id="rId12"/>
    <p:sldId id="283" r:id="rId13"/>
    <p:sldId id="284" r:id="rId14"/>
    <p:sldId id="285" r:id="rId15"/>
    <p:sldId id="286" r:id="rId16"/>
    <p:sldId id="278" r:id="rId17"/>
    <p:sldId id="279" r:id="rId18"/>
    <p:sldId id="275" r:id="rId19"/>
    <p:sldId id="276" r:id="rId20"/>
    <p:sldId id="277" r:id="rId21"/>
    <p:sldId id="258" r:id="rId22"/>
    <p:sldId id="291" r:id="rId23"/>
    <p:sldId id="290" r:id="rId24"/>
    <p:sldId id="292" r:id="rId25"/>
    <p:sldId id="293" r:id="rId26"/>
    <p:sldId id="294"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D56E1"/>
    <a:srgbClr val="CB9BF0"/>
    <a:srgbClr val="E9E0FF"/>
    <a:srgbClr val="E53935"/>
    <a:srgbClr val="F34A31"/>
    <a:srgbClr val="7F7F7F"/>
    <a:srgbClr val="F9F9F9"/>
    <a:srgbClr val="333333"/>
    <a:srgbClr val="19123B"/>
    <a:srgbClr val="78966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10" autoAdjust="0"/>
    <p:restoredTop sz="94660"/>
  </p:normalViewPr>
  <p:slideViewPr>
    <p:cSldViewPr snapToGrid="0">
      <p:cViewPr varScale="1">
        <p:scale>
          <a:sx n="70" d="100"/>
          <a:sy n="70" d="100"/>
        </p:scale>
        <p:origin x="525" y="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19/02/2026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594955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19/02/2026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80320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F3794AE-8A50-4593-BB55-4F3F1393AD41}" type="datetimeFigureOut">
              <a:rPr lang="en-AU" smtClean="0"/>
              <a:t>19/02/2026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735062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p:cNvSpPr>
            <a:spLocks noGrp="1"/>
          </p:cNvSpPr>
          <p:nvPr>
            <p:ph type="dt" sz="half" idx="10"/>
          </p:nvPr>
        </p:nvSpPr>
        <p:spPr/>
        <p:txBody>
          <a:bodyPr/>
          <a:lstStyle/>
          <a:p>
            <a:fld id="{9F3794AE-8A50-4593-BB55-4F3F1393AD41}" type="datetimeFigureOut">
              <a:rPr lang="en-AU" smtClean="0"/>
              <a:t>19/02/2026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1095217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p:cNvSpPr>
            <a:spLocks noGrp="1"/>
          </p:cNvSpPr>
          <p:nvPr>
            <p:ph type="dt" sz="half" idx="10"/>
          </p:nvPr>
        </p:nvSpPr>
        <p:spPr/>
        <p:txBody>
          <a:bodyPr/>
          <a:lstStyle/>
          <a:p>
            <a:fld id="{9F3794AE-8A50-4593-BB55-4F3F1393AD41}" type="datetimeFigureOut">
              <a:rPr lang="en-AU" smtClean="0"/>
              <a:t>19/02/2026</a:t>
            </a:fld>
            <a:endParaRPr lang="en-AU"/>
          </a:p>
        </p:txBody>
      </p:sp>
      <p:sp>
        <p:nvSpPr>
          <p:cNvPr id="8" name="Footer Placeholder 7"/>
          <p:cNvSpPr>
            <a:spLocks noGrp="1"/>
          </p:cNvSpPr>
          <p:nvPr>
            <p:ph type="ftr" sz="quarter" idx="11"/>
          </p:nvPr>
        </p:nvSpPr>
        <p:spPr/>
        <p:txBody>
          <a:bodyPr/>
          <a:lstStyle/>
          <a:p>
            <a:endParaRPr lang="en-AU"/>
          </a:p>
        </p:txBody>
      </p:sp>
      <p:sp>
        <p:nvSpPr>
          <p:cNvPr id="9" name="Slide Number Placeholder 8"/>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42170097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Date Placeholder 2"/>
          <p:cNvSpPr>
            <a:spLocks noGrp="1"/>
          </p:cNvSpPr>
          <p:nvPr>
            <p:ph type="dt" sz="half" idx="10"/>
          </p:nvPr>
        </p:nvSpPr>
        <p:spPr/>
        <p:txBody>
          <a:bodyPr/>
          <a:lstStyle/>
          <a:p>
            <a:fld id="{9F3794AE-8A50-4593-BB55-4F3F1393AD41}" type="datetimeFigureOut">
              <a:rPr lang="en-AU" smtClean="0"/>
              <a:t>19/02/2026</a:t>
            </a:fld>
            <a:endParaRPr lang="en-AU"/>
          </a:p>
        </p:txBody>
      </p:sp>
      <p:sp>
        <p:nvSpPr>
          <p:cNvPr id="4" name="Footer Placeholder 3"/>
          <p:cNvSpPr>
            <a:spLocks noGrp="1"/>
          </p:cNvSpPr>
          <p:nvPr>
            <p:ph type="ftr" sz="quarter" idx="11"/>
          </p:nvPr>
        </p:nvSpPr>
        <p:spPr/>
        <p:txBody>
          <a:bodyPr/>
          <a:lstStyle/>
          <a:p>
            <a:endParaRPr lang="en-AU"/>
          </a:p>
        </p:txBody>
      </p:sp>
      <p:sp>
        <p:nvSpPr>
          <p:cNvPr id="5" name="Slide Number Placeholder 4"/>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552737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F3794AE-8A50-4593-BB55-4F3F1393AD41}" type="datetimeFigureOut">
              <a:rPr lang="en-AU" smtClean="0"/>
              <a:t>19/02/2026</a:t>
            </a:fld>
            <a:endParaRPr lang="en-AU"/>
          </a:p>
        </p:txBody>
      </p:sp>
      <p:sp>
        <p:nvSpPr>
          <p:cNvPr id="3" name="Footer Placeholder 2"/>
          <p:cNvSpPr>
            <a:spLocks noGrp="1"/>
          </p:cNvSpPr>
          <p:nvPr>
            <p:ph type="ftr" sz="quarter" idx="11"/>
          </p:nvPr>
        </p:nvSpPr>
        <p:spPr/>
        <p:txBody>
          <a:bodyPr/>
          <a:lstStyle/>
          <a:p>
            <a:endParaRPr lang="en-AU"/>
          </a:p>
        </p:txBody>
      </p:sp>
      <p:sp>
        <p:nvSpPr>
          <p:cNvPr id="4" name="Slide Number Placeholder 3"/>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715836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19/02/2026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04628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19/02/2026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903731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19/02/2026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5524834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19/02/2026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1772554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F3794AE-8A50-4593-BB55-4F3F1393AD41}" type="datetimeFigureOut">
              <a:rPr lang="en-AU" smtClean="0"/>
              <a:t>19/02/2026</a:t>
            </a:fld>
            <a:endParaRPr lang="en-AU"/>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ECB064B-69A5-462E-97C1-0C2E5C35E578}" type="slidenum">
              <a:rPr lang="en-AU" smtClean="0"/>
              <a:t>‹#›</a:t>
            </a:fld>
            <a:endParaRPr lang="en-AU"/>
          </a:p>
        </p:txBody>
      </p:sp>
    </p:spTree>
    <p:extLst>
      <p:ext uri="{BB962C8B-B14F-4D97-AF65-F5344CB8AC3E}">
        <p14:creationId xmlns:p14="http://schemas.microsoft.com/office/powerpoint/2010/main" val="454897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jpg"/></Relationships>
</file>

<file path=ppt/slides/_rels/slide9.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3.png"/><Relationship Id="rId7" Type="http://schemas.openxmlformats.org/officeDocument/2006/relationships/image" Target="../media/image12.png"/><Relationship Id="rId2" Type="http://schemas.openxmlformats.org/officeDocument/2006/relationships/image" Target="../media/image9.png"/><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6.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2.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1.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3.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3.png"/><Relationship Id="rId7" Type="http://schemas.openxmlformats.org/officeDocument/2006/relationships/image" Target="../media/image14.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6.png"/><Relationship Id="rId9" Type="http://schemas.openxmlformats.org/officeDocument/2006/relationships/image" Target="../media/image2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s>
</file>

<file path=ppt/slides/_rels/slide26.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png"/><Relationship Id="rId7" Type="http://schemas.openxmlformats.org/officeDocument/2006/relationships/image" Target="../media/image31.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a:xfrm>
            <a:off x="6354114" y="1167917"/>
            <a:ext cx="5144446" cy="3844209"/>
          </a:xfrm>
          <a:prstGeom prst="rect">
            <a:avLst/>
          </a:prstGeom>
          <a:solidFill>
            <a:srgbClr val="191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solidFill>
                <a:schemeClr val="bg1"/>
              </a:solidFill>
            </a:endParaRPr>
          </a:p>
        </p:txBody>
      </p:sp>
      <p:pic>
        <p:nvPicPr>
          <p:cNvPr id="4" name="Picture 3"/>
          <p:cNvPicPr>
            <a:picLocks noChangeAspect="1"/>
          </p:cNvPicPr>
          <p:nvPr/>
        </p:nvPicPr>
        <p:blipFill rotWithShape="1">
          <a:blip r:embed="rId2">
            <a:extLst>
              <a:ext uri="{28A0092B-C50C-407E-A947-70E740481C1C}">
                <a14:useLocalDpi xmlns:a14="http://schemas.microsoft.com/office/drawing/2010/main" val="0"/>
              </a:ext>
            </a:extLst>
          </a:blip>
          <a:srcRect l="11839" t="18979" r="11935" b="22132"/>
          <a:stretch/>
        </p:blipFill>
        <p:spPr>
          <a:xfrm>
            <a:off x="2294063" y="1655101"/>
            <a:ext cx="3300277" cy="2549650"/>
          </a:xfrm>
          <a:prstGeom prst="rect">
            <a:avLst/>
          </a:prstGeom>
        </p:spPr>
      </p:pic>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smtClean="0"/>
              <a:t>Logo – Light &amp; Dark Themes</a:t>
            </a:r>
            <a:endParaRPr lang="en-AU" sz="4400" b="1" dirty="0"/>
          </a:p>
        </p:txBody>
      </p:sp>
      <p:pic>
        <p:nvPicPr>
          <p:cNvPr id="10" name="Picture 9"/>
          <p:cNvPicPr>
            <a:picLocks noChangeAspect="1"/>
          </p:cNvPicPr>
          <p:nvPr/>
        </p:nvPicPr>
        <p:blipFill rotWithShape="1">
          <a:blip r:embed="rId3">
            <a:extLst>
              <a:ext uri="{28A0092B-C50C-407E-A947-70E740481C1C}">
                <a14:useLocalDpi xmlns:a14="http://schemas.microsoft.com/office/drawing/2010/main" val="0"/>
              </a:ext>
            </a:extLst>
          </a:blip>
          <a:srcRect l="21535" t="27735" r="20713" b="30801"/>
          <a:stretch/>
        </p:blipFill>
        <p:spPr>
          <a:xfrm>
            <a:off x="7065901" y="1578797"/>
            <a:ext cx="3991971" cy="2866031"/>
          </a:xfrm>
          <a:custGeom>
            <a:avLst/>
            <a:gdLst>
              <a:gd name="connsiteX0" fmla="*/ 805218 w 3991971"/>
              <a:gd name="connsiteY0" fmla="*/ 129655 h 2866031"/>
              <a:gd name="connsiteX1" fmla="*/ 805218 w 3991971"/>
              <a:gd name="connsiteY1" fmla="*/ 730157 h 2866031"/>
              <a:gd name="connsiteX2" fmla="*/ 3343702 w 3991971"/>
              <a:gd name="connsiteY2" fmla="*/ 730157 h 2866031"/>
              <a:gd name="connsiteX3" fmla="*/ 3343702 w 3991971"/>
              <a:gd name="connsiteY3" fmla="*/ 129655 h 2866031"/>
              <a:gd name="connsiteX4" fmla="*/ 0 w 3991971"/>
              <a:gd name="connsiteY4" fmla="*/ 0 h 2866031"/>
              <a:gd name="connsiteX5" fmla="*/ 3991971 w 3991971"/>
              <a:gd name="connsiteY5" fmla="*/ 0 h 2866031"/>
              <a:gd name="connsiteX6" fmla="*/ 3991971 w 3991971"/>
              <a:gd name="connsiteY6" fmla="*/ 2866031 h 2866031"/>
              <a:gd name="connsiteX7" fmla="*/ 0 w 3991971"/>
              <a:gd name="connsiteY7" fmla="*/ 2866031 h 2866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991971" h="2866031">
                <a:moveTo>
                  <a:pt x="805218" y="129655"/>
                </a:moveTo>
                <a:lnTo>
                  <a:pt x="805218" y="730157"/>
                </a:lnTo>
                <a:lnTo>
                  <a:pt x="3343702" y="730157"/>
                </a:lnTo>
                <a:lnTo>
                  <a:pt x="3343702" y="129655"/>
                </a:lnTo>
                <a:close/>
                <a:moveTo>
                  <a:pt x="0" y="0"/>
                </a:moveTo>
                <a:lnTo>
                  <a:pt x="3991971" y="0"/>
                </a:lnTo>
                <a:lnTo>
                  <a:pt x="3991971" y="2866031"/>
                </a:lnTo>
                <a:lnTo>
                  <a:pt x="0" y="2866031"/>
                </a:lnTo>
                <a:close/>
              </a:path>
            </a:pathLst>
          </a:custGeom>
        </p:spPr>
      </p:pic>
    </p:spTree>
    <p:extLst>
      <p:ext uri="{BB962C8B-B14F-4D97-AF65-F5344CB8AC3E}">
        <p14:creationId xmlns:p14="http://schemas.microsoft.com/office/powerpoint/2010/main" val="4237763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962108" y="0"/>
            <a:ext cx="11229892" cy="6857999"/>
          </a:xfrm>
          <a:prstGeom prst="rect">
            <a:avLst/>
          </a:prstGeom>
          <a:solidFill>
            <a:srgbClr val="3335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smtClean="0"/>
              <a:t>Color Palette</a:t>
            </a:r>
            <a:endParaRPr lang="en-AU" sz="4400" b="1" dirty="0"/>
          </a:p>
        </p:txBody>
      </p:sp>
      <p:sp>
        <p:nvSpPr>
          <p:cNvPr id="3" name="Rectangle 2"/>
          <p:cNvSpPr/>
          <p:nvPr/>
        </p:nvSpPr>
        <p:spPr>
          <a:xfrm>
            <a:off x="3110466" y="260755"/>
            <a:ext cx="1538065" cy="1497050"/>
          </a:xfrm>
          <a:prstGeom prst="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M2M_BG</a:t>
            </a:r>
          </a:p>
          <a:p>
            <a:pPr algn="ctr"/>
            <a:r>
              <a:rPr lang="en-US" dirty="0" smtClean="0">
                <a:solidFill>
                  <a:schemeClr val="tx1"/>
                </a:solidFill>
              </a:rPr>
              <a:t>#E9E0FF</a:t>
            </a:r>
          </a:p>
          <a:p>
            <a:pPr algn="ctr"/>
            <a:r>
              <a:rPr lang="en-US" sz="1600" dirty="0" smtClean="0">
                <a:solidFill>
                  <a:schemeClr val="tx1"/>
                </a:solidFill>
              </a:rPr>
              <a:t>(233, 224, 255)</a:t>
            </a:r>
            <a:endParaRPr lang="en-AU" dirty="0">
              <a:solidFill>
                <a:schemeClr val="tx1"/>
              </a:solidFill>
            </a:endParaRPr>
          </a:p>
        </p:txBody>
      </p:sp>
      <p:sp>
        <p:nvSpPr>
          <p:cNvPr id="6" name="Rectangle 5"/>
          <p:cNvSpPr/>
          <p:nvPr/>
        </p:nvSpPr>
        <p:spPr>
          <a:xfrm>
            <a:off x="1300545" y="260756"/>
            <a:ext cx="1538065" cy="1497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White</a:t>
            </a:r>
          </a:p>
          <a:p>
            <a:pPr algn="ctr"/>
            <a:r>
              <a:rPr lang="en-US" dirty="0" smtClean="0">
                <a:solidFill>
                  <a:schemeClr val="tx1"/>
                </a:solidFill>
              </a:rPr>
              <a:t>#FFFFFF</a:t>
            </a:r>
          </a:p>
          <a:p>
            <a:pPr algn="ctr"/>
            <a:r>
              <a:rPr lang="en-US" sz="1600" dirty="0" smtClean="0">
                <a:solidFill>
                  <a:schemeClr val="tx1"/>
                </a:solidFill>
              </a:rPr>
              <a:t>(255, 255, 255)</a:t>
            </a:r>
            <a:endParaRPr lang="en-AU" sz="1600" dirty="0">
              <a:solidFill>
                <a:schemeClr val="tx1"/>
              </a:solidFill>
            </a:endParaRPr>
          </a:p>
        </p:txBody>
      </p:sp>
      <p:sp>
        <p:nvSpPr>
          <p:cNvPr id="7" name="Rectangle 6"/>
          <p:cNvSpPr/>
          <p:nvPr/>
        </p:nvSpPr>
        <p:spPr>
          <a:xfrm>
            <a:off x="8640570" y="260756"/>
            <a:ext cx="1538065" cy="1497050"/>
          </a:xfrm>
          <a:prstGeom prst="rect">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M2M_Logo</a:t>
            </a:r>
          </a:p>
          <a:p>
            <a:pPr algn="ctr"/>
            <a:r>
              <a:rPr lang="en-US" dirty="0" smtClean="0">
                <a:solidFill>
                  <a:schemeClr val="bg1"/>
                </a:solidFill>
              </a:rPr>
              <a:t>#9510E4</a:t>
            </a:r>
          </a:p>
          <a:p>
            <a:pPr algn="ctr"/>
            <a:r>
              <a:rPr lang="en-US" dirty="0" smtClean="0">
                <a:solidFill>
                  <a:schemeClr val="bg1"/>
                </a:solidFill>
              </a:rPr>
              <a:t>(149, 16, 228)</a:t>
            </a:r>
            <a:endParaRPr lang="en-AU" dirty="0">
              <a:solidFill>
                <a:schemeClr val="bg1"/>
              </a:solidFill>
            </a:endParaRPr>
          </a:p>
        </p:txBody>
      </p:sp>
      <p:sp>
        <p:nvSpPr>
          <p:cNvPr id="9" name="Rectangle 8"/>
          <p:cNvSpPr/>
          <p:nvPr/>
        </p:nvSpPr>
        <p:spPr>
          <a:xfrm>
            <a:off x="4920388" y="2087455"/>
            <a:ext cx="1538065" cy="1497050"/>
          </a:xfrm>
          <a:prstGeom prst="rect">
            <a:avLst/>
          </a:prstGeom>
          <a:solidFill>
            <a:srgbClr val="5064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smtClean="0">
                <a:solidFill>
                  <a:schemeClr val="tx1"/>
                </a:solidFill>
              </a:rPr>
              <a:t>M2M_Secondary</a:t>
            </a:r>
          </a:p>
          <a:p>
            <a:pPr algn="ctr"/>
            <a:r>
              <a:rPr lang="en-US" dirty="0" smtClean="0">
                <a:solidFill>
                  <a:schemeClr val="tx1"/>
                </a:solidFill>
              </a:rPr>
              <a:t>#506445</a:t>
            </a:r>
          </a:p>
          <a:p>
            <a:pPr algn="ctr"/>
            <a:r>
              <a:rPr lang="en-US" dirty="0" smtClean="0">
                <a:solidFill>
                  <a:schemeClr val="tx1"/>
                </a:solidFill>
              </a:rPr>
              <a:t>(80, 100, 37)</a:t>
            </a:r>
            <a:endParaRPr lang="en-AU" dirty="0">
              <a:solidFill>
                <a:schemeClr val="tx1"/>
              </a:solidFill>
            </a:endParaRPr>
          </a:p>
        </p:txBody>
      </p:sp>
      <p:sp>
        <p:nvSpPr>
          <p:cNvPr id="10" name="Rectangle 9"/>
          <p:cNvSpPr/>
          <p:nvPr/>
        </p:nvSpPr>
        <p:spPr>
          <a:xfrm>
            <a:off x="4920388" y="260756"/>
            <a:ext cx="1538065" cy="1497050"/>
          </a:xfrm>
          <a:prstGeom prst="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M2M_Primary</a:t>
            </a:r>
          </a:p>
          <a:p>
            <a:pPr algn="ctr"/>
            <a:r>
              <a:rPr lang="en-US" dirty="0" smtClean="0">
                <a:solidFill>
                  <a:schemeClr val="tx1"/>
                </a:solidFill>
              </a:rPr>
              <a:t>#CB9BF0</a:t>
            </a:r>
          </a:p>
          <a:p>
            <a:pPr algn="ctr"/>
            <a:r>
              <a:rPr lang="en-US" sz="1600" dirty="0" smtClean="0">
                <a:solidFill>
                  <a:schemeClr val="tx1"/>
                </a:solidFill>
              </a:rPr>
              <a:t>(203, 155, 240)</a:t>
            </a:r>
            <a:endParaRPr lang="en-AU" dirty="0">
              <a:solidFill>
                <a:schemeClr val="tx1"/>
              </a:solidFill>
            </a:endParaRPr>
          </a:p>
        </p:txBody>
      </p:sp>
      <p:sp>
        <p:nvSpPr>
          <p:cNvPr id="11" name="Rectangle 10"/>
          <p:cNvSpPr/>
          <p:nvPr/>
        </p:nvSpPr>
        <p:spPr>
          <a:xfrm>
            <a:off x="1300545" y="2087455"/>
            <a:ext cx="1538065" cy="1497050"/>
          </a:xfrm>
          <a:prstGeom prst="rect">
            <a:avLst/>
          </a:prstGeom>
          <a:solidFill>
            <a:srgbClr val="A0C8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smtClean="0">
                <a:solidFill>
                  <a:schemeClr val="tx1"/>
                </a:solidFill>
              </a:rPr>
              <a:t>M2M_LightestSecondary</a:t>
            </a:r>
            <a:endParaRPr lang="en-US" sz="1000" dirty="0">
              <a:solidFill>
                <a:schemeClr val="tx1"/>
              </a:solidFill>
            </a:endParaRPr>
          </a:p>
          <a:p>
            <a:pPr algn="ctr"/>
            <a:r>
              <a:rPr lang="en-US" dirty="0" smtClean="0">
                <a:solidFill>
                  <a:schemeClr val="tx1"/>
                </a:solidFill>
              </a:rPr>
              <a:t>#A0C88B</a:t>
            </a:r>
          </a:p>
          <a:p>
            <a:pPr algn="ctr"/>
            <a:r>
              <a:rPr lang="en-US" sz="1600" dirty="0" smtClean="0">
                <a:solidFill>
                  <a:schemeClr val="tx1"/>
                </a:solidFill>
              </a:rPr>
              <a:t>(160, 200, 139)</a:t>
            </a:r>
            <a:endParaRPr lang="en-AU" sz="1600" dirty="0">
              <a:solidFill>
                <a:schemeClr val="tx1"/>
              </a:solidFill>
            </a:endParaRPr>
          </a:p>
        </p:txBody>
      </p:sp>
      <p:sp>
        <p:nvSpPr>
          <p:cNvPr id="13" name="Rectangle 12"/>
          <p:cNvSpPr/>
          <p:nvPr/>
        </p:nvSpPr>
        <p:spPr>
          <a:xfrm>
            <a:off x="6780479" y="260756"/>
            <a:ext cx="1538065" cy="1497050"/>
          </a:xfrm>
          <a:prstGeom prst="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smtClean="0">
                <a:solidFill>
                  <a:schemeClr val="tx1"/>
                </a:solidFill>
              </a:rPr>
              <a:t>M2M_DeepPrimary</a:t>
            </a:r>
          </a:p>
          <a:p>
            <a:pPr algn="ctr"/>
            <a:r>
              <a:rPr lang="en-US" dirty="0" smtClean="0">
                <a:solidFill>
                  <a:schemeClr val="tx1"/>
                </a:solidFill>
              </a:rPr>
              <a:t>#AD56E1</a:t>
            </a:r>
          </a:p>
          <a:p>
            <a:pPr algn="ctr"/>
            <a:r>
              <a:rPr lang="en-US" dirty="0" smtClean="0">
                <a:solidFill>
                  <a:schemeClr val="tx1"/>
                </a:solidFill>
              </a:rPr>
              <a:t>(173, 86,225) </a:t>
            </a:r>
            <a:endParaRPr lang="en-AU" dirty="0">
              <a:solidFill>
                <a:schemeClr val="tx1"/>
              </a:solidFill>
            </a:endParaRPr>
          </a:p>
        </p:txBody>
      </p:sp>
      <p:sp>
        <p:nvSpPr>
          <p:cNvPr id="14" name="Rectangle 13"/>
          <p:cNvSpPr/>
          <p:nvPr/>
        </p:nvSpPr>
        <p:spPr>
          <a:xfrm>
            <a:off x="3142589" y="2074858"/>
            <a:ext cx="1538065" cy="1497050"/>
          </a:xfrm>
          <a:prstGeom prst="rect">
            <a:avLst/>
          </a:prstGeom>
          <a:solidFill>
            <a:srgbClr val="78966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smtClean="0">
                <a:solidFill>
                  <a:schemeClr val="tx1"/>
                </a:solidFill>
              </a:rPr>
              <a:t>M2M_LightSecondary</a:t>
            </a:r>
          </a:p>
          <a:p>
            <a:pPr algn="ctr"/>
            <a:r>
              <a:rPr lang="en-US" dirty="0" smtClean="0">
                <a:solidFill>
                  <a:schemeClr val="tx1"/>
                </a:solidFill>
              </a:rPr>
              <a:t>#789668</a:t>
            </a:r>
          </a:p>
          <a:p>
            <a:pPr algn="ctr"/>
            <a:r>
              <a:rPr lang="en-US" sz="1600" dirty="0" smtClean="0">
                <a:solidFill>
                  <a:schemeClr val="tx1"/>
                </a:solidFill>
              </a:rPr>
              <a:t>(120, 150, 104)</a:t>
            </a:r>
            <a:endParaRPr lang="en-AU" dirty="0">
              <a:solidFill>
                <a:schemeClr val="tx1"/>
              </a:solidFill>
            </a:endParaRPr>
          </a:p>
        </p:txBody>
      </p:sp>
      <p:sp>
        <p:nvSpPr>
          <p:cNvPr id="15" name="Rectangle 14"/>
          <p:cNvSpPr/>
          <p:nvPr/>
        </p:nvSpPr>
        <p:spPr>
          <a:xfrm>
            <a:off x="8640570" y="2087455"/>
            <a:ext cx="1538065" cy="1497050"/>
          </a:xfrm>
          <a:prstGeom prst="rect">
            <a:avLst/>
          </a:prstGeom>
          <a:solidFill>
            <a:srgbClr val="28322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smtClean="0">
                <a:solidFill>
                  <a:schemeClr val="bg1"/>
                </a:solidFill>
              </a:rPr>
              <a:t>M2M_Secondary_Darkest</a:t>
            </a:r>
          </a:p>
          <a:p>
            <a:pPr algn="ctr"/>
            <a:r>
              <a:rPr lang="en-US" dirty="0" smtClean="0">
                <a:solidFill>
                  <a:schemeClr val="bg1"/>
                </a:solidFill>
              </a:rPr>
              <a:t>#283223</a:t>
            </a:r>
          </a:p>
          <a:p>
            <a:pPr algn="ctr"/>
            <a:r>
              <a:rPr lang="en-US" dirty="0" smtClean="0">
                <a:solidFill>
                  <a:schemeClr val="bg1"/>
                </a:solidFill>
              </a:rPr>
              <a:t>(40, 50, 35)</a:t>
            </a:r>
            <a:endParaRPr lang="en-AU" dirty="0">
              <a:solidFill>
                <a:schemeClr val="bg1"/>
              </a:solidFill>
            </a:endParaRPr>
          </a:p>
        </p:txBody>
      </p:sp>
      <p:sp>
        <p:nvSpPr>
          <p:cNvPr id="16" name="Rectangle 15"/>
          <p:cNvSpPr/>
          <p:nvPr/>
        </p:nvSpPr>
        <p:spPr>
          <a:xfrm>
            <a:off x="6780479" y="2074858"/>
            <a:ext cx="1538065" cy="1497050"/>
          </a:xfrm>
          <a:prstGeom prst="rect">
            <a:avLst/>
          </a:prstGeom>
          <a:solidFill>
            <a:srgbClr val="3C4B3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smtClean="0">
                <a:solidFill>
                  <a:schemeClr val="tx1"/>
                </a:solidFill>
              </a:rPr>
              <a:t>M2M_Secondary_Dark</a:t>
            </a:r>
            <a:endParaRPr lang="en-US" sz="1100" dirty="0">
              <a:solidFill>
                <a:schemeClr val="tx1"/>
              </a:solidFill>
            </a:endParaRPr>
          </a:p>
          <a:p>
            <a:pPr algn="ctr"/>
            <a:r>
              <a:rPr lang="en-US" dirty="0" smtClean="0">
                <a:solidFill>
                  <a:schemeClr val="tx1"/>
                </a:solidFill>
              </a:rPr>
              <a:t>#3C4B34</a:t>
            </a:r>
          </a:p>
          <a:p>
            <a:pPr algn="ctr"/>
            <a:r>
              <a:rPr lang="en-US" dirty="0" smtClean="0">
                <a:solidFill>
                  <a:schemeClr val="tx1"/>
                </a:solidFill>
              </a:rPr>
              <a:t>(60, 75, 52)</a:t>
            </a:r>
            <a:endParaRPr lang="en-AU" dirty="0">
              <a:solidFill>
                <a:schemeClr val="tx1"/>
              </a:solidFill>
            </a:endParaRPr>
          </a:p>
        </p:txBody>
      </p:sp>
      <p:sp>
        <p:nvSpPr>
          <p:cNvPr id="17" name="Rectangle 16"/>
          <p:cNvSpPr/>
          <p:nvPr/>
        </p:nvSpPr>
        <p:spPr>
          <a:xfrm>
            <a:off x="1287851" y="3914154"/>
            <a:ext cx="1538065" cy="149705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Grey</a:t>
            </a:r>
          </a:p>
          <a:p>
            <a:pPr algn="ctr"/>
            <a:r>
              <a:rPr lang="en-US" dirty="0" smtClean="0">
                <a:solidFill>
                  <a:schemeClr val="tx1"/>
                </a:solidFill>
              </a:rPr>
              <a:t>#777777</a:t>
            </a:r>
          </a:p>
          <a:p>
            <a:pPr algn="ctr"/>
            <a:r>
              <a:rPr lang="en-US" sz="1600" dirty="0" smtClean="0">
                <a:solidFill>
                  <a:schemeClr val="tx1"/>
                </a:solidFill>
              </a:rPr>
              <a:t>(127, 127, 127)</a:t>
            </a:r>
            <a:endParaRPr lang="en-AU" sz="1600" dirty="0">
              <a:solidFill>
                <a:schemeClr val="tx1"/>
              </a:solidFill>
            </a:endParaRPr>
          </a:p>
        </p:txBody>
      </p:sp>
      <p:sp>
        <p:nvSpPr>
          <p:cNvPr id="20" name="Rectangle 19"/>
          <p:cNvSpPr/>
          <p:nvPr/>
        </p:nvSpPr>
        <p:spPr>
          <a:xfrm>
            <a:off x="4920388" y="3914154"/>
            <a:ext cx="1538065" cy="1497050"/>
          </a:xfrm>
          <a:prstGeom prst="rect">
            <a:avLst/>
          </a:prstGeom>
          <a:solidFill>
            <a:srgbClr val="28B2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M2M_Success</a:t>
            </a:r>
          </a:p>
          <a:p>
            <a:pPr algn="ctr"/>
            <a:r>
              <a:rPr lang="en-US" dirty="0" smtClean="0">
                <a:solidFill>
                  <a:schemeClr val="tx1"/>
                </a:solidFill>
              </a:rPr>
              <a:t>#</a:t>
            </a:r>
            <a:r>
              <a:rPr lang="en-AU" dirty="0" smtClean="0">
                <a:solidFill>
                  <a:schemeClr val="tx1"/>
                </a:solidFill>
              </a:rPr>
              <a:t>34C759</a:t>
            </a:r>
          </a:p>
          <a:p>
            <a:pPr algn="ctr"/>
            <a:r>
              <a:rPr lang="en-US" dirty="0" smtClean="0">
                <a:solidFill>
                  <a:schemeClr val="tx1"/>
                </a:solidFill>
              </a:rPr>
              <a:t>(52, 199, 89)</a:t>
            </a:r>
            <a:endParaRPr lang="en-AU" dirty="0">
              <a:solidFill>
                <a:schemeClr val="tx1"/>
              </a:solidFill>
            </a:endParaRPr>
          </a:p>
        </p:txBody>
      </p:sp>
      <p:sp>
        <p:nvSpPr>
          <p:cNvPr id="21" name="Rectangle 20"/>
          <p:cNvSpPr/>
          <p:nvPr/>
        </p:nvSpPr>
        <p:spPr>
          <a:xfrm>
            <a:off x="6780478" y="3914154"/>
            <a:ext cx="1538065" cy="1497050"/>
          </a:xfrm>
          <a:prstGeom prst="rect">
            <a:avLst/>
          </a:prstGeom>
          <a:solidFill>
            <a:srgbClr val="0B7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M2M_Green</a:t>
            </a:r>
          </a:p>
          <a:p>
            <a:pPr algn="ctr"/>
            <a:r>
              <a:rPr lang="en-US" dirty="0" smtClean="0">
                <a:solidFill>
                  <a:schemeClr val="tx1"/>
                </a:solidFill>
              </a:rPr>
              <a:t>#</a:t>
            </a:r>
            <a:r>
              <a:rPr lang="en-AU" dirty="0" smtClean="0">
                <a:solidFill>
                  <a:schemeClr val="tx1"/>
                </a:solidFill>
              </a:rPr>
              <a:t>15803D</a:t>
            </a:r>
          </a:p>
          <a:p>
            <a:pPr algn="ctr"/>
            <a:r>
              <a:rPr lang="en-US" dirty="0" smtClean="0">
                <a:solidFill>
                  <a:schemeClr val="tx1"/>
                </a:solidFill>
              </a:rPr>
              <a:t>(21, 128, 61)</a:t>
            </a:r>
            <a:endParaRPr lang="en-AU" dirty="0">
              <a:solidFill>
                <a:schemeClr val="tx1"/>
              </a:solidFill>
            </a:endParaRPr>
          </a:p>
        </p:txBody>
      </p:sp>
      <p:sp>
        <p:nvSpPr>
          <p:cNvPr id="24" name="Rectangle 23"/>
          <p:cNvSpPr/>
          <p:nvPr/>
        </p:nvSpPr>
        <p:spPr>
          <a:xfrm>
            <a:off x="8640570" y="3898246"/>
            <a:ext cx="1538065" cy="1497050"/>
          </a:xfrm>
          <a:prstGeom prst="rect">
            <a:avLst/>
          </a:prstGeom>
          <a:solidFill>
            <a:srgbClr val="1D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M2M_Blue</a:t>
            </a:r>
          </a:p>
          <a:p>
            <a:pPr algn="ctr"/>
            <a:r>
              <a:rPr lang="en-US" dirty="0" smtClean="0">
                <a:solidFill>
                  <a:schemeClr val="tx1"/>
                </a:solidFill>
              </a:rPr>
              <a:t>#</a:t>
            </a:r>
            <a:r>
              <a:rPr lang="en-AU" dirty="0" smtClean="0">
                <a:solidFill>
                  <a:schemeClr val="tx1"/>
                </a:solidFill>
              </a:rPr>
              <a:t>1D9BF0</a:t>
            </a:r>
          </a:p>
          <a:p>
            <a:pPr algn="ctr"/>
            <a:r>
              <a:rPr lang="en-US" dirty="0" smtClean="0">
                <a:solidFill>
                  <a:schemeClr val="tx1"/>
                </a:solidFill>
              </a:rPr>
              <a:t>(29, 155, 240)</a:t>
            </a:r>
            <a:endParaRPr lang="en-AU" dirty="0">
              <a:solidFill>
                <a:schemeClr val="tx1"/>
              </a:solidFill>
            </a:endParaRPr>
          </a:p>
        </p:txBody>
      </p:sp>
      <p:sp>
        <p:nvSpPr>
          <p:cNvPr id="27" name="Rectangle 26"/>
          <p:cNvSpPr/>
          <p:nvPr/>
        </p:nvSpPr>
        <p:spPr>
          <a:xfrm>
            <a:off x="10500661" y="260301"/>
            <a:ext cx="1538065" cy="14970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Black</a:t>
            </a:r>
          </a:p>
          <a:p>
            <a:pPr algn="ctr"/>
            <a:r>
              <a:rPr lang="en-US" dirty="0" smtClean="0">
                <a:solidFill>
                  <a:schemeClr val="bg1"/>
                </a:solidFill>
              </a:rPr>
              <a:t>#000000</a:t>
            </a:r>
          </a:p>
          <a:p>
            <a:pPr algn="ctr"/>
            <a:r>
              <a:rPr lang="en-US" dirty="0" smtClean="0">
                <a:solidFill>
                  <a:schemeClr val="bg1"/>
                </a:solidFill>
              </a:rPr>
              <a:t>(0, 0, 0)</a:t>
            </a:r>
            <a:endParaRPr lang="en-AU" dirty="0">
              <a:solidFill>
                <a:schemeClr val="bg1"/>
              </a:solidFill>
            </a:endParaRPr>
          </a:p>
        </p:txBody>
      </p:sp>
      <p:sp>
        <p:nvSpPr>
          <p:cNvPr id="28" name="Rectangle 27"/>
          <p:cNvSpPr/>
          <p:nvPr/>
        </p:nvSpPr>
        <p:spPr>
          <a:xfrm>
            <a:off x="10500661" y="3898246"/>
            <a:ext cx="1538065" cy="1497050"/>
          </a:xfrm>
          <a:prstGeom prst="rect">
            <a:avLst/>
          </a:prstGeom>
          <a:solidFill>
            <a:srgbClr val="191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smtClean="0">
                <a:solidFill>
                  <a:schemeClr val="bg1"/>
                </a:solidFill>
              </a:rPr>
              <a:t>M2M_Dark_Blue</a:t>
            </a:r>
          </a:p>
          <a:p>
            <a:pPr algn="ctr"/>
            <a:r>
              <a:rPr lang="en-US" dirty="0" smtClean="0">
                <a:solidFill>
                  <a:schemeClr val="bg1"/>
                </a:solidFill>
              </a:rPr>
              <a:t>#</a:t>
            </a:r>
            <a:r>
              <a:rPr lang="en-AU" dirty="0" smtClean="0">
                <a:solidFill>
                  <a:schemeClr val="bg1"/>
                </a:solidFill>
              </a:rPr>
              <a:t>19123B</a:t>
            </a:r>
          </a:p>
          <a:p>
            <a:pPr algn="ctr"/>
            <a:r>
              <a:rPr lang="en-US" dirty="0" smtClean="0">
                <a:solidFill>
                  <a:schemeClr val="bg1"/>
                </a:solidFill>
              </a:rPr>
              <a:t>(25, 18, 59)</a:t>
            </a:r>
            <a:endParaRPr lang="en-AU" dirty="0">
              <a:solidFill>
                <a:schemeClr val="bg1"/>
              </a:solidFill>
            </a:endParaRPr>
          </a:p>
        </p:txBody>
      </p:sp>
      <p:sp>
        <p:nvSpPr>
          <p:cNvPr id="22" name="Rectangle 21"/>
          <p:cNvSpPr/>
          <p:nvPr/>
        </p:nvSpPr>
        <p:spPr>
          <a:xfrm>
            <a:off x="10500661" y="2087455"/>
            <a:ext cx="1538065" cy="1497050"/>
          </a:xfrm>
          <a:prstGeom prst="rect">
            <a:avLst/>
          </a:prstGeom>
          <a:solidFill>
            <a:srgbClr val="3333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smtClean="0">
                <a:solidFill>
                  <a:schemeClr val="bg1"/>
                </a:solidFill>
              </a:rPr>
              <a:t>Dark_Grey</a:t>
            </a:r>
          </a:p>
          <a:p>
            <a:pPr algn="ctr"/>
            <a:r>
              <a:rPr lang="en-US" dirty="0" smtClean="0">
                <a:solidFill>
                  <a:schemeClr val="bg1"/>
                </a:solidFill>
              </a:rPr>
              <a:t>#333333</a:t>
            </a:r>
          </a:p>
          <a:p>
            <a:pPr algn="ctr"/>
            <a:r>
              <a:rPr lang="en-US" sz="1600" dirty="0" smtClean="0">
                <a:solidFill>
                  <a:schemeClr val="bg1"/>
                </a:solidFill>
              </a:rPr>
              <a:t>(51, 51, 51)</a:t>
            </a:r>
            <a:endParaRPr lang="en-AU" dirty="0">
              <a:solidFill>
                <a:schemeClr val="bg1"/>
              </a:solidFill>
            </a:endParaRPr>
          </a:p>
        </p:txBody>
      </p:sp>
      <p:sp>
        <p:nvSpPr>
          <p:cNvPr id="23" name="Rectangle 22"/>
          <p:cNvSpPr/>
          <p:nvPr/>
        </p:nvSpPr>
        <p:spPr>
          <a:xfrm>
            <a:off x="3151659" y="3914154"/>
            <a:ext cx="1538065" cy="1497050"/>
          </a:xfrm>
          <a:prstGeom prst="rect">
            <a:avLst/>
          </a:prstGeom>
          <a:solidFill>
            <a:srgbClr val="E5393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M2M_Red</a:t>
            </a:r>
          </a:p>
          <a:p>
            <a:pPr algn="ctr"/>
            <a:r>
              <a:rPr lang="en-US" dirty="0" smtClean="0">
                <a:solidFill>
                  <a:schemeClr val="tx1"/>
                </a:solidFill>
              </a:rPr>
              <a:t>#</a:t>
            </a:r>
            <a:r>
              <a:rPr lang="en-AU" dirty="0" smtClean="0">
                <a:solidFill>
                  <a:schemeClr val="tx1"/>
                </a:solidFill>
              </a:rPr>
              <a:t>E53935</a:t>
            </a:r>
          </a:p>
          <a:p>
            <a:pPr algn="ctr"/>
            <a:r>
              <a:rPr lang="en-US" dirty="0" smtClean="0">
                <a:solidFill>
                  <a:schemeClr val="tx1"/>
                </a:solidFill>
              </a:rPr>
              <a:t>(229, 57, 53)</a:t>
            </a:r>
            <a:endParaRPr lang="en-AU" dirty="0">
              <a:solidFill>
                <a:schemeClr val="tx1"/>
              </a:solidFill>
            </a:endParaRPr>
          </a:p>
        </p:txBody>
      </p:sp>
    </p:spTree>
    <p:extLst>
      <p:ext uri="{BB962C8B-B14F-4D97-AF65-F5344CB8AC3E}">
        <p14:creationId xmlns:p14="http://schemas.microsoft.com/office/powerpoint/2010/main" val="14767873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smtClean="0"/>
              <a:t>Font Family</a:t>
            </a:r>
            <a:endParaRPr lang="en-AU" sz="4400" b="1" dirty="0"/>
          </a:p>
        </p:txBody>
      </p:sp>
      <p:sp>
        <p:nvSpPr>
          <p:cNvPr id="2" name="TextBox 1"/>
          <p:cNvSpPr txBox="1"/>
          <p:nvPr/>
        </p:nvSpPr>
        <p:spPr>
          <a:xfrm>
            <a:off x="3234519" y="948519"/>
            <a:ext cx="4293163" cy="3477875"/>
          </a:xfrm>
          <a:prstGeom prst="rect">
            <a:avLst/>
          </a:prstGeom>
          <a:noFill/>
        </p:spPr>
        <p:txBody>
          <a:bodyPr wrap="none" rtlCol="0">
            <a:spAutoFit/>
          </a:bodyPr>
          <a:lstStyle/>
          <a:p>
            <a:r>
              <a:rPr lang="en-US" sz="4400" dirty="0" smtClean="0"/>
              <a:t>Primary:</a:t>
            </a:r>
          </a:p>
          <a:p>
            <a:r>
              <a:rPr lang="en-US" sz="4400" dirty="0" smtClean="0"/>
              <a:t>	</a:t>
            </a:r>
            <a:r>
              <a:rPr lang="en-US" sz="4400" dirty="0" smtClean="0">
                <a:latin typeface="Comfortaa" pitchFamily="2" charset="0"/>
              </a:rPr>
              <a:t>Comfortaa</a:t>
            </a:r>
          </a:p>
          <a:p>
            <a:endParaRPr lang="en-US" sz="4400" dirty="0" smtClean="0"/>
          </a:p>
          <a:p>
            <a:r>
              <a:rPr lang="en-US" sz="4400" dirty="0" smtClean="0"/>
              <a:t>Secondary:</a:t>
            </a:r>
          </a:p>
          <a:p>
            <a:r>
              <a:rPr lang="en-US" sz="4400" dirty="0" smtClean="0"/>
              <a:t>	</a:t>
            </a:r>
            <a:r>
              <a:rPr lang="en-US" sz="4400" dirty="0" smtClean="0">
                <a:latin typeface="Lato" panose="020F0502020204030203" pitchFamily="34" charset="0"/>
              </a:rPr>
              <a:t>Lato</a:t>
            </a:r>
            <a:endParaRPr lang="en-AU" sz="4400" dirty="0">
              <a:latin typeface="Lato" panose="020F0502020204030203" pitchFamily="34" charset="0"/>
            </a:endParaRPr>
          </a:p>
        </p:txBody>
      </p:sp>
    </p:spTree>
    <p:extLst>
      <p:ext uri="{BB962C8B-B14F-4D97-AF65-F5344CB8AC3E}">
        <p14:creationId xmlns:p14="http://schemas.microsoft.com/office/powerpoint/2010/main" val="4045241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Rectangle 71"/>
          <p:cNvSpPr/>
          <p:nvPr/>
        </p:nvSpPr>
        <p:spPr>
          <a:xfrm>
            <a:off x="8475118" y="196379"/>
            <a:ext cx="3034685" cy="6459155"/>
          </a:xfrm>
          <a:prstGeom prst="rect">
            <a:avLst/>
          </a:prstGeom>
          <a:solidFill>
            <a:srgbClr val="333537"/>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Rectangle 54"/>
          <p:cNvSpPr/>
          <p:nvPr/>
        </p:nvSpPr>
        <p:spPr>
          <a:xfrm>
            <a:off x="4863242" y="191178"/>
            <a:ext cx="3034685" cy="6459155"/>
          </a:xfrm>
          <a:prstGeom prst="rect">
            <a:avLst/>
          </a:prstGeom>
          <a:solidFill>
            <a:srgbClr val="333537"/>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4" name="Rectangle 53"/>
          <p:cNvSpPr/>
          <p:nvPr/>
        </p:nvSpPr>
        <p:spPr>
          <a:xfrm>
            <a:off x="1227498" y="188135"/>
            <a:ext cx="3034685" cy="6459155"/>
          </a:xfrm>
          <a:prstGeom prst="rect">
            <a:avLst/>
          </a:prstGeom>
          <a:solidFill>
            <a:srgbClr val="333537"/>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 name="TextBox 8"/>
          <p:cNvSpPr txBox="1"/>
          <p:nvPr/>
        </p:nvSpPr>
        <p:spPr>
          <a:xfrm rot="16200000">
            <a:off x="-3045810" y="3044278"/>
            <a:ext cx="6858000" cy="769441"/>
          </a:xfrm>
          <a:prstGeom prst="rect">
            <a:avLst/>
          </a:prstGeom>
          <a:noFill/>
        </p:spPr>
        <p:txBody>
          <a:bodyPr wrap="square" rtlCol="0">
            <a:spAutoFit/>
          </a:bodyPr>
          <a:lstStyle/>
          <a:p>
            <a:r>
              <a:rPr lang="en-US" sz="4400" b="1" dirty="0" smtClean="0"/>
              <a:t>Safe Area &amp; </a:t>
            </a:r>
            <a:r>
              <a:rPr lang="en-US" sz="4400" b="1" dirty="0"/>
              <a:t>Bottom Nav</a:t>
            </a:r>
            <a:endParaRPr lang="en-AU" sz="4400" b="1" dirty="0"/>
          </a:p>
        </p:txBody>
      </p:sp>
      <p:grpSp>
        <p:nvGrpSpPr>
          <p:cNvPr id="52" name="Group 51"/>
          <p:cNvGrpSpPr/>
          <p:nvPr/>
        </p:nvGrpSpPr>
        <p:grpSpPr>
          <a:xfrm>
            <a:off x="1041090" y="-3043"/>
            <a:ext cx="3366722" cy="6858000"/>
            <a:chOff x="8666331" y="315797"/>
            <a:chExt cx="3366722" cy="6858000"/>
          </a:xfrm>
        </p:grpSpPr>
        <p:pic>
          <p:nvPicPr>
            <p:cNvPr id="49" name="Picture 4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50" name="Picture 4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51" name="Rectangle 50"/>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nvGrpSpPr>
          <p:cNvPr id="60" name="Group 59"/>
          <p:cNvGrpSpPr/>
          <p:nvPr/>
        </p:nvGrpSpPr>
        <p:grpSpPr>
          <a:xfrm>
            <a:off x="4676834" y="0"/>
            <a:ext cx="3366722" cy="6858000"/>
            <a:chOff x="4676834" y="0"/>
            <a:chExt cx="3366722" cy="6858000"/>
          </a:xfrm>
        </p:grpSpPr>
        <p:grpSp>
          <p:nvGrpSpPr>
            <p:cNvPr id="6" name="Group 5"/>
            <p:cNvGrpSpPr/>
            <p:nvPr/>
          </p:nvGrpSpPr>
          <p:grpSpPr>
            <a:xfrm>
              <a:off x="4891726" y="235841"/>
              <a:ext cx="2977715" cy="657457"/>
              <a:chOff x="8416700" y="1852720"/>
              <a:chExt cx="2941320" cy="657457"/>
            </a:xfrm>
          </p:grpSpPr>
          <p:sp>
            <p:nvSpPr>
              <p:cNvPr id="31" name="Freeform 30"/>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5" name="Group 4"/>
              <p:cNvGrpSpPr/>
              <p:nvPr/>
            </p:nvGrpSpPr>
            <p:grpSpPr>
              <a:xfrm>
                <a:off x="8604900" y="1978310"/>
                <a:ext cx="1924379" cy="531867"/>
                <a:chOff x="8604900" y="1961442"/>
                <a:chExt cx="1924379" cy="531867"/>
              </a:xfrm>
            </p:grpSpPr>
            <p:pic>
              <p:nvPicPr>
                <p:cNvPr id="28" name="Picture 2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604900" y="1961442"/>
                  <a:ext cx="531868" cy="531867"/>
                </a:xfrm>
                <a:prstGeom prst="rect">
                  <a:avLst/>
                </a:prstGeom>
              </p:spPr>
            </p:pic>
            <p:sp>
              <p:nvSpPr>
                <p:cNvPr id="29" name="TextBox 28"/>
                <p:cNvSpPr txBox="1"/>
                <p:nvPr/>
              </p:nvSpPr>
              <p:spPr>
                <a:xfrm>
                  <a:off x="9216315"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56" name="Group 55"/>
            <p:cNvGrpSpPr/>
            <p:nvPr/>
          </p:nvGrpSpPr>
          <p:grpSpPr>
            <a:xfrm>
              <a:off x="4676834" y="0"/>
              <a:ext cx="3366722" cy="6858000"/>
              <a:chOff x="8666331" y="315797"/>
              <a:chExt cx="3366722" cy="6858000"/>
            </a:xfrm>
          </p:grpSpPr>
          <p:pic>
            <p:nvPicPr>
              <p:cNvPr id="57" name="Picture 56"/>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58" name="Picture 5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59" name="Rectangle 58"/>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grpSp>
        <p:nvGrpSpPr>
          <p:cNvPr id="73" name="Group 72"/>
          <p:cNvGrpSpPr/>
          <p:nvPr/>
        </p:nvGrpSpPr>
        <p:grpSpPr>
          <a:xfrm>
            <a:off x="8312578" y="-11288"/>
            <a:ext cx="3366722" cy="6858000"/>
            <a:chOff x="8312578" y="-11288"/>
            <a:chExt cx="3366722" cy="6858000"/>
          </a:xfrm>
        </p:grpSpPr>
        <p:grpSp>
          <p:nvGrpSpPr>
            <p:cNvPr id="71" name="Group 70"/>
            <p:cNvGrpSpPr/>
            <p:nvPr/>
          </p:nvGrpSpPr>
          <p:grpSpPr>
            <a:xfrm>
              <a:off x="8491019" y="5891917"/>
              <a:ext cx="3030067" cy="755373"/>
              <a:chOff x="10771234" y="5988981"/>
              <a:chExt cx="2941320" cy="755373"/>
            </a:xfrm>
          </p:grpSpPr>
          <p:sp>
            <p:nvSpPr>
              <p:cNvPr id="20" name="Freeform 19"/>
              <p:cNvSpPr/>
              <p:nvPr/>
            </p:nvSpPr>
            <p:spPr>
              <a:xfrm>
                <a:off x="10771234" y="5988981"/>
                <a:ext cx="2941320" cy="75537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rgbClr val="E9E0FF"/>
                  </a:solidFill>
                </a:endParaRPr>
              </a:p>
            </p:txBody>
          </p:sp>
          <p:sp>
            <p:nvSpPr>
              <p:cNvPr id="11" name="TextBox 10"/>
              <p:cNvSpPr txBox="1"/>
              <p:nvPr/>
            </p:nvSpPr>
            <p:spPr>
              <a:xfrm>
                <a:off x="10995993" y="6069702"/>
                <a:ext cx="786704" cy="523220"/>
              </a:xfrm>
              <a:prstGeom prst="rect">
                <a:avLst/>
              </a:prstGeom>
              <a:noFill/>
            </p:spPr>
            <p:txBody>
              <a:bodyPr wrap="square" rtlCol="0">
                <a:spAutoFit/>
              </a:bodyPr>
              <a:lstStyle/>
              <a:p>
                <a:pPr algn="ctr"/>
                <a:r>
                  <a:rPr lang="en-AU" b="1" dirty="0">
                    <a:solidFill>
                      <a:srgbClr val="AD56E1"/>
                    </a:solidFill>
                    <a:latin typeface="Comfortaa" pitchFamily="2" charset="0"/>
                  </a:rPr>
                  <a:t>🚲</a:t>
                </a:r>
                <a:br>
                  <a:rPr lang="en-AU" b="1" dirty="0">
                    <a:solidFill>
                      <a:srgbClr val="AD56E1"/>
                    </a:solidFill>
                    <a:latin typeface="Comfortaa" pitchFamily="2" charset="0"/>
                  </a:rPr>
                </a:br>
                <a:r>
                  <a:rPr lang="en-AU" sz="1000" b="1" dirty="0">
                    <a:solidFill>
                      <a:srgbClr val="AD56E1"/>
                    </a:solidFill>
                    <a:latin typeface="Comfortaa" pitchFamily="2" charset="0"/>
                  </a:rPr>
                  <a:t>My Rides</a:t>
                </a:r>
              </a:p>
            </p:txBody>
          </p:sp>
          <p:sp>
            <p:nvSpPr>
              <p:cNvPr id="12" name="TextBox 11"/>
              <p:cNvSpPr txBox="1"/>
              <p:nvPr/>
            </p:nvSpPr>
            <p:spPr>
              <a:xfrm>
                <a:off x="11865992" y="6056025"/>
                <a:ext cx="745998" cy="523220"/>
              </a:xfrm>
              <a:prstGeom prst="rect">
                <a:avLst/>
              </a:prstGeom>
              <a:noFill/>
            </p:spPr>
            <p:txBody>
              <a:bodyPr wrap="square" rtlCol="0">
                <a:spAutoFit/>
              </a:bodyPr>
              <a:lstStyle/>
              <a:p>
                <a:pPr algn="ctr"/>
                <a:r>
                  <a:rPr lang="en-AU" b="1" dirty="0">
                    <a:solidFill>
                      <a:srgbClr val="506445"/>
                    </a:solidFill>
                    <a:latin typeface="Comfortaa" pitchFamily="2" charset="0"/>
                  </a:rPr>
                  <a:t>🌐</a:t>
                </a:r>
                <a:br>
                  <a:rPr lang="en-AU" b="1" dirty="0">
                    <a:solidFill>
                      <a:srgbClr val="506445"/>
                    </a:solidFill>
                    <a:latin typeface="Comfortaa" pitchFamily="2" charset="0"/>
                  </a:rPr>
                </a:br>
                <a:r>
                  <a:rPr lang="en-AU" sz="1000" b="1" dirty="0">
                    <a:solidFill>
                      <a:srgbClr val="506445"/>
                    </a:solidFill>
                    <a:latin typeface="Comfortaa" pitchFamily="2" charset="0"/>
                  </a:rPr>
                  <a:t>Explore</a:t>
                </a:r>
              </a:p>
            </p:txBody>
          </p:sp>
          <p:sp>
            <p:nvSpPr>
              <p:cNvPr id="13" name="TextBox 12"/>
              <p:cNvSpPr txBox="1"/>
              <p:nvPr/>
            </p:nvSpPr>
            <p:spPr>
              <a:xfrm>
                <a:off x="12695285" y="6056025"/>
                <a:ext cx="678180" cy="538609"/>
              </a:xfrm>
              <a:prstGeom prst="rect">
                <a:avLst/>
              </a:prstGeom>
              <a:noFill/>
            </p:spPr>
            <p:txBody>
              <a:bodyPr wrap="square" rtlCol="0">
                <a:spAutoFit/>
              </a:bodyPr>
              <a:lstStyle>
                <a:defPPr>
                  <a:defRPr lang="en-US"/>
                </a:defPPr>
                <a:lvl1pPr algn="ctr">
                  <a:defRPr b="1">
                    <a:solidFill>
                      <a:srgbClr val="506445"/>
                    </a:solidFill>
                    <a:latin typeface="Comfortaa" pitchFamily="2" charset="0"/>
                  </a:defRPr>
                </a:lvl1pPr>
              </a:lstStyle>
              <a:p>
                <a:r>
                  <a:rPr lang="en-AU" dirty="0"/>
                  <a:t>👤</a:t>
                </a:r>
                <a:br>
                  <a:rPr lang="en-AU" dirty="0"/>
                </a:br>
                <a:r>
                  <a:rPr lang="en-AU" sz="1000" dirty="0"/>
                  <a:t>Profile</a:t>
                </a:r>
              </a:p>
            </p:txBody>
          </p:sp>
        </p:grpSp>
        <p:grpSp>
          <p:nvGrpSpPr>
            <p:cNvPr id="61" name="Group 60"/>
            <p:cNvGrpSpPr/>
            <p:nvPr/>
          </p:nvGrpSpPr>
          <p:grpSpPr>
            <a:xfrm>
              <a:off x="8312578" y="-11288"/>
              <a:ext cx="3366722" cy="6858000"/>
              <a:chOff x="4676834" y="0"/>
              <a:chExt cx="3366722" cy="6858000"/>
            </a:xfrm>
          </p:grpSpPr>
          <p:grpSp>
            <p:nvGrpSpPr>
              <p:cNvPr id="62" name="Group 61"/>
              <p:cNvGrpSpPr/>
              <p:nvPr/>
            </p:nvGrpSpPr>
            <p:grpSpPr>
              <a:xfrm>
                <a:off x="4891726" y="235841"/>
                <a:ext cx="2977715" cy="657457"/>
                <a:chOff x="8416700" y="1852720"/>
                <a:chExt cx="2941320" cy="657457"/>
              </a:xfrm>
            </p:grpSpPr>
            <p:sp>
              <p:nvSpPr>
                <p:cNvPr id="67" name="Freeform 66"/>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68" name="Group 67"/>
                <p:cNvGrpSpPr/>
                <p:nvPr/>
              </p:nvGrpSpPr>
              <p:grpSpPr>
                <a:xfrm>
                  <a:off x="8604900" y="1978310"/>
                  <a:ext cx="1932233" cy="531867"/>
                  <a:chOff x="8604900" y="1961442"/>
                  <a:chExt cx="1932233" cy="531867"/>
                </a:xfrm>
              </p:grpSpPr>
              <p:pic>
                <p:nvPicPr>
                  <p:cNvPr id="69" name="Picture 6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604900" y="1961442"/>
                    <a:ext cx="531869" cy="531867"/>
                  </a:xfrm>
                  <a:prstGeom prst="rect">
                    <a:avLst/>
                  </a:prstGeom>
                </p:spPr>
              </p:pic>
              <p:sp>
                <p:nvSpPr>
                  <p:cNvPr id="70" name="TextBox 69"/>
                  <p:cNvSpPr txBox="1"/>
                  <p:nvPr/>
                </p:nvSpPr>
                <p:spPr>
                  <a:xfrm>
                    <a:off x="9224169"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3" name="Group 62"/>
              <p:cNvGrpSpPr/>
              <p:nvPr/>
            </p:nvGrpSpPr>
            <p:grpSpPr>
              <a:xfrm>
                <a:off x="4676834" y="0"/>
                <a:ext cx="3366722" cy="6858000"/>
                <a:chOff x="8666331" y="315797"/>
                <a:chExt cx="3366722" cy="6858000"/>
              </a:xfrm>
            </p:grpSpPr>
            <p:pic>
              <p:nvPicPr>
                <p:cNvPr id="64" name="Picture 63"/>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5" name="Picture 6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6" name="Rectangle 65"/>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grpSp>
    </p:spTree>
    <p:extLst>
      <p:ext uri="{BB962C8B-B14F-4D97-AF65-F5344CB8AC3E}">
        <p14:creationId xmlns:p14="http://schemas.microsoft.com/office/powerpoint/2010/main" val="6683774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Splash </a:t>
            </a:r>
            <a:r>
              <a:rPr lang="en-US" sz="4400" b="1" dirty="0" smtClean="0"/>
              <a:t>Screen</a:t>
            </a:r>
            <a:endParaRPr lang="en-AU" sz="4400" b="1" dirty="0"/>
          </a:p>
        </p:txBody>
      </p:sp>
      <p:grpSp>
        <p:nvGrpSpPr>
          <p:cNvPr id="26" name="Group 25"/>
          <p:cNvGrpSpPr/>
          <p:nvPr/>
        </p:nvGrpSpPr>
        <p:grpSpPr>
          <a:xfrm>
            <a:off x="2426339" y="-2"/>
            <a:ext cx="3366722" cy="6858000"/>
            <a:chOff x="6438780" y="-2"/>
            <a:chExt cx="3366722" cy="6858000"/>
          </a:xfrm>
        </p:grpSpPr>
        <p:sp>
          <p:nvSpPr>
            <p:cNvPr id="18" name="Rectangle 17"/>
            <p:cNvSpPr/>
            <p:nvPr/>
          </p:nvSpPr>
          <p:spPr>
            <a:xfrm>
              <a:off x="6599774" y="232012"/>
              <a:ext cx="3083313" cy="6400800"/>
            </a:xfrm>
            <a:prstGeom prst="rect">
              <a:avLst/>
            </a:prstGeom>
            <a:solidFill>
              <a:srgbClr val="191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solidFill>
                  <a:schemeClr val="bg1"/>
                </a:solidFill>
              </a:endParaRPr>
            </a:p>
          </p:txBody>
        </p:sp>
        <p:grpSp>
          <p:nvGrpSpPr>
            <p:cNvPr id="14" name="Group 13"/>
            <p:cNvGrpSpPr/>
            <p:nvPr/>
          </p:nvGrpSpPr>
          <p:grpSpPr>
            <a:xfrm>
              <a:off x="6438780" y="-2"/>
              <a:ext cx="3366722" cy="6858000"/>
              <a:chOff x="8666331" y="315797"/>
              <a:chExt cx="3366722"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6" name="Picture 1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17" name="Rectangle 16"/>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pic>
          <p:nvPicPr>
            <p:cNvPr id="19" name="Picture 18"/>
            <p:cNvPicPr>
              <a:picLocks noChangeAspect="1"/>
            </p:cNvPicPr>
            <p:nvPr/>
          </p:nvPicPr>
          <p:blipFill rotWithShape="1">
            <a:blip r:embed="rId4">
              <a:extLst>
                <a:ext uri="{28A0092B-C50C-407E-A947-70E740481C1C}">
                  <a14:useLocalDpi xmlns:a14="http://schemas.microsoft.com/office/drawing/2010/main" val="0"/>
                </a:ext>
              </a:extLst>
            </a:blip>
            <a:srcRect l="21535" t="27735" r="20713" b="30801"/>
            <a:stretch/>
          </p:blipFill>
          <p:spPr>
            <a:xfrm>
              <a:off x="7181461" y="2631294"/>
              <a:ext cx="2048513" cy="1470727"/>
            </a:xfrm>
            <a:custGeom>
              <a:avLst/>
              <a:gdLst>
                <a:gd name="connsiteX0" fmla="*/ 805218 w 3991971"/>
                <a:gd name="connsiteY0" fmla="*/ 129655 h 2866031"/>
                <a:gd name="connsiteX1" fmla="*/ 805218 w 3991971"/>
                <a:gd name="connsiteY1" fmla="*/ 730157 h 2866031"/>
                <a:gd name="connsiteX2" fmla="*/ 3343702 w 3991971"/>
                <a:gd name="connsiteY2" fmla="*/ 730157 h 2866031"/>
                <a:gd name="connsiteX3" fmla="*/ 3343702 w 3991971"/>
                <a:gd name="connsiteY3" fmla="*/ 129655 h 2866031"/>
                <a:gd name="connsiteX4" fmla="*/ 0 w 3991971"/>
                <a:gd name="connsiteY4" fmla="*/ 0 h 2866031"/>
                <a:gd name="connsiteX5" fmla="*/ 3991971 w 3991971"/>
                <a:gd name="connsiteY5" fmla="*/ 0 h 2866031"/>
                <a:gd name="connsiteX6" fmla="*/ 3991971 w 3991971"/>
                <a:gd name="connsiteY6" fmla="*/ 2866031 h 2866031"/>
                <a:gd name="connsiteX7" fmla="*/ 0 w 3991971"/>
                <a:gd name="connsiteY7" fmla="*/ 2866031 h 2866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991971" h="2866031">
                  <a:moveTo>
                    <a:pt x="805218" y="129655"/>
                  </a:moveTo>
                  <a:lnTo>
                    <a:pt x="805218" y="730157"/>
                  </a:lnTo>
                  <a:lnTo>
                    <a:pt x="3343702" y="730157"/>
                  </a:lnTo>
                  <a:lnTo>
                    <a:pt x="3343702" y="129655"/>
                  </a:lnTo>
                  <a:close/>
                  <a:moveTo>
                    <a:pt x="0" y="0"/>
                  </a:moveTo>
                  <a:lnTo>
                    <a:pt x="3991971" y="0"/>
                  </a:lnTo>
                  <a:lnTo>
                    <a:pt x="3991971" y="2866031"/>
                  </a:lnTo>
                  <a:lnTo>
                    <a:pt x="0" y="2866031"/>
                  </a:lnTo>
                  <a:close/>
                </a:path>
              </a:pathLst>
            </a:custGeom>
          </p:spPr>
        </p:pic>
        <p:sp>
          <p:nvSpPr>
            <p:cNvPr id="20" name="Rectangle 19"/>
            <p:cNvSpPr/>
            <p:nvPr/>
          </p:nvSpPr>
          <p:spPr>
            <a:xfrm>
              <a:off x="7314120" y="2478521"/>
              <a:ext cx="1654620" cy="369332"/>
            </a:xfrm>
            <a:prstGeom prst="rect">
              <a:avLst/>
            </a:prstGeom>
          </p:spPr>
          <p:txBody>
            <a:bodyPr wrap="none">
              <a:spAutoFit/>
            </a:bodyPr>
            <a:lstStyle/>
            <a:p>
              <a:r>
                <a:rPr lang="en-US" b="1" dirty="0">
                  <a:solidFill>
                    <a:srgbClr val="E9E0FF"/>
                  </a:solidFill>
                  <a:latin typeface="Comfortaa" pitchFamily="2" charset="0"/>
                </a:rPr>
                <a:t>micro2move</a:t>
              </a:r>
              <a:endParaRPr lang="en-AU" dirty="0">
                <a:solidFill>
                  <a:srgbClr val="E9E0FF"/>
                </a:solidFill>
              </a:endParaRPr>
            </a:p>
          </p:txBody>
        </p:sp>
        <p:sp>
          <p:nvSpPr>
            <p:cNvPr id="22" name="Rectangle 21"/>
            <p:cNvSpPr/>
            <p:nvPr/>
          </p:nvSpPr>
          <p:spPr>
            <a:xfrm>
              <a:off x="6709787" y="1826764"/>
              <a:ext cx="2863284" cy="292388"/>
            </a:xfrm>
            <a:prstGeom prst="rect">
              <a:avLst/>
            </a:prstGeom>
          </p:spPr>
          <p:txBody>
            <a:bodyPr wrap="none">
              <a:spAutoFit/>
            </a:bodyPr>
            <a:lstStyle/>
            <a:p>
              <a:pPr algn="ctr"/>
              <a:r>
                <a:rPr lang="en-US" sz="1300" b="1" dirty="0" smtClean="0">
                  <a:solidFill>
                    <a:srgbClr val="E9E0FF"/>
                  </a:solidFill>
                  <a:latin typeface="Comfortaa" pitchFamily="2" charset="0"/>
                </a:rPr>
                <a:t>Making Sydney E-bike Friendly</a:t>
              </a:r>
              <a:endParaRPr lang="en-AU" sz="1300" dirty="0">
                <a:solidFill>
                  <a:srgbClr val="E9E0FF"/>
                </a:solidFill>
              </a:endParaRPr>
            </a:p>
          </p:txBody>
        </p:sp>
        <p:sp>
          <p:nvSpPr>
            <p:cNvPr id="23" name="Rectangle 22"/>
            <p:cNvSpPr/>
            <p:nvPr/>
          </p:nvSpPr>
          <p:spPr>
            <a:xfrm>
              <a:off x="6749865" y="4254794"/>
              <a:ext cx="2783134" cy="338554"/>
            </a:xfrm>
            <a:prstGeom prst="rect">
              <a:avLst/>
            </a:prstGeom>
          </p:spPr>
          <p:txBody>
            <a:bodyPr wrap="none">
              <a:spAutoFit/>
            </a:bodyPr>
            <a:lstStyle/>
            <a:p>
              <a:pPr algn="ctr"/>
              <a:r>
                <a:rPr lang="en-US" sz="1600" b="1" dirty="0" smtClean="0">
                  <a:solidFill>
                    <a:srgbClr val="A0C88B"/>
                  </a:solidFill>
                  <a:latin typeface="Comfortaa" pitchFamily="2" charset="0"/>
                </a:rPr>
                <a:t>Affordable</a:t>
              </a:r>
              <a:r>
                <a:rPr lang="en-US" sz="1600" b="1" dirty="0" smtClean="0">
                  <a:solidFill>
                    <a:srgbClr val="E9E0FF"/>
                  </a:solidFill>
                  <a:latin typeface="Comfortaa" pitchFamily="2" charset="0"/>
                </a:rPr>
                <a:t> </a:t>
              </a:r>
              <a:r>
                <a:rPr lang="en-US" sz="1600" b="1" dirty="0" smtClean="0">
                  <a:solidFill>
                    <a:srgbClr val="CB9BF0"/>
                  </a:solidFill>
                  <a:latin typeface="Comfortaa" pitchFamily="2" charset="0"/>
                </a:rPr>
                <a:t>Reliable </a:t>
              </a:r>
              <a:r>
                <a:rPr lang="en-US" sz="1600" b="1" dirty="0" smtClean="0">
                  <a:solidFill>
                    <a:srgbClr val="E9E0FF"/>
                  </a:solidFill>
                  <a:latin typeface="Comfortaa" pitchFamily="2" charset="0"/>
                </a:rPr>
                <a:t>Safe</a:t>
              </a:r>
              <a:endParaRPr lang="en-AU" sz="1600" dirty="0">
                <a:solidFill>
                  <a:srgbClr val="E9E0FF"/>
                </a:solidFill>
              </a:endParaRPr>
            </a:p>
          </p:txBody>
        </p:sp>
      </p:grpSp>
    </p:spTree>
    <p:extLst>
      <p:ext uri="{BB962C8B-B14F-4D97-AF65-F5344CB8AC3E}">
        <p14:creationId xmlns:p14="http://schemas.microsoft.com/office/powerpoint/2010/main" val="29404059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Rectangle 76"/>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8" name="Rectangle 77"/>
          <p:cNvSpPr/>
          <p:nvPr/>
        </p:nvSpPr>
        <p:spPr>
          <a:xfrm>
            <a:off x="4973077" y="199420"/>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 name="TextBox 6"/>
          <p:cNvSpPr txBox="1"/>
          <p:nvPr/>
        </p:nvSpPr>
        <p:spPr>
          <a:xfrm>
            <a:off x="5759025" y="1583425"/>
            <a:ext cx="2201244"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email/ Email does not exist.</a:t>
            </a:r>
            <a:endParaRPr lang="en-AU" sz="1100" dirty="0">
              <a:solidFill>
                <a:srgbClr val="FF0000"/>
              </a:solidFill>
              <a:latin typeface="Lato" panose="020F0502020204030203" pitchFamily="34" charset="0"/>
            </a:endParaRPr>
          </a:p>
        </p:txBody>
      </p:sp>
      <p:sp>
        <p:nvSpPr>
          <p:cNvPr id="15" name="TextBox 14"/>
          <p:cNvSpPr txBox="1"/>
          <p:nvPr/>
        </p:nvSpPr>
        <p:spPr>
          <a:xfrm>
            <a:off x="5977250" y="2447266"/>
            <a:ext cx="195277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Incorrect password. Try again.</a:t>
            </a:r>
            <a:endParaRPr lang="en-AU" sz="1100" dirty="0">
              <a:solidFill>
                <a:srgbClr val="FF0000"/>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in </a:t>
            </a:r>
            <a:r>
              <a:rPr lang="en-US" sz="4400" b="1" dirty="0" smtClean="0"/>
              <a:t>Screens</a:t>
            </a:r>
            <a:endParaRPr lang="en-AU" sz="4400" b="1" dirty="0"/>
          </a:p>
        </p:txBody>
      </p:sp>
      <p:grpSp>
        <p:nvGrpSpPr>
          <p:cNvPr id="24" name="Group 23"/>
          <p:cNvGrpSpPr/>
          <p:nvPr/>
        </p:nvGrpSpPr>
        <p:grpSpPr>
          <a:xfrm>
            <a:off x="1217127" y="0"/>
            <a:ext cx="3366722" cy="6858000"/>
            <a:chOff x="4676834" y="0"/>
            <a:chExt cx="3366722" cy="6858000"/>
          </a:xfrm>
        </p:grpSpPr>
        <p:grpSp>
          <p:nvGrpSpPr>
            <p:cNvPr id="25" name="Group 24"/>
            <p:cNvGrpSpPr/>
            <p:nvPr/>
          </p:nvGrpSpPr>
          <p:grpSpPr>
            <a:xfrm>
              <a:off x="4891726" y="235841"/>
              <a:ext cx="2977715" cy="657457"/>
              <a:chOff x="8416700" y="1852720"/>
              <a:chExt cx="2941320" cy="657457"/>
            </a:xfrm>
          </p:grpSpPr>
          <p:sp>
            <p:nvSpPr>
              <p:cNvPr id="30" name="Freeform 29"/>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31" name="Group 30"/>
              <p:cNvGrpSpPr/>
              <p:nvPr/>
            </p:nvGrpSpPr>
            <p:grpSpPr>
              <a:xfrm>
                <a:off x="8604900" y="1978310"/>
                <a:ext cx="1924379" cy="531867"/>
                <a:chOff x="8604900" y="1961442"/>
                <a:chExt cx="1924379" cy="531867"/>
              </a:xfrm>
            </p:grpSpPr>
            <p:pic>
              <p:nvPicPr>
                <p:cNvPr id="32" name="Picture 3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604900" y="1961442"/>
                  <a:ext cx="531868" cy="531867"/>
                </a:xfrm>
                <a:prstGeom prst="rect">
                  <a:avLst/>
                </a:prstGeom>
              </p:spPr>
            </p:pic>
            <p:sp>
              <p:nvSpPr>
                <p:cNvPr id="33" name="TextBox 32"/>
                <p:cNvSpPr txBox="1"/>
                <p:nvPr/>
              </p:nvSpPr>
              <p:spPr>
                <a:xfrm>
                  <a:off x="9216315"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26" name="Group 25"/>
            <p:cNvGrpSpPr/>
            <p:nvPr/>
          </p:nvGrpSpPr>
          <p:grpSpPr>
            <a:xfrm>
              <a:off x="4676834" y="0"/>
              <a:ext cx="3366722" cy="6858000"/>
              <a:chOff x="8666331" y="315797"/>
              <a:chExt cx="3366722" cy="6858000"/>
            </a:xfrm>
          </p:grpSpPr>
          <p:pic>
            <p:nvPicPr>
              <p:cNvPr id="27" name="Picture 2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8" name="Picture 2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9" name="Rectangle 28"/>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16" name="TextBox 15"/>
          <p:cNvSpPr txBox="1"/>
          <p:nvPr/>
        </p:nvSpPr>
        <p:spPr>
          <a:xfrm>
            <a:off x="1438771" y="1064264"/>
            <a:ext cx="835485" cy="307777"/>
          </a:xfrm>
          <a:prstGeom prst="rect">
            <a:avLst/>
          </a:prstGeom>
          <a:noFill/>
        </p:spPr>
        <p:txBody>
          <a:bodyPr wrap="none" rtlCol="0">
            <a:spAutoFit/>
          </a:bodyPr>
          <a:lstStyle/>
          <a:p>
            <a:r>
              <a:rPr lang="en-US" sz="1400" b="1" dirty="0">
                <a:solidFill>
                  <a:srgbClr val="3C4B34"/>
                </a:solidFill>
                <a:latin typeface="Comfortaa" pitchFamily="2" charset="0"/>
              </a:rPr>
              <a:t>Sign in</a:t>
            </a:r>
            <a:endParaRPr lang="en-AU" sz="1400" b="1" dirty="0">
              <a:solidFill>
                <a:srgbClr val="3C4B34"/>
              </a:solidFill>
              <a:latin typeface="Comfortaa" pitchFamily="2" charset="0"/>
            </a:endParaRPr>
          </a:p>
        </p:txBody>
      </p:sp>
      <p:sp>
        <p:nvSpPr>
          <p:cNvPr id="35" name="TextBox 34"/>
          <p:cNvSpPr txBox="1"/>
          <p:nvPr/>
        </p:nvSpPr>
        <p:spPr>
          <a:xfrm>
            <a:off x="1438771" y="1551412"/>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36" name="Rounded Rectangle 35"/>
          <p:cNvSpPr/>
          <p:nvPr/>
        </p:nvSpPr>
        <p:spPr>
          <a:xfrm>
            <a:off x="1534047" y="1828411"/>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johndoe@email.com</a:t>
            </a:r>
            <a:endParaRPr lang="en-AU" sz="1200" dirty="0">
              <a:solidFill>
                <a:srgbClr val="7F7F7F"/>
              </a:solidFill>
            </a:endParaRPr>
          </a:p>
        </p:txBody>
      </p:sp>
      <p:sp>
        <p:nvSpPr>
          <p:cNvPr id="45" name="TextBox 44"/>
          <p:cNvSpPr txBox="1"/>
          <p:nvPr/>
        </p:nvSpPr>
        <p:spPr>
          <a:xfrm>
            <a:off x="1438771" y="2423504"/>
            <a:ext cx="84510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46" name="Rounded Rectangle 45"/>
          <p:cNvSpPr/>
          <p:nvPr/>
        </p:nvSpPr>
        <p:spPr>
          <a:xfrm>
            <a:off x="1534047" y="270050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smtClean="0">
                <a:solidFill>
                  <a:srgbClr val="7F7F7F"/>
                </a:solidFill>
              </a:rPr>
              <a:t>●●●●●●</a:t>
            </a:r>
            <a:endParaRPr lang="en-AU" sz="1200" dirty="0">
              <a:solidFill>
                <a:srgbClr val="7F7F7F"/>
              </a:solidFill>
            </a:endParaRPr>
          </a:p>
        </p:txBody>
      </p:sp>
      <p:sp>
        <p:nvSpPr>
          <p:cNvPr id="47" name="Rounded Rectangle 46"/>
          <p:cNvSpPr/>
          <p:nvPr/>
        </p:nvSpPr>
        <p:spPr>
          <a:xfrm>
            <a:off x="1518040" y="3502537"/>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Sign In</a:t>
            </a:r>
            <a:endParaRPr lang="en-AU" sz="1300" b="1" dirty="0">
              <a:solidFill>
                <a:schemeClr val="bg1"/>
              </a:solidFill>
              <a:latin typeface="Comfortaa" pitchFamily="2" charset="0"/>
            </a:endParaRPr>
          </a:p>
        </p:txBody>
      </p:sp>
      <p:sp>
        <p:nvSpPr>
          <p:cNvPr id="49" name="TextBox 48"/>
          <p:cNvSpPr txBox="1"/>
          <p:nvPr/>
        </p:nvSpPr>
        <p:spPr>
          <a:xfrm>
            <a:off x="1730873" y="4227605"/>
            <a:ext cx="2307042" cy="276999"/>
          </a:xfrm>
          <a:prstGeom prst="rect">
            <a:avLst/>
          </a:prstGeom>
          <a:noFill/>
        </p:spPr>
        <p:txBody>
          <a:bodyPr wrap="none" rtlCol="0">
            <a:spAutoFit/>
          </a:bodyPr>
          <a:lstStyle/>
          <a:p>
            <a:pPr algn="ctr"/>
            <a:r>
              <a:rPr lang="en-US" sz="1200" dirty="0" smtClean="0">
                <a:solidFill>
                  <a:srgbClr val="3C4B34"/>
                </a:solidFill>
                <a:latin typeface="Lato" panose="020F0502020204030203" pitchFamily="34" charset="0"/>
              </a:rPr>
              <a:t>Don’t have an account? </a:t>
            </a:r>
            <a:r>
              <a:rPr lang="en-US" sz="1200" b="1" u="sng" dirty="0" smtClean="0">
                <a:solidFill>
                  <a:srgbClr val="AD56E1"/>
                </a:solidFill>
                <a:latin typeface="Lato" panose="020F0502020204030203" pitchFamily="34" charset="0"/>
              </a:rPr>
              <a:t>Sign Up</a:t>
            </a:r>
            <a:r>
              <a:rPr lang="en-US" sz="1200" dirty="0" smtClean="0">
                <a:solidFill>
                  <a:srgbClr val="3C4B34"/>
                </a:solidFill>
                <a:latin typeface="Lato" panose="020F0502020204030203" pitchFamily="34" charset="0"/>
              </a:rPr>
              <a:t> </a:t>
            </a:r>
            <a:endParaRPr lang="en-AU" sz="1200" dirty="0">
              <a:solidFill>
                <a:srgbClr val="3C4B34"/>
              </a:solidFill>
              <a:latin typeface="Lato" panose="020F0502020204030203" pitchFamily="34" charset="0"/>
            </a:endParaRPr>
          </a:p>
        </p:txBody>
      </p:sp>
      <p:grpSp>
        <p:nvGrpSpPr>
          <p:cNvPr id="50" name="Group 49"/>
          <p:cNvGrpSpPr/>
          <p:nvPr/>
        </p:nvGrpSpPr>
        <p:grpSpPr>
          <a:xfrm>
            <a:off x="4815155" y="0"/>
            <a:ext cx="3366722" cy="6858000"/>
            <a:chOff x="4676834" y="0"/>
            <a:chExt cx="3366722" cy="6858000"/>
          </a:xfrm>
        </p:grpSpPr>
        <p:grpSp>
          <p:nvGrpSpPr>
            <p:cNvPr id="51" name="Group 50"/>
            <p:cNvGrpSpPr/>
            <p:nvPr/>
          </p:nvGrpSpPr>
          <p:grpSpPr>
            <a:xfrm>
              <a:off x="4891726" y="235841"/>
              <a:ext cx="2977715" cy="657457"/>
              <a:chOff x="8416700" y="1852720"/>
              <a:chExt cx="2941320" cy="657457"/>
            </a:xfrm>
          </p:grpSpPr>
          <p:sp>
            <p:nvSpPr>
              <p:cNvPr id="56" name="Freeform 55"/>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57" name="Group 56"/>
              <p:cNvGrpSpPr/>
              <p:nvPr/>
            </p:nvGrpSpPr>
            <p:grpSpPr>
              <a:xfrm>
                <a:off x="8604900" y="1978310"/>
                <a:ext cx="1924379" cy="531867"/>
                <a:chOff x="8604900" y="1961442"/>
                <a:chExt cx="1924379" cy="531867"/>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604900" y="1961442"/>
                  <a:ext cx="531868" cy="531867"/>
                </a:xfrm>
                <a:prstGeom prst="rect">
                  <a:avLst/>
                </a:prstGeom>
              </p:spPr>
            </p:pic>
            <p:sp>
              <p:nvSpPr>
                <p:cNvPr id="59" name="TextBox 58"/>
                <p:cNvSpPr txBox="1"/>
                <p:nvPr/>
              </p:nvSpPr>
              <p:spPr>
                <a:xfrm>
                  <a:off x="9216315"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52" name="Group 51"/>
            <p:cNvGrpSpPr/>
            <p:nvPr/>
          </p:nvGrpSpPr>
          <p:grpSpPr>
            <a:xfrm>
              <a:off x="4676834" y="0"/>
              <a:ext cx="3366722" cy="6858000"/>
              <a:chOff x="8666331" y="315797"/>
              <a:chExt cx="3366722" cy="6858000"/>
            </a:xfrm>
          </p:grpSpPr>
          <p:pic>
            <p:nvPicPr>
              <p:cNvPr id="53" name="Picture 5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54" name="Picture 5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55" name="Rectangle 54"/>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60" name="TextBox 59"/>
          <p:cNvSpPr txBox="1"/>
          <p:nvPr/>
        </p:nvSpPr>
        <p:spPr>
          <a:xfrm>
            <a:off x="5036871" y="1058406"/>
            <a:ext cx="835485" cy="307777"/>
          </a:xfrm>
          <a:prstGeom prst="rect">
            <a:avLst/>
          </a:prstGeom>
          <a:noFill/>
        </p:spPr>
        <p:txBody>
          <a:bodyPr wrap="none" rtlCol="0">
            <a:spAutoFit/>
          </a:bodyPr>
          <a:lstStyle/>
          <a:p>
            <a:r>
              <a:rPr lang="en-US" sz="1400" b="1" dirty="0">
                <a:solidFill>
                  <a:srgbClr val="3C4B34"/>
                </a:solidFill>
                <a:latin typeface="Comfortaa" pitchFamily="2" charset="0"/>
              </a:rPr>
              <a:t>Sign in</a:t>
            </a:r>
            <a:endParaRPr lang="en-AU" sz="1400" b="1" dirty="0">
              <a:solidFill>
                <a:srgbClr val="3C4B34"/>
              </a:solidFill>
              <a:latin typeface="Comfortaa" pitchFamily="2" charset="0"/>
            </a:endParaRPr>
          </a:p>
        </p:txBody>
      </p:sp>
      <p:sp>
        <p:nvSpPr>
          <p:cNvPr id="61" name="TextBox 60"/>
          <p:cNvSpPr txBox="1"/>
          <p:nvPr/>
        </p:nvSpPr>
        <p:spPr>
          <a:xfrm>
            <a:off x="5036871" y="1545554"/>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62" name="Rounded Rectangle 61"/>
          <p:cNvSpPr/>
          <p:nvPr/>
        </p:nvSpPr>
        <p:spPr>
          <a:xfrm>
            <a:off x="5132147" y="182255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johndoe@email.com</a:t>
            </a:r>
            <a:endParaRPr lang="en-AU" sz="1200" dirty="0">
              <a:solidFill>
                <a:srgbClr val="7F7F7F"/>
              </a:solidFill>
            </a:endParaRPr>
          </a:p>
        </p:txBody>
      </p:sp>
      <p:sp>
        <p:nvSpPr>
          <p:cNvPr id="63" name="TextBox 62"/>
          <p:cNvSpPr txBox="1"/>
          <p:nvPr/>
        </p:nvSpPr>
        <p:spPr>
          <a:xfrm>
            <a:off x="5036871" y="2417646"/>
            <a:ext cx="84510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64" name="Rounded Rectangle 63"/>
          <p:cNvSpPr/>
          <p:nvPr/>
        </p:nvSpPr>
        <p:spPr>
          <a:xfrm>
            <a:off x="5132147" y="269464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smtClean="0">
                <a:solidFill>
                  <a:srgbClr val="7F7F7F"/>
                </a:solidFill>
              </a:rPr>
              <a:t>●●●●●●</a:t>
            </a:r>
            <a:endParaRPr lang="en-AU" sz="1200" dirty="0">
              <a:solidFill>
                <a:srgbClr val="7F7F7F"/>
              </a:solidFill>
            </a:endParaRPr>
          </a:p>
        </p:txBody>
      </p:sp>
      <p:sp>
        <p:nvSpPr>
          <p:cNvPr id="65" name="Rounded Rectangle 64"/>
          <p:cNvSpPr/>
          <p:nvPr/>
        </p:nvSpPr>
        <p:spPr>
          <a:xfrm>
            <a:off x="5116140" y="3496679"/>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Sign In</a:t>
            </a:r>
            <a:endParaRPr lang="en-AU" sz="1300" b="1" dirty="0">
              <a:solidFill>
                <a:schemeClr val="bg1"/>
              </a:solidFill>
              <a:latin typeface="Comfortaa" pitchFamily="2" charset="0"/>
            </a:endParaRPr>
          </a:p>
        </p:txBody>
      </p:sp>
      <p:sp>
        <p:nvSpPr>
          <p:cNvPr id="66" name="TextBox 65"/>
          <p:cNvSpPr txBox="1"/>
          <p:nvPr/>
        </p:nvSpPr>
        <p:spPr>
          <a:xfrm>
            <a:off x="5328973" y="4221747"/>
            <a:ext cx="2307042" cy="276999"/>
          </a:xfrm>
          <a:prstGeom prst="rect">
            <a:avLst/>
          </a:prstGeom>
          <a:noFill/>
        </p:spPr>
        <p:txBody>
          <a:bodyPr wrap="none" rtlCol="0">
            <a:spAutoFit/>
          </a:bodyPr>
          <a:lstStyle/>
          <a:p>
            <a:pPr algn="ctr"/>
            <a:r>
              <a:rPr lang="en-US" sz="1200" dirty="0" smtClean="0">
                <a:solidFill>
                  <a:srgbClr val="3C4B34"/>
                </a:solidFill>
                <a:latin typeface="Lato" panose="020F0502020204030203" pitchFamily="34" charset="0"/>
              </a:rPr>
              <a:t>Don’t have an account? </a:t>
            </a:r>
            <a:r>
              <a:rPr lang="en-US" sz="1200" b="1" u="sng" dirty="0" smtClean="0">
                <a:solidFill>
                  <a:srgbClr val="AD56E1"/>
                </a:solidFill>
                <a:latin typeface="Lato" panose="020F0502020204030203" pitchFamily="34" charset="0"/>
              </a:rPr>
              <a:t>Sign Up</a:t>
            </a:r>
            <a:r>
              <a:rPr lang="en-US" sz="1200" dirty="0" smtClean="0">
                <a:solidFill>
                  <a:srgbClr val="3C4B34"/>
                </a:solidFill>
                <a:latin typeface="Lato" panose="020F0502020204030203" pitchFamily="34" charset="0"/>
              </a:rPr>
              <a:t> </a:t>
            </a:r>
            <a:endParaRPr lang="en-AU" sz="1200" dirty="0">
              <a:solidFill>
                <a:srgbClr val="3C4B34"/>
              </a:solidFill>
              <a:latin typeface="Lato" panose="020F0502020204030203" pitchFamily="34" charset="0"/>
            </a:endParaRPr>
          </a:p>
        </p:txBody>
      </p:sp>
    </p:spTree>
    <p:extLst>
      <p:ext uri="{BB962C8B-B14F-4D97-AF65-F5344CB8AC3E}">
        <p14:creationId xmlns:p14="http://schemas.microsoft.com/office/powerpoint/2010/main" val="3102565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Rectangle 106"/>
          <p:cNvSpPr/>
          <p:nvPr/>
        </p:nvSpPr>
        <p:spPr>
          <a:xfrm>
            <a:off x="1436621" y="207042"/>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5" name="Rounded Rectangle 104"/>
          <p:cNvSpPr/>
          <p:nvPr/>
        </p:nvSpPr>
        <p:spPr>
          <a:xfrm>
            <a:off x="2994633" y="4977317"/>
            <a:ext cx="1279775" cy="840324"/>
          </a:xfrm>
          <a:prstGeom prst="roundRect">
            <a:avLst>
              <a:gd name="adj" fmla="val 4879"/>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6" name="Rounded Rectangle 95"/>
          <p:cNvSpPr/>
          <p:nvPr/>
        </p:nvSpPr>
        <p:spPr>
          <a:xfrm>
            <a:off x="5258788" y="107887"/>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smtClean="0"/>
              <a:t>Sign </a:t>
            </a:r>
            <a:r>
              <a:rPr lang="en-US" sz="4400" b="1" dirty="0"/>
              <a:t>up </a:t>
            </a:r>
            <a:r>
              <a:rPr lang="en-US" sz="4400" b="1" dirty="0" smtClean="0"/>
              <a:t>Screens</a:t>
            </a:r>
            <a:endParaRPr lang="en-AU" sz="4400" b="1" dirty="0"/>
          </a:p>
        </p:txBody>
      </p:sp>
      <p:grpSp>
        <p:nvGrpSpPr>
          <p:cNvPr id="67" name="Group 66"/>
          <p:cNvGrpSpPr/>
          <p:nvPr/>
        </p:nvGrpSpPr>
        <p:grpSpPr>
          <a:xfrm>
            <a:off x="1264957" y="7620"/>
            <a:ext cx="3366722" cy="6858000"/>
            <a:chOff x="4676834" y="0"/>
            <a:chExt cx="3366722" cy="6858000"/>
          </a:xfrm>
        </p:grpSpPr>
        <p:grpSp>
          <p:nvGrpSpPr>
            <p:cNvPr id="70" name="Group 69"/>
            <p:cNvGrpSpPr/>
            <p:nvPr/>
          </p:nvGrpSpPr>
          <p:grpSpPr>
            <a:xfrm>
              <a:off x="4891726" y="235841"/>
              <a:ext cx="2977715" cy="657457"/>
              <a:chOff x="8416700" y="1852720"/>
              <a:chExt cx="2941320" cy="657457"/>
            </a:xfrm>
          </p:grpSpPr>
          <p:sp>
            <p:nvSpPr>
              <p:cNvPr id="75" name="Freeform 74"/>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6" name="Group 75"/>
              <p:cNvGrpSpPr/>
              <p:nvPr/>
            </p:nvGrpSpPr>
            <p:grpSpPr>
              <a:xfrm>
                <a:off x="8604900" y="1978310"/>
                <a:ext cx="1924379" cy="531867"/>
                <a:chOff x="8604900" y="1961442"/>
                <a:chExt cx="1924379" cy="531867"/>
              </a:xfrm>
            </p:grpSpPr>
            <p:pic>
              <p:nvPicPr>
                <p:cNvPr id="77" name="Picture 7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604900" y="1961442"/>
                  <a:ext cx="531868" cy="531867"/>
                </a:xfrm>
                <a:prstGeom prst="rect">
                  <a:avLst/>
                </a:prstGeom>
              </p:spPr>
            </p:pic>
            <p:sp>
              <p:nvSpPr>
                <p:cNvPr id="78" name="TextBox 77"/>
                <p:cNvSpPr txBox="1"/>
                <p:nvPr/>
              </p:nvSpPr>
              <p:spPr>
                <a:xfrm>
                  <a:off x="9216315"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71" name="Group 70"/>
            <p:cNvGrpSpPr/>
            <p:nvPr/>
          </p:nvGrpSpPr>
          <p:grpSpPr>
            <a:xfrm>
              <a:off x="4676834" y="0"/>
              <a:ext cx="3366722" cy="6858000"/>
              <a:chOff x="8666331" y="315797"/>
              <a:chExt cx="3366722" cy="6858000"/>
            </a:xfrm>
          </p:grpSpPr>
          <p:pic>
            <p:nvPicPr>
              <p:cNvPr id="72" name="Picture 7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73" name="Picture 7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74" name="Rectangle 73"/>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9" name="TextBox 78"/>
          <p:cNvSpPr txBox="1"/>
          <p:nvPr/>
        </p:nvSpPr>
        <p:spPr>
          <a:xfrm>
            <a:off x="1486510" y="1061902"/>
            <a:ext cx="907621" cy="307777"/>
          </a:xfrm>
          <a:prstGeom prst="rect">
            <a:avLst/>
          </a:prstGeom>
          <a:noFill/>
        </p:spPr>
        <p:txBody>
          <a:bodyPr wrap="none" rtlCol="0">
            <a:spAutoFit/>
          </a:bodyPr>
          <a:lstStyle/>
          <a:p>
            <a:r>
              <a:rPr lang="en-US" sz="1400" b="1" dirty="0">
                <a:solidFill>
                  <a:srgbClr val="3C4B34"/>
                </a:solidFill>
                <a:latin typeface="Comfortaa" pitchFamily="2" charset="0"/>
              </a:rPr>
              <a:t>Sign </a:t>
            </a:r>
            <a:r>
              <a:rPr lang="en-US" sz="1400" b="1" dirty="0" smtClean="0">
                <a:solidFill>
                  <a:srgbClr val="3C4B34"/>
                </a:solidFill>
                <a:latin typeface="Comfortaa" pitchFamily="2" charset="0"/>
              </a:rPr>
              <a:t>up</a:t>
            </a:r>
            <a:endParaRPr lang="en-AU" sz="1400" b="1" dirty="0">
              <a:solidFill>
                <a:srgbClr val="3C4B34"/>
              </a:solidFill>
              <a:latin typeface="Comfortaa" pitchFamily="2" charset="0"/>
            </a:endParaRPr>
          </a:p>
        </p:txBody>
      </p:sp>
      <p:sp>
        <p:nvSpPr>
          <p:cNvPr id="80" name="TextBox 79"/>
          <p:cNvSpPr txBox="1"/>
          <p:nvPr/>
        </p:nvSpPr>
        <p:spPr>
          <a:xfrm>
            <a:off x="1486510" y="1549050"/>
            <a:ext cx="2626040"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Full Name (As displayed on Govt. ID)</a:t>
            </a:r>
            <a:endParaRPr lang="en-AU" sz="1200" dirty="0">
              <a:solidFill>
                <a:srgbClr val="3C4B34"/>
              </a:solidFill>
              <a:latin typeface="Lato" panose="020F0502020204030203" pitchFamily="34" charset="0"/>
            </a:endParaRPr>
          </a:p>
        </p:txBody>
      </p:sp>
      <p:sp>
        <p:nvSpPr>
          <p:cNvPr id="81" name="Rounded Rectangle 80"/>
          <p:cNvSpPr/>
          <p:nvPr/>
        </p:nvSpPr>
        <p:spPr>
          <a:xfrm>
            <a:off x="1581786" y="1826049"/>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John Doe</a:t>
            </a:r>
            <a:endParaRPr lang="en-AU" sz="1200" dirty="0">
              <a:solidFill>
                <a:srgbClr val="7F7F7F"/>
              </a:solidFill>
            </a:endParaRPr>
          </a:p>
        </p:txBody>
      </p:sp>
      <p:sp>
        <p:nvSpPr>
          <p:cNvPr id="82" name="TextBox 81"/>
          <p:cNvSpPr txBox="1"/>
          <p:nvPr/>
        </p:nvSpPr>
        <p:spPr>
          <a:xfrm>
            <a:off x="1486510" y="2254766"/>
            <a:ext cx="105830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Date of Birth</a:t>
            </a:r>
            <a:endParaRPr lang="en-AU" sz="1200" dirty="0">
              <a:solidFill>
                <a:srgbClr val="3C4B34"/>
              </a:solidFill>
              <a:latin typeface="Lato" panose="020F0502020204030203" pitchFamily="34" charset="0"/>
            </a:endParaRPr>
          </a:p>
        </p:txBody>
      </p:sp>
      <p:sp>
        <p:nvSpPr>
          <p:cNvPr id="83" name="Rounded Rectangle 82"/>
          <p:cNvSpPr/>
          <p:nvPr/>
        </p:nvSpPr>
        <p:spPr>
          <a:xfrm>
            <a:off x="1581786" y="253176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DD/MM/YYYY</a:t>
            </a:r>
            <a:endParaRPr lang="en-AU" sz="1200" dirty="0">
              <a:solidFill>
                <a:srgbClr val="7F7F7F"/>
              </a:solidFill>
            </a:endParaRPr>
          </a:p>
        </p:txBody>
      </p:sp>
      <p:sp>
        <p:nvSpPr>
          <p:cNvPr id="84" name="TextBox 83"/>
          <p:cNvSpPr txBox="1"/>
          <p:nvPr/>
        </p:nvSpPr>
        <p:spPr>
          <a:xfrm>
            <a:off x="1480033" y="2940717"/>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85" name="Rounded Rectangle 84"/>
          <p:cNvSpPr/>
          <p:nvPr/>
        </p:nvSpPr>
        <p:spPr>
          <a:xfrm>
            <a:off x="1575309" y="3217716"/>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johndoe@email.com</a:t>
            </a:r>
            <a:endParaRPr lang="en-AU" sz="1200" dirty="0">
              <a:solidFill>
                <a:srgbClr val="7F7F7F"/>
              </a:solidFill>
            </a:endParaRPr>
          </a:p>
        </p:txBody>
      </p:sp>
      <p:sp>
        <p:nvSpPr>
          <p:cNvPr id="87" name="TextBox 86"/>
          <p:cNvSpPr txBox="1"/>
          <p:nvPr/>
        </p:nvSpPr>
        <p:spPr>
          <a:xfrm>
            <a:off x="1480033" y="3646433"/>
            <a:ext cx="1340432"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Create Password</a:t>
            </a:r>
            <a:endParaRPr lang="en-AU" sz="1200" dirty="0">
              <a:solidFill>
                <a:srgbClr val="3C4B34"/>
              </a:solidFill>
              <a:latin typeface="Lato" panose="020F0502020204030203" pitchFamily="34" charset="0"/>
            </a:endParaRPr>
          </a:p>
        </p:txBody>
      </p:sp>
      <p:sp>
        <p:nvSpPr>
          <p:cNvPr id="92" name="Rounded Rectangle 91"/>
          <p:cNvSpPr/>
          <p:nvPr/>
        </p:nvSpPr>
        <p:spPr>
          <a:xfrm>
            <a:off x="1575309" y="3923432"/>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5" name="Rectangle 4"/>
          <p:cNvSpPr/>
          <p:nvPr/>
        </p:nvSpPr>
        <p:spPr>
          <a:xfrm>
            <a:off x="1581786" y="4520947"/>
            <a:ext cx="252000" cy="252000"/>
          </a:xfrm>
          <a:prstGeom prst="rect">
            <a:avLst/>
          </a:prstGeom>
          <a:solidFill>
            <a:srgbClr val="E9E0FF"/>
          </a:solid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8" name="TextBox 97"/>
          <p:cNvSpPr txBox="1"/>
          <p:nvPr/>
        </p:nvSpPr>
        <p:spPr>
          <a:xfrm>
            <a:off x="1841181" y="4511755"/>
            <a:ext cx="2348720" cy="276999"/>
          </a:xfrm>
          <a:prstGeom prst="rect">
            <a:avLst/>
          </a:prstGeom>
          <a:noFill/>
        </p:spPr>
        <p:txBody>
          <a:bodyPr wrap="none" rtlCol="0">
            <a:spAutoFit/>
          </a:bodyPr>
          <a:lstStyle/>
          <a:p>
            <a:r>
              <a:rPr lang="en-US" sz="1200" dirty="0">
                <a:solidFill>
                  <a:schemeClr val="tx1">
                    <a:lumMod val="65000"/>
                    <a:lumOff val="35000"/>
                  </a:schemeClr>
                </a:solidFill>
                <a:latin typeface="Lato" panose="020F0502020204030203" pitchFamily="34" charset="0"/>
              </a:rPr>
              <a:t>I accept the</a:t>
            </a:r>
            <a:r>
              <a:rPr lang="en-US" sz="1200" dirty="0">
                <a:latin typeface="Lato" panose="020F0502020204030203" pitchFamily="34" charset="0"/>
              </a:rPr>
              <a:t> </a:t>
            </a:r>
            <a:r>
              <a:rPr lang="en-US" sz="1200" b="1" u="sng" dirty="0">
                <a:solidFill>
                  <a:srgbClr val="9510E4"/>
                </a:solidFill>
                <a:latin typeface="Lato" panose="020F0502020204030203" pitchFamily="34" charset="0"/>
              </a:rPr>
              <a:t>Terms &amp; Conditions</a:t>
            </a:r>
            <a:endParaRPr lang="en-AU" sz="1200" b="1" u="sng" dirty="0">
              <a:solidFill>
                <a:srgbClr val="9510E4"/>
              </a:solidFill>
              <a:latin typeface="Lato" panose="020F0502020204030203" pitchFamily="34" charset="0"/>
            </a:endParaRPr>
          </a:p>
        </p:txBody>
      </p:sp>
      <p:sp>
        <p:nvSpPr>
          <p:cNvPr id="99" name="Rounded Rectangle 98"/>
          <p:cNvSpPr/>
          <p:nvPr/>
        </p:nvSpPr>
        <p:spPr>
          <a:xfrm>
            <a:off x="1607039" y="4977317"/>
            <a:ext cx="1279775" cy="840324"/>
          </a:xfrm>
          <a:prstGeom prst="roundRect">
            <a:avLst>
              <a:gd name="adj" fmla="val 4879"/>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1" name="TextBox 100"/>
          <p:cNvSpPr txBox="1"/>
          <p:nvPr/>
        </p:nvSpPr>
        <p:spPr>
          <a:xfrm>
            <a:off x="1744363" y="5011958"/>
            <a:ext cx="992579" cy="2308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Upload </a:t>
            </a:r>
            <a:r>
              <a:rPr lang="en-US" sz="900" dirty="0" smtClean="0">
                <a:solidFill>
                  <a:schemeClr val="tx1">
                    <a:lumMod val="65000"/>
                    <a:lumOff val="35000"/>
                  </a:schemeClr>
                </a:solidFill>
                <a:latin typeface="Lato" panose="020F0502020204030203" pitchFamily="34" charset="0"/>
              </a:rPr>
              <a:t>Govt. ID</a:t>
            </a:r>
            <a:endParaRPr lang="en-AU" sz="900" dirty="0">
              <a:solidFill>
                <a:schemeClr val="tx1">
                  <a:lumMod val="65000"/>
                  <a:lumOff val="35000"/>
                </a:schemeClr>
              </a:solidFill>
              <a:latin typeface="Lato" panose="020F0502020204030203" pitchFamily="34" charset="0"/>
            </a:endParaRPr>
          </a:p>
        </p:txBody>
      </p:sp>
      <p:sp>
        <p:nvSpPr>
          <p:cNvPr id="102" name="TextBox 101"/>
          <p:cNvSpPr txBox="1"/>
          <p:nvPr/>
        </p:nvSpPr>
        <p:spPr>
          <a:xfrm>
            <a:off x="3192004" y="5018140"/>
            <a:ext cx="904414" cy="369332"/>
          </a:xfrm>
          <a:prstGeom prst="rect">
            <a:avLst/>
          </a:prstGeom>
          <a:noFill/>
        </p:spPr>
        <p:txBody>
          <a:bodyPr wrap="none" rtlCol="0">
            <a:spAutoFit/>
          </a:bodyPr>
          <a:lstStyle/>
          <a:p>
            <a:pPr algn="ctr"/>
            <a:r>
              <a:rPr lang="en-US" sz="900" dirty="0" smtClean="0">
                <a:solidFill>
                  <a:schemeClr val="tx1">
                    <a:lumMod val="65000"/>
                    <a:lumOff val="35000"/>
                  </a:schemeClr>
                </a:solidFill>
                <a:latin typeface="Lato" panose="020F0502020204030203" pitchFamily="34" charset="0"/>
              </a:rPr>
              <a:t>Selfie </a:t>
            </a:r>
            <a:r>
              <a:rPr lang="en-US" sz="900" dirty="0">
                <a:solidFill>
                  <a:schemeClr val="tx1">
                    <a:lumMod val="65000"/>
                    <a:lumOff val="35000"/>
                  </a:schemeClr>
                </a:solidFill>
                <a:latin typeface="Lato" panose="020F0502020204030203" pitchFamily="34" charset="0"/>
              </a:rPr>
              <a:t>Holding </a:t>
            </a:r>
          </a:p>
          <a:p>
            <a:pPr algn="ctr"/>
            <a:r>
              <a:rPr lang="en-US" sz="900" dirty="0">
                <a:solidFill>
                  <a:schemeClr val="tx1">
                    <a:lumMod val="65000"/>
                    <a:lumOff val="35000"/>
                  </a:schemeClr>
                </a:solidFill>
                <a:latin typeface="Lato" panose="020F0502020204030203" pitchFamily="34" charset="0"/>
              </a:rPr>
              <a:t>same </a:t>
            </a:r>
            <a:r>
              <a:rPr lang="en-US" sz="900" dirty="0" smtClean="0">
                <a:solidFill>
                  <a:schemeClr val="tx1">
                    <a:lumMod val="65000"/>
                    <a:lumOff val="35000"/>
                  </a:schemeClr>
                </a:solidFill>
                <a:latin typeface="Lato" panose="020F0502020204030203" pitchFamily="34" charset="0"/>
              </a:rPr>
              <a:t>Govt. </a:t>
            </a:r>
            <a:r>
              <a:rPr lang="en-US" sz="900" dirty="0">
                <a:solidFill>
                  <a:schemeClr val="tx1">
                    <a:lumMod val="65000"/>
                    <a:lumOff val="35000"/>
                  </a:schemeClr>
                </a:solidFill>
                <a:latin typeface="Lato" panose="020F0502020204030203" pitchFamily="34" charset="0"/>
              </a:rPr>
              <a:t>ID</a:t>
            </a:r>
            <a:endParaRPr lang="en-AU" sz="900" dirty="0">
              <a:solidFill>
                <a:schemeClr val="tx1">
                  <a:lumMod val="65000"/>
                  <a:lumOff val="35000"/>
                </a:schemeClr>
              </a:solidFill>
              <a:latin typeface="Lato" panose="020F0502020204030203" pitchFamily="34" charset="0"/>
            </a:endParaRPr>
          </a:p>
        </p:txBody>
      </p:sp>
      <p:sp>
        <p:nvSpPr>
          <p:cNvPr id="103" name="Rectangle 102"/>
          <p:cNvSpPr/>
          <p:nvPr/>
        </p:nvSpPr>
        <p:spPr>
          <a:xfrm>
            <a:off x="2032310" y="5397479"/>
            <a:ext cx="413896" cy="369332"/>
          </a:xfrm>
          <a:prstGeom prst="rect">
            <a:avLst/>
          </a:prstGeom>
        </p:spPr>
        <p:txBody>
          <a:bodyPr wrap="none">
            <a:spAutoFit/>
          </a:bodyPr>
          <a:lstStyle/>
          <a:p>
            <a:r>
              <a:rPr lang="en-AU" b="1" dirty="0">
                <a:solidFill>
                  <a:srgbClr val="9510E4"/>
                </a:solidFill>
                <a:latin typeface="Arial" panose="020B0604020202020204" pitchFamily="34" charset="0"/>
              </a:rPr>
              <a:t>⊕</a:t>
            </a:r>
            <a:endParaRPr lang="en-AU" b="1" dirty="0">
              <a:solidFill>
                <a:srgbClr val="9510E4"/>
              </a:solidFill>
            </a:endParaRPr>
          </a:p>
        </p:txBody>
      </p:sp>
      <p:sp>
        <p:nvSpPr>
          <p:cNvPr id="104" name="Rectangle 103"/>
          <p:cNvSpPr/>
          <p:nvPr/>
        </p:nvSpPr>
        <p:spPr>
          <a:xfrm>
            <a:off x="3386643" y="5366701"/>
            <a:ext cx="583481" cy="400110"/>
          </a:xfrm>
          <a:prstGeom prst="rect">
            <a:avLst/>
          </a:prstGeom>
        </p:spPr>
        <p:txBody>
          <a:bodyPr wrap="square">
            <a:spAutoFit/>
          </a:bodyPr>
          <a:lstStyle/>
          <a:p>
            <a:r>
              <a:rPr lang="en-AU" sz="2000" dirty="0">
                <a:solidFill>
                  <a:srgbClr val="9510E4"/>
                </a:solidFill>
                <a:latin typeface="Arial" panose="020B0604020202020204" pitchFamily="34" charset="0"/>
              </a:rPr>
              <a:t>📷</a:t>
            </a:r>
            <a:endParaRPr lang="en-AU" sz="2000" dirty="0">
              <a:solidFill>
                <a:srgbClr val="9510E4"/>
              </a:solidFill>
            </a:endParaRPr>
          </a:p>
        </p:txBody>
      </p:sp>
      <p:sp>
        <p:nvSpPr>
          <p:cNvPr id="106" name="Rounded Rectangle 105"/>
          <p:cNvSpPr/>
          <p:nvPr/>
        </p:nvSpPr>
        <p:spPr>
          <a:xfrm>
            <a:off x="1575029" y="5972330"/>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Continue</a:t>
            </a:r>
            <a:endParaRPr lang="en-AU" sz="1300" b="1" dirty="0">
              <a:solidFill>
                <a:schemeClr val="bg1"/>
              </a:solidFill>
              <a:latin typeface="Comfortaa" pitchFamily="2" charset="0"/>
            </a:endParaRPr>
          </a:p>
        </p:txBody>
      </p:sp>
      <p:sp>
        <p:nvSpPr>
          <p:cNvPr id="108" name="Rounded Rectangle 107"/>
          <p:cNvSpPr/>
          <p:nvPr/>
        </p:nvSpPr>
        <p:spPr>
          <a:xfrm>
            <a:off x="5109121" y="5962960"/>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OK</a:t>
            </a:r>
            <a:endParaRPr lang="en-AU" sz="1300" b="1" dirty="0">
              <a:solidFill>
                <a:schemeClr val="bg1"/>
              </a:solidFill>
              <a:latin typeface="Comfortaa" pitchFamily="2" charset="0"/>
            </a:endParaRPr>
          </a:p>
        </p:txBody>
      </p:sp>
      <p:grpSp>
        <p:nvGrpSpPr>
          <p:cNvPr id="9" name="Group 8"/>
          <p:cNvGrpSpPr/>
          <p:nvPr/>
        </p:nvGrpSpPr>
        <p:grpSpPr>
          <a:xfrm>
            <a:off x="4997969" y="220082"/>
            <a:ext cx="2977715" cy="657457"/>
            <a:chOff x="8674996" y="532475"/>
            <a:chExt cx="2977715" cy="657457"/>
          </a:xfrm>
        </p:grpSpPr>
        <p:sp>
          <p:nvSpPr>
            <p:cNvPr id="109" name="Freeform 108"/>
            <p:cNvSpPr/>
            <p:nvPr/>
          </p:nvSpPr>
          <p:spPr>
            <a:xfrm rot="10800000">
              <a:off x="8674996" y="532475"/>
              <a:ext cx="2977715"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pic>
          <p:nvPicPr>
            <p:cNvPr id="110" name="Picture 10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865525" y="658065"/>
              <a:ext cx="538449" cy="531867"/>
            </a:xfrm>
            <a:prstGeom prst="rect">
              <a:avLst/>
            </a:prstGeom>
          </p:spPr>
        </p:pic>
        <p:sp>
          <p:nvSpPr>
            <p:cNvPr id="111" name="TextBox 110"/>
            <p:cNvSpPr txBox="1"/>
            <p:nvPr/>
          </p:nvSpPr>
          <p:spPr>
            <a:xfrm>
              <a:off x="9484506" y="821489"/>
              <a:ext cx="1329210"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nvGrpSpPr>
          <p:cNvPr id="93" name="Group 92"/>
          <p:cNvGrpSpPr/>
          <p:nvPr/>
        </p:nvGrpSpPr>
        <p:grpSpPr>
          <a:xfrm>
            <a:off x="4997969" y="1066285"/>
            <a:ext cx="2924488" cy="4662815"/>
            <a:chOff x="8993192" y="1118837"/>
            <a:chExt cx="2924488" cy="4662815"/>
          </a:xfrm>
        </p:grpSpPr>
        <p:sp>
          <p:nvSpPr>
            <p:cNvPr id="69" name="TextBox 68"/>
            <p:cNvSpPr txBox="1"/>
            <p:nvPr/>
          </p:nvSpPr>
          <p:spPr>
            <a:xfrm>
              <a:off x="8993192" y="1118837"/>
              <a:ext cx="2813829" cy="307777"/>
            </a:xfrm>
            <a:prstGeom prst="rect">
              <a:avLst/>
            </a:prstGeom>
            <a:noFill/>
          </p:spPr>
          <p:txBody>
            <a:bodyPr wrap="square" rtlCol="0">
              <a:spAutoFit/>
            </a:bodyPr>
            <a:lstStyle/>
            <a:p>
              <a:r>
                <a:rPr lang="en-US" sz="1400" b="1" dirty="0">
                  <a:solidFill>
                    <a:srgbClr val="506445"/>
                  </a:solidFill>
                  <a:latin typeface="Comfortaa" pitchFamily="2" charset="0"/>
                </a:rPr>
                <a:t>Terms &amp; Conditions</a:t>
              </a:r>
              <a:endParaRPr lang="en-AU" sz="1400" b="1" dirty="0">
                <a:solidFill>
                  <a:srgbClr val="506445"/>
                </a:solidFill>
                <a:latin typeface="Comfortaa" pitchFamily="2" charset="0"/>
              </a:endParaRPr>
            </a:p>
          </p:txBody>
        </p:sp>
        <p:sp>
          <p:nvSpPr>
            <p:cNvPr id="91" name="TextBox 90"/>
            <p:cNvSpPr txBox="1"/>
            <p:nvPr/>
          </p:nvSpPr>
          <p:spPr>
            <a:xfrm>
              <a:off x="9059244" y="1488169"/>
              <a:ext cx="2858436" cy="4293483"/>
            </a:xfrm>
            <a:prstGeom prst="rect">
              <a:avLst/>
            </a:prstGeom>
            <a:noFill/>
          </p:spPr>
          <p:txBody>
            <a:bodyPr wrap="square" rtlCol="0">
              <a:spAutoFit/>
            </a:bodyPr>
            <a:lstStyle/>
            <a:p>
              <a:pPr algn="just"/>
              <a:r>
                <a:rPr lang="en-US" sz="1300" dirty="0">
                  <a:solidFill>
                    <a:srgbClr val="506445"/>
                  </a:solidFill>
                  <a:latin typeface="Lato" panose="020F0502020204030203" pitchFamily="34" charset="0"/>
                </a:rPr>
                <a:t>Welcome to Micro2Move! Please read these Terms and Conditions carefully before using our services. By accessing or using the service, you agree to be bound by these terms. If you disagree with any part of the terms, you may not access the service. Our service allows you to connect with a community of safe biking enthusiasts, providing resources, tutorials, and e-bike sharing opportunities. We are committed to promoting safe biking practices in Sydney. </a:t>
              </a:r>
              <a:endParaRPr lang="en-US" sz="1300" dirty="0" smtClean="0">
                <a:solidFill>
                  <a:srgbClr val="506445"/>
                </a:solidFill>
                <a:latin typeface="Lato" panose="020F0502020204030203" pitchFamily="34" charset="0"/>
              </a:endParaRPr>
            </a:p>
            <a:p>
              <a:pPr algn="just"/>
              <a:endParaRPr lang="en-US" sz="1300" dirty="0" smtClean="0">
                <a:solidFill>
                  <a:srgbClr val="506445"/>
                </a:solidFill>
                <a:latin typeface="Lato" panose="020F0502020204030203" pitchFamily="34" charset="0"/>
              </a:endParaRPr>
            </a:p>
            <a:p>
              <a:pPr algn="just"/>
              <a:r>
                <a:rPr lang="en-US" sz="1300" b="1" dirty="0" smtClean="0">
                  <a:solidFill>
                    <a:srgbClr val="506445"/>
                  </a:solidFill>
                  <a:latin typeface="Comfortaa" pitchFamily="2" charset="0"/>
                </a:rPr>
                <a:t>Implicit Insurance Details:</a:t>
              </a:r>
            </a:p>
            <a:p>
              <a:pPr algn="just"/>
              <a:r>
                <a:rPr lang="en-US" sz="1300" dirty="0" smtClean="0">
                  <a:solidFill>
                    <a:srgbClr val="506445"/>
                  </a:solidFill>
                  <a:latin typeface="Lato" panose="020F0502020204030203" pitchFamily="34" charset="0"/>
                </a:rPr>
                <a:t>Your ride is insured for free with us. We are not liable for any of your ride. We are only a renting platform. If you want to know more about our insurance policies …</a:t>
              </a:r>
              <a:r>
                <a:rPr lang="en-US" sz="1300" dirty="0" smtClean="0">
                  <a:latin typeface="Lato" panose="020F0502020204030203" pitchFamily="34" charset="0"/>
                </a:rPr>
                <a:t> </a:t>
              </a:r>
              <a:r>
                <a:rPr lang="en-US" sz="1300" dirty="0">
                  <a:solidFill>
                    <a:srgbClr val="9510E4"/>
                  </a:solidFill>
                  <a:latin typeface="Lato" panose="020F0502020204030203" pitchFamily="34" charset="0"/>
                </a:rPr>
                <a:t>Read more</a:t>
              </a:r>
              <a:endParaRPr lang="en-AU" sz="1300" dirty="0">
                <a:solidFill>
                  <a:srgbClr val="9510E4"/>
                </a:solidFill>
                <a:latin typeface="Lato" panose="020F0502020204030203" pitchFamily="34" charset="0"/>
              </a:endParaRPr>
            </a:p>
          </p:txBody>
        </p:sp>
      </p:grpSp>
      <p:pic>
        <p:nvPicPr>
          <p:cNvPr id="112" name="Picture 11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4791784" y="-6808"/>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13" name="Picture 11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73404" y="157818"/>
            <a:ext cx="2439669" cy="456298"/>
          </a:xfrm>
          <a:prstGeom prst="rect">
            <a:avLst/>
          </a:prstGeom>
        </p:spPr>
      </p:pic>
      <p:sp>
        <p:nvSpPr>
          <p:cNvPr id="114" name="Rectangle 113"/>
          <p:cNvSpPr/>
          <p:nvPr/>
        </p:nvSpPr>
        <p:spPr>
          <a:xfrm>
            <a:off x="6003010" y="40882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7784684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Rounded Rectangle 94"/>
          <p:cNvSpPr/>
          <p:nvPr/>
        </p:nvSpPr>
        <p:spPr>
          <a:xfrm>
            <a:off x="1312818" y="13088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4" name="Rounded Rectangle 93"/>
          <p:cNvSpPr/>
          <p:nvPr/>
        </p:nvSpPr>
        <p:spPr>
          <a:xfrm>
            <a:off x="5030674" y="12192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up Screens</a:t>
            </a:r>
            <a:endParaRPr lang="en-AU" sz="4400" b="1" dirty="0"/>
          </a:p>
        </p:txBody>
      </p:sp>
      <p:grpSp>
        <p:nvGrpSpPr>
          <p:cNvPr id="36" name="Group 35"/>
          <p:cNvGrpSpPr/>
          <p:nvPr/>
        </p:nvGrpSpPr>
        <p:grpSpPr>
          <a:xfrm>
            <a:off x="1231559" y="0"/>
            <a:ext cx="3374571" cy="6858000"/>
            <a:chOff x="1231559" y="0"/>
            <a:chExt cx="3374571" cy="6858000"/>
          </a:xfrm>
        </p:grpSpPr>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4" name="TextBox 13"/>
            <p:cNvSpPr txBox="1"/>
            <p:nvPr/>
          </p:nvSpPr>
          <p:spPr>
            <a:xfrm>
              <a:off x="142743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endParaRPr lang="en-AU" b="1" dirty="0">
                <a:solidFill>
                  <a:schemeClr val="tx1">
                    <a:lumMod val="65000"/>
                    <a:lumOff val="35000"/>
                  </a:schemeClr>
                </a:solidFill>
                <a:latin typeface="Comfortaa" pitchFamily="2" charset="0"/>
              </a:endParaRPr>
            </a:p>
          </p:txBody>
        </p:sp>
        <p:sp>
          <p:nvSpPr>
            <p:cNvPr id="16" name="Rounded Rectangle 15"/>
            <p:cNvSpPr/>
            <p:nvPr/>
          </p:nvSpPr>
          <p:spPr>
            <a:xfrm>
              <a:off x="1547244" y="171323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17" name="TextBox 16"/>
            <p:cNvSpPr txBox="1"/>
            <p:nvPr/>
          </p:nvSpPr>
          <p:spPr>
            <a:xfrm>
              <a:off x="154724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19" name="Rounded Rectangle 18"/>
            <p:cNvSpPr/>
            <p:nvPr/>
          </p:nvSpPr>
          <p:spPr>
            <a:xfrm>
              <a:off x="1547244" y="235984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20" name="TextBox 19"/>
            <p:cNvSpPr txBox="1"/>
            <p:nvPr/>
          </p:nvSpPr>
          <p:spPr>
            <a:xfrm>
              <a:off x="1547244" y="211362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21" name="Rounded Rectangle 20"/>
            <p:cNvSpPr/>
            <p:nvPr/>
          </p:nvSpPr>
          <p:spPr>
            <a:xfrm>
              <a:off x="1547244" y="300452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22" name="TextBox 21"/>
            <p:cNvSpPr txBox="1"/>
            <p:nvPr/>
          </p:nvSpPr>
          <p:spPr>
            <a:xfrm>
              <a:off x="1547244" y="275830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24" name="Rounded Rectangle 23"/>
            <p:cNvSpPr/>
            <p:nvPr/>
          </p:nvSpPr>
          <p:spPr>
            <a:xfrm>
              <a:off x="1547244" y="36508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25" name="TextBox 24"/>
            <p:cNvSpPr txBox="1"/>
            <p:nvPr/>
          </p:nvSpPr>
          <p:spPr>
            <a:xfrm>
              <a:off x="1547244" y="340461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18" name="Rectangle 17"/>
            <p:cNvSpPr/>
            <p:nvPr/>
          </p:nvSpPr>
          <p:spPr>
            <a:xfrm>
              <a:off x="1585256" y="4191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TextBox 25"/>
            <p:cNvSpPr txBox="1"/>
            <p:nvPr/>
          </p:nvSpPr>
          <p:spPr>
            <a:xfrm>
              <a:off x="1778680" y="419179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28" name="Rounded Rectangle 27"/>
            <p:cNvSpPr/>
            <p:nvPr/>
          </p:nvSpPr>
          <p:spPr>
            <a:xfrm>
              <a:off x="1547244" y="4508324"/>
              <a:ext cx="1279775" cy="840324"/>
            </a:xfrm>
            <a:prstGeom prst="roundRect">
              <a:avLst/>
            </a:prstGeom>
            <a:blipFill>
              <a:blip r:embed="rId4"/>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Rounded Rectangle 28"/>
            <p:cNvSpPr/>
            <p:nvPr/>
          </p:nvSpPr>
          <p:spPr>
            <a:xfrm>
              <a:off x="2930540" y="4508324"/>
              <a:ext cx="1362752" cy="840324"/>
            </a:xfrm>
            <a:prstGeom prst="roundRect">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TextBox 30"/>
            <p:cNvSpPr txBox="1"/>
            <p:nvPr/>
          </p:nvSpPr>
          <p:spPr>
            <a:xfrm>
              <a:off x="3519555" y="4546022"/>
              <a:ext cx="184731" cy="230832"/>
            </a:xfrm>
            <a:prstGeom prst="rect">
              <a:avLst/>
            </a:prstGeom>
            <a:noFill/>
          </p:spPr>
          <p:txBody>
            <a:bodyPr wrap="none" rtlCol="0">
              <a:spAutoFit/>
            </a:bodyPr>
            <a:lstStyle/>
            <a:p>
              <a:pPr algn="ctr"/>
              <a:endParaRPr lang="en-AU" sz="900" dirty="0">
                <a:solidFill>
                  <a:schemeClr val="tx1">
                    <a:lumMod val="65000"/>
                    <a:lumOff val="35000"/>
                  </a:schemeClr>
                </a:solidFill>
                <a:latin typeface="Lato" panose="020F0502020204030203" pitchFamily="34" charset="0"/>
              </a:endParaRPr>
            </a:p>
          </p:txBody>
        </p:sp>
        <p:sp>
          <p:nvSpPr>
            <p:cNvPr id="34" name="Rounded Rectangle 33"/>
            <p:cNvSpPr/>
            <p:nvPr/>
          </p:nvSpPr>
          <p:spPr>
            <a:xfrm>
              <a:off x="1547244" y="55318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35" name="Rounded Rectangle 34"/>
            <p:cNvSpPr/>
            <p:nvPr/>
          </p:nvSpPr>
          <p:spPr>
            <a:xfrm>
              <a:off x="1547244" y="5933182"/>
              <a:ext cx="2743199" cy="399142"/>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lumMod val="50000"/>
                    </a:schemeClr>
                  </a:solidFill>
                  <a:latin typeface="Lato" panose="020F0502020204030203" pitchFamily="34" charset="0"/>
                </a:rPr>
                <a:t>Already an user? </a:t>
              </a:r>
              <a:r>
                <a:rPr lang="en-US" sz="1200" u="sng" dirty="0">
                  <a:solidFill>
                    <a:srgbClr val="9510E4"/>
                  </a:solidFill>
                  <a:latin typeface="Lato" panose="020F0502020204030203" pitchFamily="34" charset="0"/>
                </a:rPr>
                <a:t>Sign in</a:t>
              </a:r>
              <a:r>
                <a:rPr lang="en-US" sz="1200" u="sng" dirty="0">
                  <a:solidFill>
                    <a:schemeClr val="bg1">
                      <a:lumMod val="50000"/>
                    </a:schemeClr>
                  </a:solidFill>
                  <a:latin typeface="Lato" panose="020F0502020204030203" pitchFamily="34" charset="0"/>
                </a:rPr>
                <a:t> </a:t>
              </a:r>
              <a:endParaRPr lang="en-AU" sz="1200" u="sng" dirty="0">
                <a:solidFill>
                  <a:schemeClr val="bg1">
                    <a:lumMod val="50000"/>
                  </a:schemeClr>
                </a:solidFill>
                <a:latin typeface="Lato" panose="020F0502020204030203" pitchFamily="34" charset="0"/>
              </a:endParaRPr>
            </a:p>
          </p:txBody>
        </p:sp>
      </p:grpSp>
      <p:grpSp>
        <p:nvGrpSpPr>
          <p:cNvPr id="38" name="Group 37"/>
          <p:cNvGrpSpPr/>
          <p:nvPr/>
        </p:nvGrpSpPr>
        <p:grpSpPr>
          <a:xfrm>
            <a:off x="4980599" y="0"/>
            <a:ext cx="3374571" cy="6858000"/>
            <a:chOff x="1231559" y="0"/>
            <a:chExt cx="3374571" cy="6858000"/>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59" name="Picture 5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TextBox 5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39" name="TextBox 38"/>
          <p:cNvSpPr txBox="1"/>
          <p:nvPr/>
        </p:nvSpPr>
        <p:spPr>
          <a:xfrm>
            <a:off x="5176471" y="1118837"/>
            <a:ext cx="2938829" cy="715581"/>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p>
          <a:p>
            <a:endParaRPr lang="en-US" sz="1050" b="1" dirty="0">
              <a:solidFill>
                <a:schemeClr val="tx1">
                  <a:lumMod val="65000"/>
                  <a:lumOff val="35000"/>
                </a:schemeClr>
              </a:solidFill>
              <a:latin typeface="Comfortaa" pitchFamily="2" charset="0"/>
            </a:endParaRPr>
          </a:p>
          <a:p>
            <a:r>
              <a:rPr lang="en-US" sz="1200" dirty="0">
                <a:solidFill>
                  <a:schemeClr val="tx1">
                    <a:lumMod val="65000"/>
                    <a:lumOff val="35000"/>
                  </a:schemeClr>
                </a:solidFill>
                <a:latin typeface="Lato" panose="020F0502020204030203" pitchFamily="34" charset="0"/>
              </a:rPr>
              <a:t>Take selfie holding your Government ID</a:t>
            </a:r>
            <a:endParaRPr lang="en-AU" sz="1200" dirty="0">
              <a:solidFill>
                <a:schemeClr val="tx1">
                  <a:lumMod val="65000"/>
                  <a:lumOff val="35000"/>
                </a:schemeClr>
              </a:solidFill>
              <a:latin typeface="Lato" panose="020F0502020204030203" pitchFamily="34" charset="0"/>
            </a:endParaRPr>
          </a:p>
        </p:txBody>
      </p:sp>
      <p:sp>
        <p:nvSpPr>
          <p:cNvPr id="5" name="Oval 4"/>
          <p:cNvSpPr/>
          <p:nvPr/>
        </p:nvSpPr>
        <p:spPr>
          <a:xfrm>
            <a:off x="6128959" y="168981"/>
            <a:ext cx="264221" cy="257739"/>
          </a:xfrm>
          <a:prstGeom prst="ellipse">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0" name="Rounded Rectangle 69"/>
          <p:cNvSpPr/>
          <p:nvPr/>
        </p:nvSpPr>
        <p:spPr>
          <a:xfrm>
            <a:off x="5230684" y="2134866"/>
            <a:ext cx="2876995" cy="2411156"/>
          </a:xfrm>
          <a:prstGeom prst="roundRect">
            <a:avLst>
              <a:gd name="adj" fmla="val 6870"/>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 name="Group 8"/>
          <p:cNvGrpSpPr/>
          <p:nvPr/>
        </p:nvGrpSpPr>
        <p:grpSpPr>
          <a:xfrm>
            <a:off x="6277977" y="5228890"/>
            <a:ext cx="755742" cy="755742"/>
            <a:chOff x="6277977" y="5021061"/>
            <a:chExt cx="755742" cy="755742"/>
          </a:xfrm>
        </p:grpSpPr>
        <p:sp>
          <p:nvSpPr>
            <p:cNvPr id="72" name="Freeform 71"/>
            <p:cNvSpPr/>
            <p:nvPr/>
          </p:nvSpPr>
          <p:spPr>
            <a:xfrm>
              <a:off x="6277977" y="5021061"/>
              <a:ext cx="755742" cy="75574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ln>
                  <a:solidFill>
                    <a:srgbClr val="9510E4"/>
                  </a:solidFill>
                </a:ln>
                <a:noFill/>
              </a:endParaRPr>
            </a:p>
          </p:txBody>
        </p:sp>
        <p:sp>
          <p:nvSpPr>
            <p:cNvPr id="73" name="Freeform 72"/>
            <p:cNvSpPr/>
            <p:nvPr/>
          </p:nvSpPr>
          <p:spPr>
            <a:xfrm>
              <a:off x="6394553" y="5140841"/>
              <a:ext cx="516182" cy="51618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grpSp>
      <p:sp>
        <p:nvSpPr>
          <p:cNvPr id="10" name="Rectangle 9"/>
          <p:cNvSpPr/>
          <p:nvPr/>
        </p:nvSpPr>
        <p:spPr>
          <a:xfrm>
            <a:off x="1503073" y="4128173"/>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Tree>
    <p:extLst>
      <p:ext uri="{BB962C8B-B14F-4D97-AF65-F5344CB8AC3E}">
        <p14:creationId xmlns:p14="http://schemas.microsoft.com/office/powerpoint/2010/main" val="13340288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26696" y="3044280"/>
            <a:ext cx="6858000" cy="769441"/>
          </a:xfrm>
          <a:prstGeom prst="rect">
            <a:avLst/>
          </a:prstGeom>
          <a:noFill/>
        </p:spPr>
        <p:txBody>
          <a:bodyPr wrap="square" rtlCol="0">
            <a:spAutoFit/>
          </a:bodyPr>
          <a:lstStyle/>
          <a:p>
            <a:r>
              <a:rPr lang="en-US" sz="4400" b="1" dirty="0"/>
              <a:t>Renter E-Bike Filter</a:t>
            </a:r>
            <a:endParaRPr lang="en-AU" sz="4400" b="1" dirty="0"/>
          </a:p>
        </p:txBody>
      </p:sp>
      <p:grpSp>
        <p:nvGrpSpPr>
          <p:cNvPr id="5" name="Group 4"/>
          <p:cNvGrpSpPr/>
          <p:nvPr/>
        </p:nvGrpSpPr>
        <p:grpSpPr>
          <a:xfrm>
            <a:off x="947075" y="0"/>
            <a:ext cx="3374571" cy="6858000"/>
            <a:chOff x="7676296" y="-94149"/>
            <a:chExt cx="3374571" cy="6858000"/>
          </a:xfrm>
        </p:grpSpPr>
        <p:pic>
          <p:nvPicPr>
            <p:cNvPr id="13" name="Picture 1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44" name="Group 43"/>
            <p:cNvGrpSpPr/>
            <p:nvPr/>
          </p:nvGrpSpPr>
          <p:grpSpPr>
            <a:xfrm>
              <a:off x="7676296" y="-94149"/>
              <a:ext cx="3374571" cy="6858000"/>
              <a:chOff x="4950097" y="0"/>
              <a:chExt cx="3374571" cy="6858000"/>
            </a:xfrm>
          </p:grpSpPr>
          <p:grpSp>
            <p:nvGrpSpPr>
              <p:cNvPr id="45" name="Group 44"/>
              <p:cNvGrpSpPr/>
              <p:nvPr/>
            </p:nvGrpSpPr>
            <p:grpSpPr>
              <a:xfrm>
                <a:off x="4950097" y="0"/>
                <a:ext cx="3374571" cy="6858000"/>
                <a:chOff x="6333672" y="0"/>
                <a:chExt cx="3374571" cy="6858000"/>
              </a:xfrm>
            </p:grpSpPr>
            <p:pic>
              <p:nvPicPr>
                <p:cNvPr id="51" name="Picture 5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2" name="Freeform 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6" name="TextBox 4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47" name="TextBox 4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8" name="TextBox 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49" name="Oval 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0" name="TextBox 4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grpSp>
        <p:nvGrpSpPr>
          <p:cNvPr id="70" name="Group 69"/>
          <p:cNvGrpSpPr/>
          <p:nvPr/>
        </p:nvGrpSpPr>
        <p:grpSpPr>
          <a:xfrm>
            <a:off x="4675475" y="0"/>
            <a:ext cx="3374571" cy="6858000"/>
            <a:chOff x="7676296" y="-94149"/>
            <a:chExt cx="3374571" cy="6858000"/>
          </a:xfrm>
        </p:grpSpPr>
        <p:pic>
          <p:nvPicPr>
            <p:cNvPr id="71" name="Picture 7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72" name="Group 71"/>
            <p:cNvGrpSpPr/>
            <p:nvPr/>
          </p:nvGrpSpPr>
          <p:grpSpPr>
            <a:xfrm>
              <a:off x="7676296" y="-94149"/>
              <a:ext cx="3374571" cy="6858000"/>
              <a:chOff x="4950097" y="0"/>
              <a:chExt cx="3374571" cy="6858000"/>
            </a:xfrm>
          </p:grpSpPr>
          <p:grpSp>
            <p:nvGrpSpPr>
              <p:cNvPr id="73" name="Group 72"/>
              <p:cNvGrpSpPr/>
              <p:nvPr/>
            </p:nvGrpSpPr>
            <p:grpSpPr>
              <a:xfrm>
                <a:off x="4950097" y="0"/>
                <a:ext cx="3374571" cy="6858000"/>
                <a:chOff x="6333672" y="0"/>
                <a:chExt cx="3374571" cy="6858000"/>
              </a:xfrm>
            </p:grpSpPr>
            <p:pic>
              <p:nvPicPr>
                <p:cNvPr id="80" name="Picture 79"/>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1" name="Freeform 80"/>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4" name="TextBox 73"/>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75" name="TextBox 74"/>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6" name="TextBox 7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7" name="Oval 7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9" name="TextBox 7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grpSp>
        <p:nvGrpSpPr>
          <p:cNvPr id="82" name="Group 81"/>
          <p:cNvGrpSpPr/>
          <p:nvPr/>
        </p:nvGrpSpPr>
        <p:grpSpPr>
          <a:xfrm>
            <a:off x="5329190" y="2330557"/>
            <a:ext cx="2164227" cy="1939609"/>
            <a:chOff x="1807005" y="2839985"/>
            <a:chExt cx="2164227" cy="1939609"/>
          </a:xfrm>
        </p:grpSpPr>
        <p:pic>
          <p:nvPicPr>
            <p:cNvPr id="83" name="Picture 82"/>
            <p:cNvPicPr>
              <a:picLocks noChangeAspect="1"/>
            </p:cNvPicPr>
            <p:nvPr/>
          </p:nvPicPr>
          <p:blipFill>
            <a:blip r:embed="rId4"/>
            <a:stretch>
              <a:fillRect/>
            </a:stretch>
          </p:blipFill>
          <p:spPr>
            <a:xfrm>
              <a:off x="1807005" y="2839985"/>
              <a:ext cx="2164227" cy="1939609"/>
            </a:xfrm>
            <a:prstGeom prst="rect">
              <a:avLst/>
            </a:prstGeom>
            <a:ln w="12700">
              <a:solidFill>
                <a:srgbClr val="9510E4"/>
              </a:solidFill>
            </a:ln>
          </p:spPr>
        </p:pic>
        <p:sp>
          <p:nvSpPr>
            <p:cNvPr id="84" name="Freeform 83"/>
            <p:cNvSpPr/>
            <p:nvPr/>
          </p:nvSpPr>
          <p:spPr>
            <a:xfrm>
              <a:off x="2111667" y="3970057"/>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5" name="Freeform 84"/>
            <p:cNvSpPr/>
            <p:nvPr/>
          </p:nvSpPr>
          <p:spPr>
            <a:xfrm rot="10800000">
              <a:off x="1832049" y="4495322"/>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6" name="Rectangle 85"/>
            <p:cNvSpPr/>
            <p:nvPr/>
          </p:nvSpPr>
          <p:spPr>
            <a:xfrm>
              <a:off x="1832047" y="4225812"/>
              <a:ext cx="2118371" cy="242178"/>
            </a:xfrm>
            <a:prstGeom prst="rect">
              <a:avLst/>
            </a:pr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nvGrpSpPr>
          <p:cNvPr id="22" name="Group 21">
            <a:extLst>
              <a:ext uri="{FF2B5EF4-FFF2-40B4-BE49-F238E27FC236}">
                <a16:creationId xmlns:a16="http://schemas.microsoft.com/office/drawing/2014/main" xmlns="" id="{F61CF273-330B-F976-C517-B9E85AB82A42}"/>
              </a:ext>
            </a:extLst>
          </p:cNvPr>
          <p:cNvGrpSpPr/>
          <p:nvPr/>
        </p:nvGrpSpPr>
        <p:grpSpPr>
          <a:xfrm>
            <a:off x="8378914" y="0"/>
            <a:ext cx="3374571" cy="6858000"/>
            <a:chOff x="8378914" y="0"/>
            <a:chExt cx="3374571" cy="6858000"/>
          </a:xfrm>
        </p:grpSpPr>
        <p:sp>
          <p:nvSpPr>
            <p:cNvPr id="21" name="Rectangle 20">
              <a:extLst>
                <a:ext uri="{FF2B5EF4-FFF2-40B4-BE49-F238E27FC236}">
                  <a16:creationId xmlns:a16="http://schemas.microsoft.com/office/drawing/2014/main" xmlns="" id="{72880E44-33B2-26A9-282A-F1B30043CAE6}"/>
                </a:ext>
              </a:extLst>
            </p:cNvPr>
            <p:cNvSpPr/>
            <p:nvPr/>
          </p:nvSpPr>
          <p:spPr>
            <a:xfrm>
              <a:off x="8589087" y="259079"/>
              <a:ext cx="2970864" cy="63398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64" name="Picture 6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598442" y="432759"/>
              <a:ext cx="778707" cy="778707"/>
            </a:xfrm>
            <a:prstGeom prst="rect">
              <a:avLst/>
            </a:prstGeom>
          </p:spPr>
        </p:pic>
        <p:sp>
          <p:nvSpPr>
            <p:cNvPr id="69" name="TextBox 68"/>
            <p:cNvSpPr txBox="1"/>
            <p:nvPr/>
          </p:nvSpPr>
          <p:spPr>
            <a:xfrm>
              <a:off x="9216289"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78" name="TextBox 77"/>
            <p:cNvSpPr txBox="1"/>
            <p:nvPr/>
          </p:nvSpPr>
          <p:spPr>
            <a:xfrm>
              <a:off x="8597177" y="3605976"/>
              <a:ext cx="2813829" cy="307777"/>
            </a:xfrm>
            <a:prstGeom prst="rect">
              <a:avLst/>
            </a:prstGeom>
            <a:noFill/>
          </p:spPr>
          <p:txBody>
            <a:bodyPr wrap="square" rtlCol="0">
              <a:spAutoFit/>
            </a:bodyPr>
            <a:lstStyle/>
            <a:p>
              <a:r>
                <a:rPr lang="en-US" sz="1400" b="1" dirty="0">
                  <a:solidFill>
                    <a:schemeClr val="tx1">
                      <a:lumMod val="65000"/>
                      <a:lumOff val="35000"/>
                    </a:schemeClr>
                  </a:solidFill>
                  <a:latin typeface="Comfortaa" pitchFamily="2" charset="0"/>
                </a:rPr>
                <a:t>Similar E-Bikes</a:t>
              </a:r>
              <a:endParaRPr lang="en-AU" sz="1400" b="1" dirty="0">
                <a:solidFill>
                  <a:schemeClr val="tx1">
                    <a:lumMod val="65000"/>
                    <a:lumOff val="35000"/>
                  </a:schemeClr>
                </a:solidFill>
                <a:latin typeface="Comfortaa" pitchFamily="2" charset="0"/>
              </a:endParaRPr>
            </a:p>
          </p:txBody>
        </p:sp>
        <p:sp>
          <p:nvSpPr>
            <p:cNvPr id="104" name="Rectangle 103"/>
            <p:cNvSpPr/>
            <p:nvPr/>
          </p:nvSpPr>
          <p:spPr>
            <a:xfrm>
              <a:off x="8445193" y="3851943"/>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05" name="Straight Connector 104"/>
            <p:cNvCxnSpPr/>
            <p:nvPr/>
          </p:nvCxnSpPr>
          <p:spPr>
            <a:xfrm>
              <a:off x="8704188" y="4143798"/>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8660895" y="3883291"/>
              <a:ext cx="896399" cy="276999"/>
            </a:xfrm>
            <a:prstGeom prst="rect">
              <a:avLst/>
            </a:prstGeom>
            <a:noFill/>
          </p:spPr>
          <p:txBody>
            <a:bodyPr wrap="none" rtlCol="0">
              <a:spAutoFit/>
            </a:bodyPr>
            <a:lstStyle/>
            <a:p>
              <a:r>
                <a:rPr lang="en-US" sz="1200" b="1" dirty="0">
                  <a:solidFill>
                    <a:srgbClr val="9510E4"/>
                  </a:solidFill>
                  <a:latin typeface="Comfortaa" pitchFamily="2" charset="0"/>
                </a:rPr>
                <a:t>Owen-A2</a:t>
              </a:r>
              <a:endParaRPr lang="en-AU" sz="1200" b="1" dirty="0">
                <a:solidFill>
                  <a:srgbClr val="9510E4"/>
                </a:solidFill>
                <a:latin typeface="Comfortaa" pitchFamily="2" charset="0"/>
              </a:endParaRPr>
            </a:p>
          </p:txBody>
        </p:sp>
        <p:pic>
          <p:nvPicPr>
            <p:cNvPr id="108" name="Picture 107"/>
            <p:cNvPicPr>
              <a:picLocks noChangeAspect="1"/>
            </p:cNvPicPr>
            <p:nvPr/>
          </p:nvPicPr>
          <p:blipFill rotWithShape="1">
            <a:blip r:embed="rId6"/>
            <a:srcRect l="35787" t="7837" b="12703"/>
            <a:stretch/>
          </p:blipFill>
          <p:spPr>
            <a:xfrm>
              <a:off x="8728205" y="4204910"/>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09" name="5-Point Star 108"/>
            <p:cNvSpPr/>
            <p:nvPr/>
          </p:nvSpPr>
          <p:spPr>
            <a:xfrm>
              <a:off x="8728205" y="488107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0" name="5-Point Star 109"/>
            <p:cNvSpPr/>
            <p:nvPr/>
          </p:nvSpPr>
          <p:spPr>
            <a:xfrm>
              <a:off x="8874940" y="488128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1" name="5-Point Star 110"/>
            <p:cNvSpPr/>
            <p:nvPr/>
          </p:nvSpPr>
          <p:spPr>
            <a:xfrm>
              <a:off x="9018151" y="488096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2" name="5-Point Star 111"/>
            <p:cNvSpPr/>
            <p:nvPr/>
          </p:nvSpPr>
          <p:spPr>
            <a:xfrm>
              <a:off x="9164886" y="4881177"/>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3" name="5-Point Star 112"/>
            <p:cNvSpPr/>
            <p:nvPr/>
          </p:nvSpPr>
          <p:spPr>
            <a:xfrm>
              <a:off x="9309336" y="4882506"/>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4" name="Rectangle 113"/>
            <p:cNvSpPr/>
            <p:nvPr/>
          </p:nvSpPr>
          <p:spPr>
            <a:xfrm>
              <a:off x="9563651" y="3888621"/>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23 Jan, 2026 – 21 Dec, 2027</a:t>
              </a:r>
              <a:endParaRPr lang="en-AU" sz="1050" dirty="0"/>
            </a:p>
          </p:txBody>
        </p:sp>
        <p:sp>
          <p:nvSpPr>
            <p:cNvPr id="115" name="Rectangle 114"/>
            <p:cNvSpPr/>
            <p:nvPr/>
          </p:nvSpPr>
          <p:spPr>
            <a:xfrm>
              <a:off x="9353595" y="4139803"/>
              <a:ext cx="2230135" cy="858568"/>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    </a:t>
              </a:r>
              <a:r>
                <a:rPr lang="en-AU" sz="1000" dirty="0">
                  <a:solidFill>
                    <a:schemeClr val="bg1">
                      <a:lumMod val="50000"/>
                    </a:schemeClr>
                  </a:solidFill>
                  <a:latin typeface="Lato" panose="020F0502020204030203" pitchFamily="34" charset="0"/>
                </a:rPr>
                <a:t>Cargo</a:t>
              </a:r>
            </a:p>
            <a:p>
              <a:pPr>
                <a:lnSpc>
                  <a:spcPct val="150000"/>
                </a:lnSpc>
              </a:pPr>
              <a:r>
                <a:rPr lang="en-US" sz="1000" b="1" dirty="0">
                  <a:solidFill>
                    <a:srgbClr val="9510E4"/>
                  </a:solidFill>
                  <a:latin typeface="Lato" panose="020F0502020204030203" pitchFamily="34" charset="0"/>
                </a:rPr>
                <a:t>  $/</a:t>
              </a:r>
              <a:r>
                <a:rPr lang="en-US" sz="1000" b="1" dirty="0" err="1">
                  <a:solidFill>
                    <a:srgbClr val="9510E4"/>
                  </a:solidFill>
                  <a:latin typeface="Lato" panose="020F0502020204030203" pitchFamily="34" charset="0"/>
                </a:rPr>
                <a:t>Wk</a:t>
              </a:r>
              <a:r>
                <a:rPr lang="en-US" sz="1000" b="1" dirty="0">
                  <a:solidFill>
                    <a:srgbClr val="9510E4"/>
                  </a:solidFill>
                  <a:latin typeface="Lato" panose="020F0502020204030203" pitchFamily="34" charset="0"/>
                </a:rPr>
                <a:t>   68</a:t>
              </a:r>
            </a:p>
            <a:p>
              <a:pPr>
                <a:lnSpc>
                  <a:spcPct val="150000"/>
                </a:lnSpc>
              </a:pPr>
              <a:r>
                <a:rPr lang="en-AU" sz="1050" b="1" dirty="0">
                  <a:solidFill>
                    <a:srgbClr val="9510E4"/>
                  </a:solidFill>
                  <a:latin typeface="Lato" panose="020F0502020204030203" pitchFamily="34" charset="0"/>
                </a:rPr>
                <a:t>📍</a:t>
              </a:r>
              <a:r>
                <a:rPr lang="en-AU" sz="800" dirty="0">
                  <a:solidFill>
                    <a:schemeClr val="bg1">
                      <a:lumMod val="50000"/>
                    </a:schemeClr>
                  </a:solidFill>
                  <a:latin typeface="Lato" panose="020F0502020204030203" pitchFamily="34" charset="0"/>
                </a:rPr>
                <a:t>E10 Union </a:t>
              </a:r>
              <a:r>
                <a:rPr lang="en-US" sz="800" dirty="0">
                  <a:solidFill>
                    <a:schemeClr val="bg1">
                      <a:lumMod val="50000"/>
                    </a:schemeClr>
                  </a:solidFill>
                  <a:latin typeface="Lato" panose="020F0502020204030203" pitchFamily="34" charset="0"/>
                </a:rPr>
                <a:t>Road, Kensington, NSW 2052</a:t>
              </a:r>
              <a:endParaRPr lang="en-AU" sz="800" dirty="0">
                <a:solidFill>
                  <a:schemeClr val="bg1">
                    <a:lumMod val="50000"/>
                  </a:schemeClr>
                </a:solidFill>
                <a:latin typeface="Lato" panose="020F0502020204030203" pitchFamily="34" charset="0"/>
              </a:endParaRPr>
            </a:p>
          </p:txBody>
        </p:sp>
        <p:grpSp>
          <p:nvGrpSpPr>
            <p:cNvPr id="116" name="Group 115"/>
            <p:cNvGrpSpPr/>
            <p:nvPr/>
          </p:nvGrpSpPr>
          <p:grpSpPr>
            <a:xfrm>
              <a:off x="8442435" y="5121801"/>
              <a:ext cx="3164399" cy="1259652"/>
              <a:chOff x="4637863" y="1851908"/>
              <a:chExt cx="3164399" cy="1259652"/>
            </a:xfrm>
          </p:grpSpPr>
          <p:sp>
            <p:nvSpPr>
              <p:cNvPr id="117" name="Rectangle 116"/>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19" name="Straight Connector 118"/>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0" name="TextBox 119"/>
              <p:cNvSpPr txBox="1"/>
              <p:nvPr/>
            </p:nvSpPr>
            <p:spPr>
              <a:xfrm>
                <a:off x="4853565" y="1883256"/>
                <a:ext cx="870751" cy="276999"/>
              </a:xfrm>
              <a:prstGeom prst="rect">
                <a:avLst/>
              </a:prstGeom>
              <a:noFill/>
            </p:spPr>
            <p:txBody>
              <a:bodyPr wrap="none" rtlCol="0">
                <a:spAutoFit/>
              </a:bodyPr>
              <a:lstStyle/>
              <a:p>
                <a:r>
                  <a:rPr lang="en-US" sz="1200" b="1" dirty="0">
                    <a:solidFill>
                      <a:srgbClr val="9510E4"/>
                    </a:solidFill>
                    <a:latin typeface="Comfortaa" pitchFamily="2" charset="0"/>
                  </a:rPr>
                  <a:t>Owen-B1</a:t>
                </a:r>
                <a:endParaRPr lang="en-AU" sz="1200" b="1" dirty="0">
                  <a:solidFill>
                    <a:srgbClr val="9510E4"/>
                  </a:solidFill>
                  <a:latin typeface="Comfortaa" pitchFamily="2" charset="0"/>
                </a:endParaRPr>
              </a:p>
            </p:txBody>
          </p:sp>
          <p:pic>
            <p:nvPicPr>
              <p:cNvPr id="121" name="Picture 120"/>
              <p:cNvPicPr>
                <a:picLocks noChangeAspect="1"/>
              </p:cNvPicPr>
              <p:nvPr/>
            </p:nvPicPr>
            <p:blipFill rotWithShape="1">
              <a:blip r:embed="rId6"/>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2" name="5-Point Star 121"/>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3" name="5-Point Star 122"/>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5-Point Star 123"/>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5" name="5-Point Star 124"/>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6" name="5-Point Star 125"/>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7" name="Rectangle 126"/>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2027 – 01 Dec, 2027</a:t>
                </a:r>
                <a:endParaRPr lang="en-AU" sz="1050" dirty="0"/>
              </a:p>
            </p:txBody>
          </p:sp>
          <p:sp>
            <p:nvSpPr>
              <p:cNvPr id="128" name="Rectangle 127"/>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Hybrid</a:t>
                </a:r>
              </a:p>
              <a:p>
                <a:pPr>
                  <a:lnSpc>
                    <a:spcPct val="150000"/>
                  </a:lnSpc>
                </a:pPr>
                <a:r>
                  <a:rPr lang="en-US" sz="1000" b="1" dirty="0">
                    <a:solidFill>
                      <a:srgbClr val="9510E4"/>
                    </a:solidFill>
                    <a:latin typeface="Lato" panose="020F0502020204030203" pitchFamily="34" charset="0"/>
                  </a:rPr>
                  <a:t>$/Wk  63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sp>
          <p:nvSpPr>
            <p:cNvPr id="129" name="Rectangle 128"/>
            <p:cNvSpPr/>
            <p:nvPr/>
          </p:nvSpPr>
          <p:spPr>
            <a:xfrm>
              <a:off x="8424447"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8378914"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30" name="Rounded Rectangle 129"/>
            <p:cNvSpPr/>
            <p:nvPr/>
          </p:nvSpPr>
          <p:spPr>
            <a:xfrm>
              <a:off x="8669483" y="3259416"/>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This E-Bike</a:t>
              </a:r>
              <a:endParaRPr lang="en-AU" sz="2800" b="1" dirty="0">
                <a:solidFill>
                  <a:schemeClr val="bg1"/>
                </a:solidFill>
                <a:latin typeface="Lato" panose="020F0502020204030203" pitchFamily="34" charset="0"/>
              </a:endParaRPr>
            </a:p>
          </p:txBody>
        </p:sp>
        <p:grpSp>
          <p:nvGrpSpPr>
            <p:cNvPr id="2" name="Group 1">
              <a:extLst>
                <a:ext uri="{FF2B5EF4-FFF2-40B4-BE49-F238E27FC236}">
                  <a16:creationId xmlns:a16="http://schemas.microsoft.com/office/drawing/2014/main" xmlns="" id="{B5310E2E-1AA9-F6B3-BA95-0F1A6029E472}"/>
                </a:ext>
              </a:extLst>
            </p:cNvPr>
            <p:cNvGrpSpPr/>
            <p:nvPr/>
          </p:nvGrpSpPr>
          <p:grpSpPr>
            <a:xfrm>
              <a:off x="8620036" y="1113777"/>
              <a:ext cx="2881625" cy="1578898"/>
              <a:chOff x="6832169" y="1113777"/>
              <a:chExt cx="2881625" cy="1578898"/>
            </a:xfrm>
          </p:grpSpPr>
          <p:pic>
            <p:nvPicPr>
              <p:cNvPr id="14" name="Picture 13"/>
              <p:cNvPicPr>
                <a:picLocks noChangeAspect="1"/>
              </p:cNvPicPr>
              <p:nvPr/>
            </p:nvPicPr>
            <p:blipFill>
              <a:blip r:embed="rId7"/>
              <a:stretch>
                <a:fillRect/>
              </a:stretch>
            </p:blipFill>
            <p:spPr>
              <a:xfrm>
                <a:off x="6832169" y="1113777"/>
                <a:ext cx="2881625" cy="1574623"/>
              </a:xfrm>
              <a:prstGeom prst="rect">
                <a:avLst/>
              </a:prstGeom>
            </p:spPr>
          </p:pic>
          <p:sp>
            <p:nvSpPr>
              <p:cNvPr id="131" name="Rectangle 130"/>
              <p:cNvSpPr/>
              <p:nvPr/>
            </p:nvSpPr>
            <p:spPr>
              <a:xfrm>
                <a:off x="6832169" y="241567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200" dirty="0">
                    <a:solidFill>
                      <a:schemeClr val="bg1">
                        <a:lumMod val="95000"/>
                      </a:schemeClr>
                    </a:solidFill>
                    <a:latin typeface="Lato" panose="020F0502020204030203" pitchFamily="34" charset="0"/>
                  </a:rPr>
                  <a:t>2</a:t>
                </a:r>
                <a:r>
                  <a:rPr lang="en-US" sz="1050" dirty="0">
                    <a:solidFill>
                      <a:schemeClr val="bg1">
                        <a:lumMod val="95000"/>
                      </a:schemeClr>
                    </a:solidFill>
                    <a:latin typeface="Lato" panose="020F0502020204030203" pitchFamily="34" charset="0"/>
                  </a:rPr>
                  <a:t>36)</a:t>
                </a:r>
                <a:endParaRPr lang="en-AU" sz="1200" b="1" dirty="0">
                  <a:solidFill>
                    <a:schemeClr val="bg1">
                      <a:lumMod val="95000"/>
                    </a:schemeClr>
                  </a:solidFill>
                </a:endParaRPr>
              </a:p>
            </p:txBody>
          </p:sp>
          <p:sp>
            <p:nvSpPr>
              <p:cNvPr id="133" name="5-Point Star 132"/>
              <p:cNvSpPr/>
              <p:nvPr/>
            </p:nvSpPr>
            <p:spPr>
              <a:xfrm>
                <a:off x="8652123" y="250029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38" name="5-Point Star 137"/>
              <p:cNvSpPr/>
              <p:nvPr/>
            </p:nvSpPr>
            <p:spPr>
              <a:xfrm>
                <a:off x="8768378" y="250050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8885727" y="250018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9006458" y="249711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9116242" y="249951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2" name="Rectangle 141"/>
            <p:cNvSpPr/>
            <p:nvPr/>
          </p:nvSpPr>
          <p:spPr>
            <a:xfrm>
              <a:off x="8597178" y="2618479"/>
              <a:ext cx="2955268" cy="66172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p>
            <a:p>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endParaRPr lang="en-AU" sz="1000" dirty="0">
                <a:solidFill>
                  <a:schemeClr val="bg1">
                    <a:lumMod val="50000"/>
                  </a:schemeClr>
                </a:solidFill>
                <a:latin typeface="Lato" panose="020F0502020204030203" pitchFamily="34" charset="0"/>
              </a:endParaRPr>
            </a:p>
          </p:txBody>
        </p:sp>
        <p:pic>
          <p:nvPicPr>
            <p:cNvPr id="18" name="Picture 17">
              <a:extLst>
                <a:ext uri="{FF2B5EF4-FFF2-40B4-BE49-F238E27FC236}">
                  <a16:creationId xmlns:a16="http://schemas.microsoft.com/office/drawing/2014/main" xmlns="" id="{D9A58072-BB32-4747-5EF0-6654B66F0435}"/>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790453" y="2710071"/>
              <a:ext cx="706491" cy="420018"/>
            </a:xfrm>
            <a:prstGeom prst="rect">
              <a:avLst/>
            </a:prstGeom>
          </p:spPr>
        </p:pic>
        <p:pic>
          <p:nvPicPr>
            <p:cNvPr id="19" name="Picture 18">
              <a:extLst>
                <a:ext uri="{FF2B5EF4-FFF2-40B4-BE49-F238E27FC236}">
                  <a16:creationId xmlns:a16="http://schemas.microsoft.com/office/drawing/2014/main" xmlns="" id="{9195B81E-0E29-1781-F8FF-67063A13BDFB}"/>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838006" y="4195593"/>
              <a:ext cx="706491" cy="420018"/>
            </a:xfrm>
            <a:prstGeom prst="rect">
              <a:avLst/>
            </a:prstGeom>
          </p:spPr>
        </p:pic>
      </p:grpSp>
    </p:spTree>
    <p:extLst>
      <p:ext uri="{BB962C8B-B14F-4D97-AF65-F5344CB8AC3E}">
        <p14:creationId xmlns:p14="http://schemas.microsoft.com/office/powerpoint/2010/main" val="2492035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Book E-Bike</a:t>
            </a:r>
            <a:endParaRPr lang="en-AU" sz="4400" b="1" dirty="0"/>
          </a:p>
        </p:txBody>
      </p:sp>
      <p:grpSp>
        <p:nvGrpSpPr>
          <p:cNvPr id="3" name="Group 2"/>
          <p:cNvGrpSpPr/>
          <p:nvPr/>
        </p:nvGrpSpPr>
        <p:grpSpPr>
          <a:xfrm>
            <a:off x="4456388" y="0"/>
            <a:ext cx="3374571" cy="6858000"/>
            <a:chOff x="6843257" y="0"/>
            <a:chExt cx="3374571" cy="6858000"/>
          </a:xfrm>
        </p:grpSpPr>
        <p:pic>
          <p:nvPicPr>
            <p:cNvPr id="87" name="Picture 86"/>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8" name="TextBox 87"/>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9" name="Rounded Rectangle 88"/>
            <p:cNvSpPr/>
            <p:nvPr/>
          </p:nvSpPr>
          <p:spPr>
            <a:xfrm>
              <a:off x="7158942" y="57223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sp>
          <p:nvSpPr>
            <p:cNvPr id="90" name="TextBox 89"/>
            <p:cNvSpPr txBox="1"/>
            <p:nvPr/>
          </p:nvSpPr>
          <p:spPr>
            <a:xfrm>
              <a:off x="7105181" y="1488169"/>
              <a:ext cx="2858436" cy="4093428"/>
            </a:xfrm>
            <a:prstGeom prst="rect">
              <a:avLst/>
            </a:prstGeom>
            <a:noFill/>
          </p:spPr>
          <p:txBody>
            <a:bodyPr wrap="square" rtlCol="0">
              <a:spAutoFit/>
            </a:bodyPr>
            <a:lstStyle/>
            <a:p>
              <a:pPr algn="just"/>
              <a:r>
                <a:rPr lang="en-US" sz="1300" dirty="0">
                  <a:solidFill>
                    <a:schemeClr val="tx1">
                      <a:lumMod val="65000"/>
                      <a:lumOff val="35000"/>
                    </a:schemeClr>
                  </a:solidFill>
                  <a:latin typeface="Lato" panose="020F0502020204030203" pitchFamily="34" charset="0"/>
                </a:rPr>
                <a:t>E-bikes are high-value assets, and while most rides are smooth and incident-free, unexpected situations can occur. Trip insurance is designed to protect you financially and legally during your rental period, giving both renters and bike owners peace of mind.</a:t>
              </a:r>
            </a:p>
            <a:p>
              <a:pPr algn="just"/>
              <a:endParaRPr lang="en-US" sz="1300" dirty="0">
                <a:solidFill>
                  <a:schemeClr val="tx1">
                    <a:lumMod val="65000"/>
                    <a:lumOff val="35000"/>
                  </a:schemeClr>
                </a:solidFill>
                <a:latin typeface="Lato" panose="020F0502020204030203" pitchFamily="34" charset="0"/>
              </a:endParaRPr>
            </a:p>
            <a:p>
              <a:pPr algn="just"/>
              <a:r>
                <a:rPr lang="en-US" sz="1300" b="1" dirty="0">
                  <a:solidFill>
                    <a:schemeClr val="tx1">
                      <a:lumMod val="65000"/>
                      <a:lumOff val="35000"/>
                    </a:schemeClr>
                  </a:solidFill>
                  <a:latin typeface="Lato" panose="020F0502020204030203" pitchFamily="34" charset="0"/>
                </a:rPr>
                <a:t>What the insurance covers</a:t>
              </a:r>
            </a:p>
            <a:p>
              <a:pPr algn="just"/>
              <a:r>
                <a:rPr lang="en-US" sz="1300" dirty="0">
                  <a:solidFill>
                    <a:schemeClr val="tx1">
                      <a:lumMod val="65000"/>
                      <a:lumOff val="35000"/>
                    </a:schemeClr>
                  </a:solidFill>
                  <a:latin typeface="Lato" panose="020F0502020204030203" pitchFamily="34" charset="0"/>
                </a:rPr>
                <a:t>Depending on the selected plan, insurance may cover accidental damage to the e-bike, theft during an active rental, and third-party liability arising from an incident involving pedestrians, vehicles, or property. Coverage applies only for the booked trip duration and when the e-bike is used in accordance with platform rule…</a:t>
              </a:r>
              <a:r>
                <a:rPr lang="en-US" sz="1300" dirty="0">
                  <a:latin typeface="Lato" panose="020F0502020204030203" pitchFamily="34" charset="0"/>
                </a:rPr>
                <a:t> </a:t>
              </a:r>
              <a:r>
                <a:rPr lang="en-US" sz="1300" dirty="0">
                  <a:solidFill>
                    <a:srgbClr val="9510E4"/>
                  </a:solidFill>
                  <a:latin typeface="Lato" panose="020F0502020204030203" pitchFamily="34" charset="0"/>
                </a:rPr>
                <a:t>Read more</a:t>
              </a:r>
              <a:endParaRPr lang="en-AU" sz="1300" dirty="0">
                <a:solidFill>
                  <a:srgbClr val="9510E4"/>
                </a:solidFill>
                <a:latin typeface="Lato" panose="020F0502020204030203" pitchFamily="34" charset="0"/>
              </a:endParaRPr>
            </a:p>
          </p:txBody>
        </p:sp>
        <p:pic>
          <p:nvPicPr>
            <p:cNvPr id="91" name="Picture 90"/>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92" name="TextBox 91"/>
            <p:cNvSpPr txBox="1"/>
            <p:nvPr/>
          </p:nvSpPr>
          <p:spPr>
            <a:xfrm>
              <a:off x="7088312" y="1081991"/>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Insurance Details</a:t>
              </a:r>
              <a:endParaRPr lang="en-AU" b="1" dirty="0">
                <a:solidFill>
                  <a:schemeClr val="tx1">
                    <a:lumMod val="65000"/>
                    <a:lumOff val="35000"/>
                  </a:schemeClr>
                </a:solidFill>
                <a:latin typeface="Comfortaa" pitchFamily="2" charset="0"/>
              </a:endParaRPr>
            </a:p>
          </p:txBody>
        </p:sp>
      </p:grpSp>
      <p:pic>
        <p:nvPicPr>
          <p:cNvPr id="78" name="Picture 77"/>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339910" y="9678"/>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0" name="TextBox 79"/>
          <p:cNvSpPr txBox="1"/>
          <p:nvPr/>
        </p:nvSpPr>
        <p:spPr>
          <a:xfrm>
            <a:off x="9098359" y="713667"/>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1" name="Rounded Rectangle 80"/>
          <p:cNvSpPr/>
          <p:nvPr/>
        </p:nvSpPr>
        <p:spPr>
          <a:xfrm>
            <a:off x="8635822" y="571729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pic>
        <p:nvPicPr>
          <p:cNvPr id="82" name="Picture 8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64659" y="427698"/>
            <a:ext cx="778707" cy="778707"/>
          </a:xfrm>
          <a:prstGeom prst="rect">
            <a:avLst/>
          </a:prstGeom>
        </p:spPr>
      </p:pic>
      <p:sp>
        <p:nvSpPr>
          <p:cNvPr id="83" name="TextBox 82"/>
          <p:cNvSpPr txBox="1"/>
          <p:nvPr/>
        </p:nvSpPr>
        <p:spPr>
          <a:xfrm>
            <a:off x="8565192" y="1081243"/>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Owen </a:t>
            </a:r>
            <a:r>
              <a:rPr lang="en-US" b="1" dirty="0" err="1">
                <a:solidFill>
                  <a:schemeClr val="tx1">
                    <a:lumMod val="65000"/>
                    <a:lumOff val="35000"/>
                  </a:schemeClr>
                </a:solidFill>
                <a:latin typeface="Comfortaa" pitchFamily="2" charset="0"/>
              </a:rPr>
              <a:t>Daveson</a:t>
            </a:r>
            <a:endParaRPr lang="en-AU" b="1" dirty="0">
              <a:solidFill>
                <a:schemeClr val="tx1">
                  <a:lumMod val="65000"/>
                  <a:lumOff val="35000"/>
                </a:schemeClr>
              </a:solidFill>
              <a:latin typeface="Comfortaa" pitchFamily="2" charset="0"/>
            </a:endParaRPr>
          </a:p>
        </p:txBody>
      </p:sp>
      <p:pic>
        <p:nvPicPr>
          <p:cNvPr id="84" name="Picture 83"/>
          <p:cNvPicPr>
            <a:picLocks noChangeAspect="1"/>
          </p:cNvPicPr>
          <p:nvPr/>
        </p:nvPicPr>
        <p:blipFill>
          <a:blip r:embed="rId4"/>
          <a:srcRect t="61" r="1316"/>
          <a:stretch>
            <a:fillRect/>
          </a:stretch>
        </p:blipFill>
        <p:spPr>
          <a:xfrm>
            <a:off x="9579473" y="1555228"/>
            <a:ext cx="785267" cy="795253"/>
          </a:xfrm>
          <a:custGeom>
            <a:avLst/>
            <a:gdLst>
              <a:gd name="connsiteX0" fmla="*/ 691700 w 1391148"/>
              <a:gd name="connsiteY0" fmla="*/ 0 h 1408839"/>
              <a:gd name="connsiteX1" fmla="*/ 1391148 w 1391148"/>
              <a:gd name="connsiteY1" fmla="*/ 705723 h 1408839"/>
              <a:gd name="connsiteX2" fmla="*/ 832663 w 1391148"/>
              <a:gd name="connsiteY2" fmla="*/ 1397108 h 1408839"/>
              <a:gd name="connsiteX3" fmla="*/ 717331 w 1391148"/>
              <a:gd name="connsiteY3" fmla="*/ 1408839 h 1408839"/>
              <a:gd name="connsiteX4" fmla="*/ 666069 w 1391148"/>
              <a:gd name="connsiteY4" fmla="*/ 1408839 h 1408839"/>
              <a:gd name="connsiteX5" fmla="*/ 550737 w 1391148"/>
              <a:gd name="connsiteY5" fmla="*/ 1397108 h 1408839"/>
              <a:gd name="connsiteX6" fmla="*/ 6462 w 1391148"/>
              <a:gd name="connsiteY6" fmla="*/ 847951 h 1408839"/>
              <a:gd name="connsiteX7" fmla="*/ 0 w 1391148"/>
              <a:gd name="connsiteY7" fmla="*/ 783271 h 1408839"/>
              <a:gd name="connsiteX8" fmla="*/ 0 w 1391148"/>
              <a:gd name="connsiteY8" fmla="*/ 628175 h 1408839"/>
              <a:gd name="connsiteX9" fmla="*/ 6462 w 1391148"/>
              <a:gd name="connsiteY9" fmla="*/ 563495 h 1408839"/>
              <a:gd name="connsiteX10" fmla="*/ 691700 w 1391148"/>
              <a:gd name="connsiteY10" fmla="*/ 0 h 140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1148" h="1408839">
                <a:moveTo>
                  <a:pt x="691700" y="0"/>
                </a:moveTo>
                <a:cubicBezTo>
                  <a:pt x="1077994" y="0"/>
                  <a:pt x="1391148" y="315963"/>
                  <a:pt x="1391148" y="705723"/>
                </a:cubicBezTo>
                <a:cubicBezTo>
                  <a:pt x="1391148" y="1046763"/>
                  <a:pt x="1151389" y="1331302"/>
                  <a:pt x="832663" y="1397108"/>
                </a:cubicBezTo>
                <a:lnTo>
                  <a:pt x="717331" y="1408839"/>
                </a:lnTo>
                <a:lnTo>
                  <a:pt x="666069" y="1408839"/>
                </a:lnTo>
                <a:lnTo>
                  <a:pt x="550737" y="1397108"/>
                </a:lnTo>
                <a:cubicBezTo>
                  <a:pt x="277543" y="1340703"/>
                  <a:pt x="62366" y="1123596"/>
                  <a:pt x="6462" y="847951"/>
                </a:cubicBezTo>
                <a:lnTo>
                  <a:pt x="0" y="783271"/>
                </a:lnTo>
                <a:lnTo>
                  <a:pt x="0" y="628175"/>
                </a:lnTo>
                <a:lnTo>
                  <a:pt x="6462" y="563495"/>
                </a:lnTo>
                <a:cubicBezTo>
                  <a:pt x="71683" y="241909"/>
                  <a:pt x="353693" y="0"/>
                  <a:pt x="691700" y="0"/>
                </a:cubicBezTo>
                <a:close/>
              </a:path>
            </a:pathLst>
          </a:custGeom>
        </p:spPr>
      </p:pic>
      <p:sp>
        <p:nvSpPr>
          <p:cNvPr id="85" name="TextBox 84"/>
          <p:cNvSpPr txBox="1"/>
          <p:nvPr/>
        </p:nvSpPr>
        <p:spPr>
          <a:xfrm>
            <a:off x="8597977" y="2376265"/>
            <a:ext cx="2858436" cy="1892826"/>
          </a:xfrm>
          <a:prstGeom prst="rect">
            <a:avLst/>
          </a:prstGeom>
          <a:noFill/>
        </p:spPr>
        <p:txBody>
          <a:bodyPr wrap="square" rtlCol="0">
            <a:spAutoFit/>
          </a:bodyPr>
          <a:lstStyle/>
          <a:p>
            <a:pPr algn="just"/>
            <a:r>
              <a:rPr lang="en-US" sz="1300" dirty="0">
                <a:solidFill>
                  <a:schemeClr val="tx1">
                    <a:lumMod val="65000"/>
                    <a:lumOff val="35000"/>
                  </a:schemeClr>
                </a:solidFill>
                <a:latin typeface="Lato" panose="020F0502020204030203" pitchFamily="34" charset="0"/>
              </a:rPr>
              <a:t>Short paragraph of 200 characters max, from the user-profile of the owner, about her/himself.</a:t>
            </a:r>
          </a:p>
          <a:p>
            <a:pPr algn="just"/>
            <a:endParaRPr lang="en-US" sz="1300" dirty="0">
              <a:solidFill>
                <a:schemeClr val="tx1">
                  <a:lumMod val="65000"/>
                  <a:lumOff val="35000"/>
                </a:schemeClr>
              </a:solidFill>
              <a:latin typeface="Lato" panose="020F0502020204030203" pitchFamily="34" charset="0"/>
            </a:endParaRPr>
          </a:p>
          <a:p>
            <a:pPr algn="just"/>
            <a:r>
              <a:rPr lang="en-US" sz="1300" b="1" dirty="0">
                <a:solidFill>
                  <a:srgbClr val="9510E4"/>
                </a:solidFill>
                <a:latin typeface="Lato" panose="020F0502020204030203" pitchFamily="34" charset="0"/>
              </a:rPr>
              <a:t>Bikes Listed:     </a:t>
            </a:r>
            <a:r>
              <a:rPr lang="en-US" sz="1300" b="1" dirty="0">
                <a:solidFill>
                  <a:schemeClr val="bg1">
                    <a:lumMod val="50000"/>
                  </a:schemeClr>
                </a:solidFill>
                <a:latin typeface="Lato" panose="020F0502020204030203" pitchFamily="34" charset="0"/>
              </a:rPr>
              <a:t>5</a:t>
            </a:r>
          </a:p>
          <a:p>
            <a:pPr algn="just"/>
            <a:endParaRPr lang="en-US" sz="1300" b="1" dirty="0">
              <a:solidFill>
                <a:schemeClr val="bg1">
                  <a:lumMod val="50000"/>
                </a:schemeClr>
              </a:solidFill>
              <a:latin typeface="Lato" panose="020F0502020204030203" pitchFamily="34" charset="0"/>
            </a:endParaRPr>
          </a:p>
          <a:p>
            <a:pPr algn="just"/>
            <a:r>
              <a:rPr lang="en-US" sz="1300" b="1" dirty="0">
                <a:solidFill>
                  <a:schemeClr val="bg1">
                    <a:lumMod val="50000"/>
                  </a:schemeClr>
                </a:solidFill>
                <a:latin typeface="Lato" panose="020F0502020204030203" pitchFamily="34" charset="0"/>
              </a:rPr>
              <a:t>                          </a:t>
            </a:r>
            <a:r>
              <a:rPr lang="en-US" sz="1300" dirty="0">
                <a:solidFill>
                  <a:srgbClr val="9510E4"/>
                </a:solidFill>
                <a:latin typeface="Lato" panose="020F0502020204030203" pitchFamily="34" charset="0"/>
              </a:rPr>
              <a:t>(132)</a:t>
            </a:r>
            <a:endParaRPr lang="en-AU" sz="1300" dirty="0">
              <a:solidFill>
                <a:srgbClr val="9510E4"/>
              </a:solidFill>
              <a:latin typeface="Lato" panose="020F0502020204030203" pitchFamily="34" charset="0"/>
            </a:endParaRPr>
          </a:p>
          <a:p>
            <a:pPr algn="just"/>
            <a:endParaRPr lang="en-US" sz="1300" dirty="0">
              <a:solidFill>
                <a:srgbClr val="9510E4"/>
              </a:solidFill>
            </a:endParaRPr>
          </a:p>
          <a:p>
            <a:pPr algn="just"/>
            <a:r>
              <a:rPr lang="en-US" sz="1300" b="1" u="sng" dirty="0">
                <a:solidFill>
                  <a:srgbClr val="9510E4"/>
                </a:solidFill>
                <a:latin typeface="Lato" panose="020F0502020204030203" pitchFamily="34" charset="0"/>
              </a:rPr>
              <a:t>Community Activities</a:t>
            </a:r>
            <a:endParaRPr lang="en-AU" sz="1300" u="sng" dirty="0">
              <a:solidFill>
                <a:srgbClr val="9510E4"/>
              </a:solidFill>
            </a:endParaRPr>
          </a:p>
        </p:txBody>
      </p:sp>
      <p:sp>
        <p:nvSpPr>
          <p:cNvPr id="86" name="5-Point Star 85"/>
          <p:cNvSpPr/>
          <p:nvPr/>
        </p:nvSpPr>
        <p:spPr>
          <a:xfrm>
            <a:off x="8721381" y="365277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3" name="5-Point Star 92"/>
          <p:cNvSpPr/>
          <p:nvPr/>
        </p:nvSpPr>
        <p:spPr>
          <a:xfrm>
            <a:off x="8868116" y="365298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4" name="5-Point Star 93"/>
          <p:cNvSpPr/>
          <p:nvPr/>
        </p:nvSpPr>
        <p:spPr>
          <a:xfrm>
            <a:off x="9011327" y="365266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5" name="5-Point Star 94"/>
          <p:cNvSpPr/>
          <p:nvPr/>
        </p:nvSpPr>
        <p:spPr>
          <a:xfrm>
            <a:off x="9158062" y="3652875"/>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6" name="5-Point Star 95"/>
          <p:cNvSpPr/>
          <p:nvPr/>
        </p:nvSpPr>
        <p:spPr>
          <a:xfrm>
            <a:off x="9302512" y="365420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0" name="Group 9">
            <a:extLst>
              <a:ext uri="{FF2B5EF4-FFF2-40B4-BE49-F238E27FC236}">
                <a16:creationId xmlns:a16="http://schemas.microsoft.com/office/drawing/2014/main" xmlns="" id="{B3504637-9454-000B-500B-737F60638670}"/>
              </a:ext>
            </a:extLst>
          </p:cNvPr>
          <p:cNvGrpSpPr/>
          <p:nvPr/>
        </p:nvGrpSpPr>
        <p:grpSpPr>
          <a:xfrm>
            <a:off x="795853" y="0"/>
            <a:ext cx="3374571" cy="6858000"/>
            <a:chOff x="795853" y="0"/>
            <a:chExt cx="3374571" cy="6858000"/>
          </a:xfrm>
        </p:grpSpPr>
        <p:sp>
          <p:nvSpPr>
            <p:cNvPr id="9" name="Rectangle 8">
              <a:extLst>
                <a:ext uri="{FF2B5EF4-FFF2-40B4-BE49-F238E27FC236}">
                  <a16:creationId xmlns:a16="http://schemas.microsoft.com/office/drawing/2014/main" xmlns="" id="{C24A59FA-90E1-D525-E001-C8F42F345610}"/>
                </a:ext>
              </a:extLst>
            </p:cNvPr>
            <p:cNvSpPr/>
            <p:nvPr/>
          </p:nvSpPr>
          <p:spPr>
            <a:xfrm>
              <a:off x="969224" y="240182"/>
              <a:ext cx="3024625" cy="64463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 name="Group 7">
              <a:extLst>
                <a:ext uri="{FF2B5EF4-FFF2-40B4-BE49-F238E27FC236}">
                  <a16:creationId xmlns:a16="http://schemas.microsoft.com/office/drawing/2014/main" xmlns="" id="{657B5B1C-0104-F687-97EC-2201F3202BCA}"/>
                </a:ext>
              </a:extLst>
            </p:cNvPr>
            <p:cNvGrpSpPr/>
            <p:nvPr/>
          </p:nvGrpSpPr>
          <p:grpSpPr>
            <a:xfrm>
              <a:off x="795853" y="0"/>
              <a:ext cx="3374571" cy="6858000"/>
              <a:chOff x="795853" y="0"/>
              <a:chExt cx="3374571" cy="6858000"/>
            </a:xfrm>
          </p:grpSpPr>
          <p:pic>
            <p:nvPicPr>
              <p:cNvPr id="64" name="Picture 6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5381" y="432759"/>
                <a:ext cx="778707" cy="778707"/>
              </a:xfrm>
              <a:prstGeom prst="rect">
                <a:avLst/>
              </a:prstGeom>
            </p:spPr>
          </p:pic>
          <p:sp>
            <p:nvSpPr>
              <p:cNvPr id="69" name="TextBox 68"/>
              <p:cNvSpPr txBox="1"/>
              <p:nvPr/>
            </p:nvSpPr>
            <p:spPr>
              <a:xfrm>
                <a:off x="1633228"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29" name="Rectangle 128"/>
              <p:cNvSpPr/>
              <p:nvPr/>
            </p:nvSpPr>
            <p:spPr>
              <a:xfrm>
                <a:off x="841386"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795853"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30" name="Rounded Rectangle 129"/>
              <p:cNvSpPr/>
              <p:nvPr/>
            </p:nvSpPr>
            <p:spPr>
              <a:xfrm>
                <a:off x="1114441" y="526633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a:t>
                </a:r>
                <a:endParaRPr lang="en-AU" sz="2800" b="1" dirty="0">
                  <a:solidFill>
                    <a:schemeClr val="bg1"/>
                  </a:solidFill>
                  <a:latin typeface="Lato" panose="020F0502020204030203" pitchFamily="34" charset="0"/>
                </a:endParaRPr>
              </a:p>
            </p:txBody>
          </p:sp>
          <p:pic>
            <p:nvPicPr>
              <p:cNvPr id="14" name="Picture 13"/>
              <p:cNvPicPr>
                <a:picLocks noChangeAspect="1"/>
              </p:cNvPicPr>
              <p:nvPr/>
            </p:nvPicPr>
            <p:blipFill>
              <a:blip r:embed="rId5"/>
              <a:stretch>
                <a:fillRect/>
              </a:stretch>
            </p:blipFill>
            <p:spPr>
              <a:xfrm>
                <a:off x="1036975" y="1113777"/>
                <a:ext cx="2881625" cy="1784638"/>
              </a:xfrm>
              <a:prstGeom prst="rect">
                <a:avLst/>
              </a:prstGeom>
            </p:spPr>
          </p:pic>
          <p:sp>
            <p:nvSpPr>
              <p:cNvPr id="131" name="Rectangle 130"/>
              <p:cNvSpPr/>
              <p:nvPr/>
            </p:nvSpPr>
            <p:spPr>
              <a:xfrm>
                <a:off x="1036975"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133" name="5-Point Star 132"/>
              <p:cNvSpPr/>
              <p:nvPr/>
            </p:nvSpPr>
            <p:spPr>
              <a:xfrm>
                <a:off x="2856929"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8" name="5-Point Star 137"/>
              <p:cNvSpPr/>
              <p:nvPr/>
            </p:nvSpPr>
            <p:spPr>
              <a:xfrm>
                <a:off x="2973184"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3090533"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3211264"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3321048"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2" name="Rectangle 141"/>
              <p:cNvSpPr/>
              <p:nvPr/>
            </p:nvSpPr>
            <p:spPr>
              <a:xfrm>
                <a:off x="1036975" y="2920792"/>
                <a:ext cx="2932410" cy="981423"/>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000" b="1" dirty="0">
                    <a:solidFill>
                      <a:srgbClr val="9510E4"/>
                    </a:solidFill>
                    <a:latin typeface="Lato" panose="020F0502020204030203" pitchFamily="34" charset="0"/>
                  </a:rPr>
                  <a:t>  </a:t>
                </a:r>
                <a:r>
                  <a:rPr lang="en-AU" sz="900" dirty="0">
                    <a:solidFill>
                      <a:schemeClr val="bg1">
                        <a:lumMod val="50000"/>
                      </a:schemeClr>
                    </a:solidFill>
                    <a:latin typeface="Lato" panose="020F0502020204030203" pitchFamily="34" charset="0"/>
                  </a:rPr>
                  <a:t>E10 </a:t>
                </a:r>
                <a:r>
                  <a:rPr lang="en-US" sz="900" dirty="0">
                    <a:solidFill>
                      <a:schemeClr val="bg1">
                        <a:lumMod val="50000"/>
                      </a:schemeClr>
                    </a:solidFill>
                    <a:latin typeface="Lato" panose="020F0502020204030203" pitchFamily="34" charset="0"/>
                  </a:rPr>
                  <a:t>Union Road, Kensington NSW 2052</a:t>
                </a:r>
                <a:endParaRPr lang="en-US" sz="1000" dirty="0">
                  <a:solidFill>
                    <a:schemeClr val="bg1">
                      <a:lumMod val="50000"/>
                    </a:schemeClr>
                  </a:solidFill>
                  <a:latin typeface="Lato" panose="020F0502020204030203" pitchFamily="34" charset="0"/>
                </a:endParaRPr>
              </a:p>
              <a:p>
                <a:r>
                  <a:rPr lang="en-AU" sz="1600" dirty="0">
                    <a:solidFill>
                      <a:srgbClr val="9510E4"/>
                    </a:solidFill>
                  </a:rPr>
                  <a:t>  </a:t>
                </a:r>
                <a:r>
                  <a:rPr lang="en-AU" sz="1200" dirty="0">
                    <a:solidFill>
                      <a:srgbClr val="9510E4"/>
                    </a:solidFill>
                  </a:rPr>
                  <a:t>📅</a:t>
                </a:r>
                <a:r>
                  <a:rPr lang="en-US" sz="900" b="1" dirty="0">
                    <a:solidFill>
                      <a:srgbClr val="9510E4"/>
                    </a:solidFill>
                    <a:latin typeface="Lato" panose="020F0502020204030203" pitchFamily="34" charset="0"/>
                  </a:rPr>
                  <a:t>From   </a:t>
                </a:r>
                <a:r>
                  <a:rPr lang="en-US" sz="900" dirty="0">
                    <a:solidFill>
                      <a:schemeClr val="bg1">
                        <a:lumMod val="50000"/>
                      </a:schemeClr>
                    </a:solidFill>
                    <a:latin typeface="Lato" panose="020F0502020204030203" pitchFamily="34" charset="0"/>
                  </a:rPr>
                  <a:t>23/12/2026</a:t>
                </a:r>
                <a:r>
                  <a:rPr lang="en-AU" sz="900" b="1" dirty="0">
                    <a:solidFill>
                      <a:srgbClr val="9510E4"/>
                    </a:solidFill>
                    <a:latin typeface="Lato" panose="020F0502020204030203" pitchFamily="34" charset="0"/>
                  </a:rPr>
                  <a:t>    To  </a:t>
                </a:r>
                <a:r>
                  <a:rPr lang="en-AU" sz="900" dirty="0">
                    <a:solidFill>
                      <a:schemeClr val="bg1">
                        <a:lumMod val="50000"/>
                      </a:schemeClr>
                    </a:solidFill>
                    <a:latin typeface="Lato" panose="020F0502020204030203" pitchFamily="34" charset="0"/>
                  </a:rPr>
                  <a:t>23/01/2027</a:t>
                </a:r>
                <a:endParaRPr lang="en-AU" sz="1000" dirty="0">
                  <a:solidFill>
                    <a:schemeClr val="bg1">
                      <a:lumMod val="50000"/>
                    </a:schemeClr>
                  </a:solidFill>
                  <a:latin typeface="Lato" panose="020F0502020204030203" pitchFamily="34" charset="0"/>
                </a:endParaRPr>
              </a:p>
              <a:p>
                <a:pPr>
                  <a:lnSpc>
                    <a:spcPct val="200000"/>
                  </a:lnSpc>
                </a:pPr>
                <a:r>
                  <a:rPr lang="en-US" sz="1000" b="1" dirty="0">
                    <a:solidFill>
                      <a:srgbClr val="9510E4"/>
                    </a:solidFill>
                    <a:latin typeface="Lato" panose="020F0502020204030203" pitchFamily="34" charset="0"/>
                  </a:rPr>
                  <a:t>             </a:t>
                </a:r>
                <a:r>
                  <a:rPr lang="en-US" sz="8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65" name="TextBox 64"/>
              <p:cNvSpPr txBox="1"/>
              <p:nvPr/>
            </p:nvSpPr>
            <p:spPr>
              <a:xfrm>
                <a:off x="1421063" y="4910998"/>
                <a:ext cx="181171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Purchase mandatory </a:t>
                </a:r>
                <a:r>
                  <a:rPr lang="en-US" sz="1000" b="1" u="sng" dirty="0">
                    <a:solidFill>
                      <a:srgbClr val="9510E4"/>
                    </a:solidFill>
                    <a:latin typeface="Lato" panose="020F0502020204030203" pitchFamily="34" charset="0"/>
                  </a:rPr>
                  <a:t>insurance</a:t>
                </a:r>
                <a:endParaRPr lang="en-AU" sz="900" dirty="0">
                  <a:solidFill>
                    <a:schemeClr val="bg1">
                      <a:lumMod val="50000"/>
                    </a:schemeClr>
                  </a:solidFill>
                  <a:latin typeface="Lato" panose="020F0502020204030203" pitchFamily="34" charset="0"/>
                </a:endParaRPr>
              </a:p>
            </p:txBody>
          </p:sp>
          <p:sp>
            <p:nvSpPr>
              <p:cNvPr id="70" name="Rectangle 69"/>
              <p:cNvSpPr/>
              <p:nvPr/>
            </p:nvSpPr>
            <p:spPr>
              <a:xfrm>
                <a:off x="1192642" y="4947884"/>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6" name="Rectangle 65"/>
              <p:cNvSpPr/>
              <p:nvPr/>
            </p:nvSpPr>
            <p:spPr>
              <a:xfrm>
                <a:off x="1122596" y="4885588"/>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74" name="Rectangle 73"/>
              <p:cNvSpPr/>
              <p:nvPr/>
            </p:nvSpPr>
            <p:spPr>
              <a:xfrm>
                <a:off x="1018904" y="4069369"/>
                <a:ext cx="2836524" cy="834466"/>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1" name="TextBox 70"/>
              <p:cNvSpPr txBox="1"/>
              <p:nvPr/>
            </p:nvSpPr>
            <p:spPr>
              <a:xfrm>
                <a:off x="1057003" y="3869238"/>
                <a:ext cx="2813829" cy="261610"/>
              </a:xfrm>
              <a:prstGeom prst="rect">
                <a:avLst/>
              </a:prstGeom>
              <a:noFill/>
            </p:spPr>
            <p:txBody>
              <a:bodyPr wrap="square" rtlCol="0">
                <a:spAutoFit/>
              </a:bodyPr>
              <a:lstStyle/>
              <a:p>
                <a:r>
                  <a:rPr lang="en-US" sz="1050" b="1" dirty="0">
                    <a:solidFill>
                      <a:srgbClr val="9510E4"/>
                    </a:solidFill>
                    <a:latin typeface="Lato" panose="020F0502020204030203" pitchFamily="34" charset="0"/>
                  </a:rPr>
                  <a:t>Insurance Requirements</a:t>
                </a:r>
                <a:endParaRPr lang="en-AU" sz="1050" b="1" dirty="0">
                  <a:solidFill>
                    <a:srgbClr val="9510E4"/>
                  </a:solidFill>
                  <a:latin typeface="Lato" panose="020F0502020204030203" pitchFamily="34" charset="0"/>
                </a:endParaRPr>
              </a:p>
            </p:txBody>
          </p:sp>
          <p:sp>
            <p:nvSpPr>
              <p:cNvPr id="72" name="TextBox 71"/>
              <p:cNvSpPr txBox="1"/>
              <p:nvPr/>
            </p:nvSpPr>
            <p:spPr>
              <a:xfrm>
                <a:off x="1066672" y="3991905"/>
                <a:ext cx="2851928" cy="830997"/>
              </a:xfrm>
              <a:prstGeom prst="rect">
                <a:avLst/>
              </a:prstGeom>
              <a:noFill/>
            </p:spPr>
            <p:txBody>
              <a:bodyPr wrap="square" rtlCol="0">
                <a:spAutoFit/>
              </a:bodyPr>
              <a:lstStyle/>
              <a:p>
                <a:pPr algn="just"/>
                <a:r>
                  <a:rPr lang="en-US" sz="1200" dirty="0">
                    <a:solidFill>
                      <a:schemeClr val="tx1">
                        <a:lumMod val="65000"/>
                        <a:lumOff val="35000"/>
                      </a:schemeClr>
                    </a:solidFill>
                    <a:latin typeface="Lato" panose="020F0502020204030203" pitchFamily="34" charset="0"/>
                  </a:rPr>
                  <a:t>Insurance protects you from accidental damage, theft, or third-party liability during your rental. It reduces your financial exposure… </a:t>
                </a:r>
                <a:r>
                  <a:rPr lang="en-US" sz="1200" dirty="0">
                    <a:solidFill>
                      <a:srgbClr val="9510E4"/>
                    </a:solidFill>
                    <a:latin typeface="Lato" panose="020F0502020204030203" pitchFamily="34" charset="0"/>
                  </a:rPr>
                  <a:t>Learn more</a:t>
                </a:r>
                <a:endParaRPr lang="en-AU" sz="1200" dirty="0">
                  <a:solidFill>
                    <a:srgbClr val="9510E4"/>
                  </a:solidFill>
                  <a:latin typeface="Lato" panose="020F0502020204030203" pitchFamily="34" charset="0"/>
                </a:endParaRPr>
              </a:p>
            </p:txBody>
          </p:sp>
          <p:sp>
            <p:nvSpPr>
              <p:cNvPr id="53" name="TextBox 52"/>
              <p:cNvSpPr txBox="1"/>
              <p:nvPr/>
            </p:nvSpPr>
            <p:spPr>
              <a:xfrm>
                <a:off x="962401" y="3625566"/>
                <a:ext cx="678180" cy="307777"/>
              </a:xfrm>
              <a:prstGeom prst="rect">
                <a:avLst/>
              </a:prstGeom>
              <a:noFill/>
            </p:spPr>
            <p:txBody>
              <a:bodyPr wrap="square" rtlCol="0">
                <a:spAutoFit/>
              </a:bodyPr>
              <a:lstStyle/>
              <a:p>
                <a:pPr algn="ctr"/>
                <a:r>
                  <a:rPr lang="en-AU" sz="1400" b="1" dirty="0">
                    <a:solidFill>
                      <a:srgbClr val="9510E4"/>
                    </a:solidFill>
                  </a:rPr>
                  <a:t>👤</a:t>
                </a:r>
                <a:endParaRPr lang="en-AU" sz="1000" b="1" dirty="0">
                  <a:solidFill>
                    <a:srgbClr val="9510E4"/>
                  </a:solidFill>
                </a:endParaRPr>
              </a:p>
            </p:txBody>
          </p:sp>
          <p:pic>
            <p:nvPicPr>
              <p:cNvPr id="6" name="Picture 5">
                <a:extLst>
                  <a:ext uri="{FF2B5EF4-FFF2-40B4-BE49-F238E27FC236}">
                    <a16:creationId xmlns:a16="http://schemas.microsoft.com/office/drawing/2014/main" xmlns="" id="{3D1EB0A0-4A2B-7B41-B48F-570ABA816EC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125999" y="2885636"/>
                <a:ext cx="703576" cy="418285"/>
              </a:xfrm>
              <a:prstGeom prst="rect">
                <a:avLst/>
              </a:prstGeom>
            </p:spPr>
          </p:pic>
        </p:grpSp>
      </p:grpSp>
    </p:spTree>
    <p:extLst>
      <p:ext uri="{BB962C8B-B14F-4D97-AF65-F5344CB8AC3E}">
        <p14:creationId xmlns:p14="http://schemas.microsoft.com/office/powerpoint/2010/main" val="9992953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8300" y="243053"/>
            <a:ext cx="3208020" cy="5726259"/>
          </a:xfrm>
          <a:prstGeom prst="rect">
            <a:avLst/>
          </a:prstGeom>
        </p:spPr>
      </p:pic>
      <p:sp>
        <p:nvSpPr>
          <p:cNvPr id="14" name="Rectangle 13"/>
          <p:cNvSpPr/>
          <p:nvPr/>
        </p:nvSpPr>
        <p:spPr>
          <a:xfrm>
            <a:off x="1638300" y="5042847"/>
            <a:ext cx="3190017" cy="70354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1554227"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E-Bike List</a:t>
            </a:r>
            <a:endParaRPr lang="en-AU" sz="4400" b="1" dirty="0"/>
          </a:p>
        </p:txBody>
      </p:sp>
      <p:sp>
        <p:nvSpPr>
          <p:cNvPr id="15" name="Rounded Rectangle 14"/>
          <p:cNvSpPr/>
          <p:nvPr/>
        </p:nvSpPr>
        <p:spPr>
          <a:xfrm>
            <a:off x="1861708" y="5185436"/>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Another E-Bike</a:t>
            </a:r>
            <a:endParaRPr lang="en-AU" sz="2800" b="1" dirty="0">
              <a:solidFill>
                <a:schemeClr val="bg1"/>
              </a:solidFill>
              <a:latin typeface="Lato" panose="020F0502020204030203" pitchFamily="34" charset="0"/>
            </a:endParaRPr>
          </a:p>
        </p:txBody>
      </p:sp>
      <p:pic>
        <p:nvPicPr>
          <p:cNvPr id="17" name="Picture 1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60091" y="221281"/>
            <a:ext cx="3208020" cy="5726259"/>
          </a:xfrm>
          <a:prstGeom prst="rect">
            <a:avLst/>
          </a:prstGeom>
        </p:spPr>
      </p:pic>
      <p:sp>
        <p:nvSpPr>
          <p:cNvPr id="18" name="Rectangle 17"/>
          <p:cNvSpPr/>
          <p:nvPr/>
        </p:nvSpPr>
        <p:spPr>
          <a:xfrm>
            <a:off x="5960091" y="2339291"/>
            <a:ext cx="3190017" cy="3385327"/>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000"/>
          </a:p>
        </p:txBody>
      </p:sp>
      <p:grpSp>
        <p:nvGrpSpPr>
          <p:cNvPr id="19" name="Group 18"/>
          <p:cNvGrpSpPr/>
          <p:nvPr/>
        </p:nvGrpSpPr>
        <p:grpSpPr>
          <a:xfrm>
            <a:off x="5876018" y="-21772"/>
            <a:ext cx="3374571" cy="6858000"/>
            <a:chOff x="4950097" y="0"/>
            <a:chExt cx="3374571" cy="6858000"/>
          </a:xfrm>
        </p:grpSpPr>
        <p:grpSp>
          <p:nvGrpSpPr>
            <p:cNvPr id="20" name="Group 19"/>
            <p:cNvGrpSpPr/>
            <p:nvPr/>
          </p:nvGrpSpPr>
          <p:grpSpPr>
            <a:xfrm>
              <a:off x="4950097" y="0"/>
              <a:ext cx="3374571" cy="6858000"/>
              <a:chOff x="6333672" y="0"/>
              <a:chExt cx="3374571" cy="6858000"/>
            </a:xfrm>
          </p:grpSpPr>
          <p:pic>
            <p:nvPicPr>
              <p:cNvPr id="26" name="Picture 2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7" name="Freeform 2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TextBox 20"/>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2" name="TextBox 21"/>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3" name="TextBox 22"/>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4" name="Oval 23"/>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5" name="TextBox 24"/>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8" name="Rounded Rectangle 27"/>
          <p:cNvSpPr/>
          <p:nvPr/>
        </p:nvSpPr>
        <p:spPr>
          <a:xfrm>
            <a:off x="6183499" y="516366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an E-Bike</a:t>
            </a:r>
            <a:endParaRPr lang="en-AU" sz="2800" b="1" dirty="0">
              <a:solidFill>
                <a:schemeClr val="bg1"/>
              </a:solidFill>
              <a:latin typeface="Lato" panose="020F0502020204030203" pitchFamily="34" charset="0"/>
            </a:endParaRPr>
          </a:p>
        </p:txBody>
      </p:sp>
      <p:sp>
        <p:nvSpPr>
          <p:cNvPr id="2" name="Rectangle 1"/>
          <p:cNvSpPr/>
          <p:nvPr/>
        </p:nvSpPr>
        <p:spPr>
          <a:xfrm>
            <a:off x="6104505" y="2424168"/>
            <a:ext cx="2973891" cy="400110"/>
          </a:xfrm>
          <a:prstGeom prst="rect">
            <a:avLst/>
          </a:prstGeom>
        </p:spPr>
        <p:txBody>
          <a:bodyPr wrap="square">
            <a:spAutoFit/>
          </a:bodyPr>
          <a:lstStyle/>
          <a:p>
            <a:r>
              <a:rPr lang="en-US" sz="1000" dirty="0">
                <a:solidFill>
                  <a:schemeClr val="bg1">
                    <a:lumMod val="50000"/>
                  </a:schemeClr>
                </a:solidFill>
                <a:latin typeface="Lato" panose="020F0502020204030203" pitchFamily="34" charset="0"/>
              </a:rPr>
              <a:t>You do not have an active booking for these dates!</a:t>
            </a:r>
            <a:endParaRPr lang="en-AU" sz="1000" dirty="0"/>
          </a:p>
        </p:txBody>
      </p:sp>
    </p:spTree>
    <p:extLst>
      <p:ext uri="{BB962C8B-B14F-4D97-AF65-F5344CB8AC3E}">
        <p14:creationId xmlns:p14="http://schemas.microsoft.com/office/powerpoint/2010/main" val="20797703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Rounded Rectangle 42"/>
          <p:cNvSpPr/>
          <p:nvPr/>
        </p:nvSpPr>
        <p:spPr>
          <a:xfrm>
            <a:off x="1529380"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75056"/>
            <a:ext cx="6858000" cy="707886"/>
          </a:xfrm>
          <a:prstGeom prst="rect">
            <a:avLst/>
          </a:prstGeom>
          <a:noFill/>
        </p:spPr>
        <p:txBody>
          <a:bodyPr wrap="square" rtlCol="0">
            <a:spAutoFit/>
          </a:bodyPr>
          <a:lstStyle/>
          <a:p>
            <a:r>
              <a:rPr lang="en-US" sz="4000" b="1" dirty="0"/>
              <a:t>Renter E-Bike Booking Cancel</a:t>
            </a:r>
            <a:endParaRPr lang="en-AU" sz="40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77299" y="432759"/>
            <a:ext cx="778707" cy="778707"/>
          </a:xfrm>
          <a:prstGeom prst="rect">
            <a:avLst/>
          </a:prstGeom>
        </p:spPr>
      </p:pic>
      <p:sp>
        <p:nvSpPr>
          <p:cNvPr id="15" name="TextBox 14"/>
          <p:cNvSpPr txBox="1"/>
          <p:nvPr/>
        </p:nvSpPr>
        <p:spPr>
          <a:xfrm>
            <a:off x="2295146"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503304"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457771"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698893" y="1113777"/>
            <a:ext cx="2881625" cy="1784638"/>
          </a:xfrm>
          <a:prstGeom prst="rect">
            <a:avLst/>
          </a:prstGeom>
        </p:spPr>
      </p:pic>
      <p:sp>
        <p:nvSpPr>
          <p:cNvPr id="28" name="Rectangle 27"/>
          <p:cNvSpPr/>
          <p:nvPr/>
        </p:nvSpPr>
        <p:spPr>
          <a:xfrm>
            <a:off x="1698893"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518847"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635102"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752451"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873182"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982966"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698893"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2147560"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624319"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757266"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47" name="Rounded Rectangle 46"/>
          <p:cNvSpPr/>
          <p:nvPr/>
        </p:nvSpPr>
        <p:spPr>
          <a:xfrm>
            <a:off x="5421581" y="247193"/>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48" name="Picture 4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69500" y="523744"/>
            <a:ext cx="778707" cy="778707"/>
          </a:xfrm>
          <a:prstGeom prst="rect">
            <a:avLst/>
          </a:prstGeom>
        </p:spPr>
      </p:pic>
      <p:sp>
        <p:nvSpPr>
          <p:cNvPr id="49" name="TextBox 48"/>
          <p:cNvSpPr txBox="1"/>
          <p:nvPr/>
        </p:nvSpPr>
        <p:spPr>
          <a:xfrm>
            <a:off x="6187347" y="779231"/>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50" name="Rectangle 49"/>
          <p:cNvSpPr/>
          <p:nvPr/>
        </p:nvSpPr>
        <p:spPr>
          <a:xfrm>
            <a:off x="5395505" y="5693978"/>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1" name="Group 50"/>
          <p:cNvGrpSpPr/>
          <p:nvPr/>
        </p:nvGrpSpPr>
        <p:grpSpPr>
          <a:xfrm>
            <a:off x="5344620" y="0"/>
            <a:ext cx="3374571" cy="6858000"/>
            <a:chOff x="4950097" y="0"/>
            <a:chExt cx="3374571" cy="6858000"/>
          </a:xfrm>
        </p:grpSpPr>
        <p:grpSp>
          <p:nvGrpSpPr>
            <p:cNvPr id="52" name="Group 51"/>
            <p:cNvGrpSpPr/>
            <p:nvPr/>
          </p:nvGrpSpPr>
          <p:grpSpPr>
            <a:xfrm>
              <a:off x="4950097" y="0"/>
              <a:ext cx="3374571" cy="6858000"/>
              <a:chOff x="6333672" y="0"/>
              <a:chExt cx="3374571" cy="6858000"/>
            </a:xfrm>
          </p:grpSpPr>
          <p:pic>
            <p:nvPicPr>
              <p:cNvPr id="67" name="Picture 6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8" name="Freeform 67"/>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3" name="TextBox 52"/>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63" name="TextBox 62"/>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64" name="TextBox 63"/>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65" name="Oval 64"/>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6" name="TextBox 65"/>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9" name="Rounded Rectangle 68"/>
          <p:cNvSpPr/>
          <p:nvPr/>
        </p:nvSpPr>
        <p:spPr>
          <a:xfrm>
            <a:off x="5660305" y="524989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Do Not Cancel, Go Back</a:t>
            </a:r>
            <a:endParaRPr lang="en-AU" sz="2800" b="1" dirty="0">
              <a:solidFill>
                <a:schemeClr val="bg1"/>
              </a:solidFill>
              <a:latin typeface="Lato" panose="020F0502020204030203" pitchFamily="34" charset="0"/>
            </a:endParaRPr>
          </a:p>
        </p:txBody>
      </p:sp>
      <p:pic>
        <p:nvPicPr>
          <p:cNvPr id="70" name="Picture 69"/>
          <p:cNvPicPr>
            <a:picLocks noChangeAspect="1"/>
          </p:cNvPicPr>
          <p:nvPr/>
        </p:nvPicPr>
        <p:blipFill>
          <a:blip r:embed="rId4"/>
          <a:stretch>
            <a:fillRect/>
          </a:stretch>
        </p:blipFill>
        <p:spPr>
          <a:xfrm>
            <a:off x="5591094" y="1204762"/>
            <a:ext cx="2881625" cy="1784638"/>
          </a:xfrm>
          <a:prstGeom prst="rect">
            <a:avLst/>
          </a:prstGeom>
        </p:spPr>
      </p:pic>
      <p:sp>
        <p:nvSpPr>
          <p:cNvPr id="71" name="Rectangle 70"/>
          <p:cNvSpPr/>
          <p:nvPr/>
        </p:nvSpPr>
        <p:spPr>
          <a:xfrm>
            <a:off x="5591094" y="2712401"/>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72" name="5-Point Star 71"/>
          <p:cNvSpPr/>
          <p:nvPr/>
        </p:nvSpPr>
        <p:spPr>
          <a:xfrm>
            <a:off x="7411048" y="279701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3" name="5-Point Star 72"/>
          <p:cNvSpPr/>
          <p:nvPr/>
        </p:nvSpPr>
        <p:spPr>
          <a:xfrm>
            <a:off x="7527303" y="27972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4" name="5-Point Star 73"/>
          <p:cNvSpPr/>
          <p:nvPr/>
        </p:nvSpPr>
        <p:spPr>
          <a:xfrm>
            <a:off x="7644652" y="279691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5-Point Star 74"/>
          <p:cNvSpPr/>
          <p:nvPr/>
        </p:nvSpPr>
        <p:spPr>
          <a:xfrm>
            <a:off x="7765383" y="2793836"/>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6" name="5-Point Star 75"/>
          <p:cNvSpPr/>
          <p:nvPr/>
        </p:nvSpPr>
        <p:spPr>
          <a:xfrm>
            <a:off x="7875167" y="2796239"/>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3" name="Rounded Rectangle 82"/>
          <p:cNvSpPr/>
          <p:nvPr/>
        </p:nvSpPr>
        <p:spPr>
          <a:xfrm>
            <a:off x="5652604" y="4723304"/>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Confirm</a:t>
            </a:r>
            <a:endParaRPr lang="en-AU" sz="2800" b="1" dirty="0">
              <a:solidFill>
                <a:srgbClr val="9510E4"/>
              </a:solidFill>
              <a:latin typeface="Lato" panose="020F0502020204030203" pitchFamily="34" charset="0"/>
            </a:endParaRPr>
          </a:p>
        </p:txBody>
      </p:sp>
      <p:sp>
        <p:nvSpPr>
          <p:cNvPr id="84" name="Rectangle 83"/>
          <p:cNvSpPr/>
          <p:nvPr/>
        </p:nvSpPr>
        <p:spPr>
          <a:xfrm>
            <a:off x="5565252" y="3100113"/>
            <a:ext cx="2932410" cy="553998"/>
          </a:xfrm>
          <a:prstGeom prst="rect">
            <a:avLst/>
          </a:prstGeom>
        </p:spPr>
        <p:txBody>
          <a:bodyPr wrap="square">
            <a:spAutoFit/>
          </a:bodyPr>
          <a:lstStyle/>
          <a:p>
            <a:pPr lvl="1"/>
            <a:r>
              <a:rPr lang="en-US" sz="1000" b="1" dirty="0">
                <a:solidFill>
                  <a:srgbClr val="9510E4"/>
                </a:solidFill>
                <a:latin typeface="Lato" panose="020F0502020204030203" pitchFamily="34" charset="0"/>
              </a:rPr>
              <a:t>Price		</a:t>
            </a:r>
            <a:r>
              <a:rPr lang="en-US" sz="1000" dirty="0">
                <a:solidFill>
                  <a:schemeClr val="bg1">
                    <a:lumMod val="50000"/>
                  </a:schemeClr>
                </a:solidFill>
                <a:latin typeface="Lato" panose="020F0502020204030203" pitchFamily="34" charset="0"/>
              </a:rPr>
              <a:t>$136.00</a:t>
            </a:r>
          </a:p>
          <a:p>
            <a:pPr lvl="1"/>
            <a:r>
              <a:rPr lang="en-US" sz="1000" b="1" dirty="0">
                <a:solidFill>
                  <a:srgbClr val="9510E4"/>
                </a:solidFill>
                <a:latin typeface="Lato" panose="020F0502020204030203" pitchFamily="34" charset="0"/>
              </a:rPr>
              <a:t>Cancellation</a:t>
            </a:r>
            <a:r>
              <a:rPr lang="en-US" sz="1000" u="sng" dirty="0">
                <a:solidFill>
                  <a:schemeClr val="bg1">
                    <a:lumMod val="50000"/>
                  </a:schemeClr>
                </a:solidFill>
                <a:latin typeface="Lato" panose="020F0502020204030203" pitchFamily="34" charset="0"/>
              </a:rPr>
              <a:t> </a:t>
            </a:r>
            <a:r>
              <a:rPr lang="en-US" sz="1000" b="1" dirty="0">
                <a:solidFill>
                  <a:srgbClr val="9510E4"/>
                </a:solidFill>
                <a:latin typeface="Lato" panose="020F0502020204030203" pitchFamily="34" charset="0"/>
              </a:rPr>
              <a:t>charge	   </a:t>
            </a:r>
            <a:r>
              <a:rPr lang="en-US" sz="1000" dirty="0">
                <a:solidFill>
                  <a:schemeClr val="bg1">
                    <a:lumMod val="50000"/>
                  </a:schemeClr>
                </a:solidFill>
                <a:latin typeface="Lato" panose="020F0502020204030203" pitchFamily="34" charset="0"/>
              </a:rPr>
              <a:t>$29.35</a:t>
            </a:r>
          </a:p>
          <a:p>
            <a:pPr lvl="1"/>
            <a:r>
              <a:rPr lang="en-US" sz="1000" b="1" dirty="0">
                <a:solidFill>
                  <a:srgbClr val="9510E4"/>
                </a:solidFill>
                <a:latin typeface="Lato" panose="020F0502020204030203" pitchFamily="34" charset="0"/>
              </a:rPr>
              <a:t>Return amount                     $106.65</a:t>
            </a:r>
            <a:endParaRPr lang="en-AU" sz="1000" b="1" dirty="0">
              <a:solidFill>
                <a:srgbClr val="9510E4"/>
              </a:solidFill>
              <a:latin typeface="Lato" panose="020F0502020204030203" pitchFamily="34" charset="0"/>
            </a:endParaRPr>
          </a:p>
        </p:txBody>
      </p:sp>
      <p:sp>
        <p:nvSpPr>
          <p:cNvPr id="85" name="Rectangle 84"/>
          <p:cNvSpPr/>
          <p:nvPr/>
        </p:nvSpPr>
        <p:spPr>
          <a:xfrm>
            <a:off x="5594743" y="3744921"/>
            <a:ext cx="2876726" cy="850727"/>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1100" b="1" dirty="0">
                <a:solidFill>
                  <a:srgbClr val="9510E4"/>
                </a:solidFill>
                <a:latin typeface="Lato" panose="020F0502020204030203" pitchFamily="34" charset="0"/>
              </a:rPr>
              <a:t>Cancellation Policy</a:t>
            </a:r>
          </a:p>
          <a:p>
            <a:pPr algn="just"/>
            <a:r>
              <a:rPr lang="en-US" sz="1100" dirty="0">
                <a:solidFill>
                  <a:schemeClr val="bg1">
                    <a:lumMod val="50000"/>
                  </a:schemeClr>
                </a:solidFill>
              </a:rPr>
              <a:t>Lorem Ipsum has been the industry's standard dummy text ever since the 1500s, when an unknown printer took a galley of</a:t>
            </a:r>
            <a:r>
              <a:rPr lang="en-US" sz="1100" dirty="0">
                <a:solidFill>
                  <a:schemeClr val="tx1">
                    <a:lumMod val="65000"/>
                    <a:lumOff val="35000"/>
                  </a:schemeClr>
                </a:solidFill>
                <a:latin typeface="Lato" panose="020F0502020204030203" pitchFamily="34" charset="0"/>
              </a:rPr>
              <a:t>…</a:t>
            </a:r>
            <a:r>
              <a:rPr lang="en-US" sz="1100" dirty="0">
                <a:latin typeface="Lato" panose="020F0502020204030203" pitchFamily="34" charset="0"/>
              </a:rPr>
              <a:t> </a:t>
            </a:r>
            <a:r>
              <a:rPr lang="en-US" sz="1100" dirty="0">
                <a:solidFill>
                  <a:srgbClr val="9510E4"/>
                </a:solidFill>
                <a:latin typeface="Lato" panose="020F0502020204030203" pitchFamily="34" charset="0"/>
              </a:rPr>
              <a:t>Read more</a:t>
            </a:r>
            <a:endParaRPr lang="en-AU" sz="1100" dirty="0">
              <a:solidFill>
                <a:srgbClr val="9510E4"/>
              </a:solidFill>
              <a:latin typeface="Lato" panose="020F0502020204030203" pitchFamily="34" charset="0"/>
            </a:endParaRPr>
          </a:p>
          <a:p>
            <a:pPr algn="just"/>
            <a:endParaRPr lang="en-AU" sz="1100" dirty="0">
              <a:solidFill>
                <a:schemeClr val="bg1">
                  <a:lumMod val="50000"/>
                </a:schemeClr>
              </a:solidFill>
            </a:endParaRPr>
          </a:p>
        </p:txBody>
      </p:sp>
      <p:sp>
        <p:nvSpPr>
          <p:cNvPr id="88" name="TextBox 87"/>
          <p:cNvSpPr txBox="1"/>
          <p:nvPr/>
        </p:nvSpPr>
        <p:spPr>
          <a:xfrm>
            <a:off x="2148151" y="4260356"/>
            <a:ext cx="106150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Cancel booking</a:t>
            </a:r>
            <a:endParaRPr lang="en-AU" sz="900" dirty="0">
              <a:solidFill>
                <a:schemeClr val="bg1">
                  <a:lumMod val="50000"/>
                </a:schemeClr>
              </a:solidFill>
              <a:latin typeface="Lato" panose="020F0502020204030203" pitchFamily="34" charset="0"/>
            </a:endParaRPr>
          </a:p>
        </p:txBody>
      </p:sp>
      <p:sp>
        <p:nvSpPr>
          <p:cNvPr id="6" name="Rectangle 5"/>
          <p:cNvSpPr/>
          <p:nvPr/>
        </p:nvSpPr>
        <p:spPr>
          <a:xfrm>
            <a:off x="1734019" y="4133983"/>
            <a:ext cx="458780" cy="461665"/>
          </a:xfrm>
          <a:prstGeom prst="rect">
            <a:avLst/>
          </a:prstGeom>
        </p:spPr>
        <p:txBody>
          <a:bodyPr wrap="none">
            <a:spAutoFit/>
          </a:bodyPr>
          <a:lstStyle/>
          <a:p>
            <a:r>
              <a:rPr lang="en-AU" sz="2400" dirty="0">
                <a:solidFill>
                  <a:srgbClr val="9510E4"/>
                </a:solidFill>
              </a:rPr>
              <a:t>⯃</a:t>
            </a:r>
          </a:p>
        </p:txBody>
      </p:sp>
      <p:sp>
        <p:nvSpPr>
          <p:cNvPr id="8" name="TextBox 7"/>
          <p:cNvSpPr txBox="1"/>
          <p:nvPr/>
        </p:nvSpPr>
        <p:spPr>
          <a:xfrm>
            <a:off x="1831178" y="4194478"/>
            <a:ext cx="266420" cy="307777"/>
          </a:xfrm>
          <a:prstGeom prst="rect">
            <a:avLst/>
          </a:prstGeom>
          <a:noFill/>
        </p:spPr>
        <p:txBody>
          <a:bodyPr wrap="none" rtlCol="0">
            <a:spAutoFit/>
          </a:bodyPr>
          <a:lstStyle/>
          <a:p>
            <a:r>
              <a:rPr lang="en-US" sz="1400" b="1" dirty="0">
                <a:solidFill>
                  <a:schemeClr val="bg1"/>
                </a:solidFill>
              </a:rPr>
              <a:t>x</a:t>
            </a:r>
            <a:endParaRPr lang="en-AU" b="1" dirty="0">
              <a:solidFill>
                <a:schemeClr val="bg1"/>
              </a:solidFill>
            </a:endParaRPr>
          </a:p>
        </p:txBody>
      </p:sp>
    </p:spTree>
    <p:extLst>
      <p:ext uri="{BB962C8B-B14F-4D97-AF65-F5344CB8AC3E}">
        <p14:creationId xmlns:p14="http://schemas.microsoft.com/office/powerpoint/2010/main" val="35649761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Rounded Rectangle 102"/>
          <p:cNvSpPr/>
          <p:nvPr/>
        </p:nvSpPr>
        <p:spPr>
          <a:xfrm>
            <a:off x="4867999" y="167126"/>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Booking Handover</a:t>
            </a:r>
            <a:endParaRPr lang="en-AU" sz="36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6" name="Rounded Rectangle 25"/>
          <p:cNvSpPr/>
          <p:nvPr/>
        </p:nvSpPr>
        <p:spPr>
          <a:xfrm>
            <a:off x="1462455" y="49729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Accept E-Bike</a:t>
            </a:r>
            <a:endParaRPr lang="en-AU" sz="1400" b="1" dirty="0">
              <a:solidFill>
                <a:schemeClr val="bg1"/>
              </a:solidFill>
              <a:latin typeface="Lato" panose="020F0502020204030203" pitchFamily="34" charset="0"/>
            </a:endParaRPr>
          </a:p>
        </p:txBody>
      </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7674"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57" name="Rectangle 56"/>
          <p:cNvSpPr/>
          <p:nvPr/>
        </p:nvSpPr>
        <p:spPr>
          <a:xfrm>
            <a:off x="4900328" y="1460329"/>
            <a:ext cx="3164399" cy="3512580"/>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8" name="Rectangle 57"/>
          <p:cNvSpPr/>
          <p:nvPr/>
        </p:nvSpPr>
        <p:spPr>
          <a:xfrm>
            <a:off x="5310863" y="1155490"/>
            <a:ext cx="2387192" cy="276999"/>
          </a:xfrm>
          <a:prstGeom prst="rect">
            <a:avLst/>
          </a:prstGeom>
        </p:spPr>
        <p:txBody>
          <a:bodyPr wrap="none">
            <a:spAutoFit/>
          </a:bodyPr>
          <a:lstStyle/>
          <a:p>
            <a:pPr algn="ctr"/>
            <a:r>
              <a:rPr lang="en-US" sz="1200" b="1" dirty="0">
                <a:solidFill>
                  <a:srgbClr val="506445"/>
                </a:solidFill>
                <a:latin typeface="Lato" panose="020F0502020204030203" pitchFamily="34" charset="0"/>
              </a:rPr>
              <a:t>Your E-Bike’s Features to Check</a:t>
            </a:r>
            <a:endParaRPr lang="en-AU" sz="1200" b="1" dirty="0">
              <a:solidFill>
                <a:srgbClr val="506445"/>
              </a:solidFill>
            </a:endParaRPr>
          </a:p>
        </p:txBody>
      </p:sp>
      <p:sp>
        <p:nvSpPr>
          <p:cNvPr id="59" name="Rectangle 58"/>
          <p:cNvSpPr/>
          <p:nvPr/>
        </p:nvSpPr>
        <p:spPr>
          <a:xfrm>
            <a:off x="5056918" y="1586917"/>
            <a:ext cx="2369559" cy="3308598"/>
          </a:xfrm>
          <a:prstGeom prst="rect">
            <a:avLst/>
          </a:prstGeom>
        </p:spPr>
        <p:txBody>
          <a:bodyPr wrap="none">
            <a:spAutoFit/>
          </a:bodyPr>
          <a:lstStyle/>
          <a:p>
            <a:r>
              <a:rPr lang="en-AU" sz="1100" b="1" dirty="0">
                <a:solidFill>
                  <a:srgbClr val="506445"/>
                </a:solidFill>
                <a:latin typeface="Lato" panose="020F0502020204030203" pitchFamily="34" charset="0"/>
              </a:rPr>
              <a:t>Battery charges and holds power</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Motor assist functioning smoothly</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Brakes responsive and reliable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Lights and indicators working</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Display and controls operational</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Tyres properly inflated, no damage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Frame, seat, pedals secure</a:t>
            </a:r>
            <a:endParaRPr lang="en-AU" sz="1100" b="1" dirty="0">
              <a:solidFill>
                <a:srgbClr val="506445"/>
              </a:solidFill>
              <a:latin typeface="Lato" panose="020F0502020204030203" pitchFamily="34" charset="0"/>
            </a:endParaRPr>
          </a:p>
        </p:txBody>
      </p:sp>
      <p:sp>
        <p:nvSpPr>
          <p:cNvPr id="60" name="Rounded Rectangle 59"/>
          <p:cNvSpPr/>
          <p:nvPr/>
        </p:nvSpPr>
        <p:spPr>
          <a:xfrm>
            <a:off x="7424605" y="1608322"/>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61" name="Rounded Rectangle 60"/>
          <p:cNvSpPr/>
          <p:nvPr/>
        </p:nvSpPr>
        <p:spPr>
          <a:xfrm>
            <a:off x="7596297" y="1586232"/>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62" name="Rounded Rectangle 61"/>
          <p:cNvSpPr/>
          <p:nvPr/>
        </p:nvSpPr>
        <p:spPr>
          <a:xfrm>
            <a:off x="7424605" y="2110868"/>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77" name="Rounded Rectangle 76"/>
          <p:cNvSpPr/>
          <p:nvPr/>
        </p:nvSpPr>
        <p:spPr>
          <a:xfrm>
            <a:off x="7596297" y="2088778"/>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78" name="Rounded Rectangle 77"/>
          <p:cNvSpPr/>
          <p:nvPr/>
        </p:nvSpPr>
        <p:spPr>
          <a:xfrm>
            <a:off x="7432397" y="261341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0" name="Rounded Rectangle 79"/>
          <p:cNvSpPr/>
          <p:nvPr/>
        </p:nvSpPr>
        <p:spPr>
          <a:xfrm>
            <a:off x="7424605" y="309886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1" name="Rounded Rectangle 80"/>
          <p:cNvSpPr/>
          <p:nvPr/>
        </p:nvSpPr>
        <p:spPr>
          <a:xfrm>
            <a:off x="7596297" y="3076773"/>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2" name="Rounded Rectangle 81"/>
          <p:cNvSpPr/>
          <p:nvPr/>
        </p:nvSpPr>
        <p:spPr>
          <a:xfrm>
            <a:off x="7424605" y="3620351"/>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7" name="Rounded Rectangle 86"/>
          <p:cNvSpPr/>
          <p:nvPr/>
        </p:nvSpPr>
        <p:spPr>
          <a:xfrm>
            <a:off x="7432397" y="408253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8" name="Rounded Rectangle 87"/>
          <p:cNvSpPr/>
          <p:nvPr/>
        </p:nvSpPr>
        <p:spPr>
          <a:xfrm>
            <a:off x="7604089" y="406044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9" name="Rounded Rectangle 88"/>
          <p:cNvSpPr/>
          <p:nvPr/>
        </p:nvSpPr>
        <p:spPr>
          <a:xfrm>
            <a:off x="7424605" y="462955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grpSp>
        <p:nvGrpSpPr>
          <p:cNvPr id="91" name="Group 90"/>
          <p:cNvGrpSpPr/>
          <p:nvPr/>
        </p:nvGrpSpPr>
        <p:grpSpPr>
          <a:xfrm>
            <a:off x="4991021" y="463241"/>
            <a:ext cx="2435973" cy="778707"/>
            <a:chOff x="1391934" y="463241"/>
            <a:chExt cx="2435973" cy="778707"/>
          </a:xfrm>
        </p:grpSpPr>
        <p:pic>
          <p:nvPicPr>
            <p:cNvPr id="92" name="Picture 9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3" name="TextBox 9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101" name="Picture 10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4780638"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4" name="Rounded Rectangle 103"/>
          <p:cNvSpPr/>
          <p:nvPr/>
        </p:nvSpPr>
        <p:spPr>
          <a:xfrm>
            <a:off x="7598569" y="3590845"/>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5" name="Rounded Rectangle 104"/>
          <p:cNvSpPr/>
          <p:nvPr/>
        </p:nvSpPr>
        <p:spPr>
          <a:xfrm>
            <a:off x="7598569" y="4600779"/>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6" name="Rounded Rectangle 105"/>
          <p:cNvSpPr/>
          <p:nvPr/>
        </p:nvSpPr>
        <p:spPr>
          <a:xfrm>
            <a:off x="7605393" y="258772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8" name="Freeform 107"/>
          <p:cNvSpPr/>
          <p:nvPr/>
        </p:nvSpPr>
        <p:spPr>
          <a:xfrm>
            <a:off x="5005755" y="5763740"/>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9" name="TextBox 108"/>
          <p:cNvSpPr txBox="1"/>
          <p:nvPr/>
        </p:nvSpPr>
        <p:spPr>
          <a:xfrm>
            <a:off x="5157989" y="5865513"/>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10" name="TextBox 109"/>
          <p:cNvSpPr txBox="1"/>
          <p:nvPr/>
        </p:nvSpPr>
        <p:spPr>
          <a:xfrm>
            <a:off x="6537209" y="586652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11" name="TextBox 110"/>
          <p:cNvSpPr txBox="1"/>
          <p:nvPr/>
        </p:nvSpPr>
        <p:spPr>
          <a:xfrm>
            <a:off x="7215389" y="586551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13" name="Oval 112"/>
          <p:cNvSpPr/>
          <p:nvPr/>
        </p:nvSpPr>
        <p:spPr>
          <a:xfrm>
            <a:off x="6034445" y="5859389"/>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2" name="TextBox 111"/>
          <p:cNvSpPr txBox="1"/>
          <p:nvPr/>
        </p:nvSpPr>
        <p:spPr>
          <a:xfrm>
            <a:off x="5836169" y="5865453"/>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122" name="Rounded Rectangle 121"/>
          <p:cNvSpPr/>
          <p:nvPr/>
        </p:nvSpPr>
        <p:spPr>
          <a:xfrm>
            <a:off x="8471616" y="21860"/>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8417910" y="739"/>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485446"/>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Raise Issue + Cancel Booking</a:t>
              </a:r>
              <a:endParaRPr lang="en-AU" sz="1400" b="1" dirty="0">
                <a:solidFill>
                  <a:srgbClr val="9510E4"/>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Raise Issue</a:t>
              </a:r>
              <a:endParaRPr lang="en-AU" sz="1200" b="1" dirty="0">
                <a:solidFill>
                  <a:srgbClr val="506445"/>
                </a:solidFill>
                <a:latin typeface="Lato" panose="020F0502020204030203" pitchFamily="34" charset="0"/>
              </a:endParaRPr>
            </a:p>
          </p:txBody>
        </p:sp>
      </p:grpSp>
      <p:sp>
        <p:nvSpPr>
          <p:cNvPr id="123" name="Freeform 122"/>
          <p:cNvSpPr/>
          <p:nvPr/>
        </p:nvSpPr>
        <p:spPr>
          <a:xfrm>
            <a:off x="8638343" y="5772836"/>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8790577" y="5874609"/>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10169797" y="5875625"/>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10847977" y="587460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9667033" y="5868485"/>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9468757" y="5874549"/>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29" name="Rounded Rectangle 128"/>
          <p:cNvSpPr/>
          <p:nvPr/>
        </p:nvSpPr>
        <p:spPr>
          <a:xfrm>
            <a:off x="5096323" y="515549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Raise Issue</a:t>
            </a:r>
            <a:endParaRPr lang="en-AU" sz="2800" b="1" dirty="0">
              <a:solidFill>
                <a:schemeClr val="bg1"/>
              </a:solidFill>
              <a:latin typeface="Lato" panose="020F0502020204030203" pitchFamily="34" charset="0"/>
            </a:endParaRPr>
          </a:p>
        </p:txBody>
      </p:sp>
      <p:sp>
        <p:nvSpPr>
          <p:cNvPr id="131" name="Rectangle 130"/>
          <p:cNvSpPr/>
          <p:nvPr/>
        </p:nvSpPr>
        <p:spPr>
          <a:xfrm>
            <a:off x="9548505" y="1352430"/>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9054938" y="1906450"/>
            <a:ext cx="1911101"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for the issue</a:t>
            </a:r>
            <a:endParaRPr lang="en-AU" sz="1050" dirty="0"/>
          </a:p>
        </p:txBody>
      </p:sp>
      <p:sp>
        <p:nvSpPr>
          <p:cNvPr id="6" name="Rounded Rectangle 5"/>
          <p:cNvSpPr/>
          <p:nvPr/>
        </p:nvSpPr>
        <p:spPr>
          <a:xfrm>
            <a:off x="8733595" y="2611576"/>
            <a:ext cx="2686217" cy="1700682"/>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8651707" y="2320275"/>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Describe the issue</a:t>
            </a:r>
            <a:endParaRPr lang="en-AU" sz="1050" dirty="0"/>
          </a:p>
        </p:txBody>
      </p:sp>
      <p:sp>
        <p:nvSpPr>
          <p:cNvPr id="134" name="Rounded Rectangle 133"/>
          <p:cNvSpPr/>
          <p:nvPr/>
        </p:nvSpPr>
        <p:spPr>
          <a:xfrm>
            <a:off x="8733595" y="505925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Ignore Issue, Go Back</a:t>
            </a:r>
            <a:endParaRPr lang="en-AU" sz="2800" b="1" dirty="0">
              <a:solidFill>
                <a:schemeClr val="bg1"/>
              </a:solidFill>
              <a:latin typeface="Lato" panose="020F0502020204030203" pitchFamily="34" charset="0"/>
            </a:endParaRPr>
          </a:p>
        </p:txBody>
      </p:sp>
    </p:spTree>
    <p:extLst>
      <p:ext uri="{BB962C8B-B14F-4D97-AF65-F5344CB8AC3E}">
        <p14:creationId xmlns:p14="http://schemas.microsoft.com/office/powerpoint/2010/main" val="21249131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Current Booking</a:t>
            </a:r>
            <a:endParaRPr lang="en-AU" sz="3600" b="1" dirty="0"/>
          </a:p>
        </p:txBody>
      </p:sp>
      <p:grpSp>
        <p:nvGrpSpPr>
          <p:cNvPr id="10" name="Group 9">
            <a:extLst>
              <a:ext uri="{FF2B5EF4-FFF2-40B4-BE49-F238E27FC236}">
                <a16:creationId xmlns:a16="http://schemas.microsoft.com/office/drawing/2014/main" xmlns="" id="{B7D20E86-3FBA-A068-AB89-87115BF43D79}"/>
              </a:ext>
            </a:extLst>
          </p:cNvPr>
          <p:cNvGrpSpPr/>
          <p:nvPr/>
        </p:nvGrpSpPr>
        <p:grpSpPr>
          <a:xfrm>
            <a:off x="8659907" y="0"/>
            <a:ext cx="3374571" cy="6858000"/>
            <a:chOff x="8659907" y="0"/>
            <a:chExt cx="3374571" cy="6858000"/>
          </a:xfrm>
        </p:grpSpPr>
        <p:sp>
          <p:nvSpPr>
            <p:cNvPr id="98" name="Rounded Rectangle 97"/>
            <p:cNvSpPr/>
            <p:nvPr/>
          </p:nvSpPr>
          <p:spPr>
            <a:xfrm>
              <a:off x="8749383" y="90547"/>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84" name="Group 83"/>
            <p:cNvGrpSpPr/>
            <p:nvPr/>
          </p:nvGrpSpPr>
          <p:grpSpPr>
            <a:xfrm>
              <a:off x="8659907" y="0"/>
              <a:ext cx="3374571" cy="6858000"/>
              <a:chOff x="6843257" y="0"/>
              <a:chExt cx="3374571" cy="6858000"/>
            </a:xfrm>
          </p:grpSpPr>
          <p:pic>
            <p:nvPicPr>
              <p:cNvPr id="85" name="Picture 8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6" name="TextBox 85"/>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90" name="Rounded Rectangle 89"/>
              <p:cNvSpPr/>
              <p:nvPr/>
            </p:nvSpPr>
            <p:spPr>
              <a:xfrm>
                <a:off x="7165766" y="333398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Initiate Claim</a:t>
                </a:r>
                <a:endParaRPr lang="en-AU" sz="2800" b="1" dirty="0">
                  <a:solidFill>
                    <a:schemeClr val="bg1"/>
                  </a:solidFill>
                  <a:latin typeface="Lato" panose="020F0502020204030203" pitchFamily="34" charset="0"/>
                </a:endParaRPr>
              </a:p>
            </p:txBody>
          </p:sp>
          <p:sp>
            <p:nvSpPr>
              <p:cNvPr id="94" name="TextBox 93"/>
              <p:cNvSpPr txBox="1"/>
              <p:nvPr/>
            </p:nvSpPr>
            <p:spPr>
              <a:xfrm>
                <a:off x="7105181" y="1488169"/>
                <a:ext cx="2858436" cy="292388"/>
              </a:xfrm>
              <a:prstGeom prst="rect">
                <a:avLst/>
              </a:prstGeom>
              <a:noFill/>
            </p:spPr>
            <p:txBody>
              <a:bodyPr wrap="square" rtlCol="0">
                <a:spAutoFit/>
              </a:bodyPr>
              <a:lstStyle/>
              <a:p>
                <a:pPr algn="just"/>
                <a:endParaRPr lang="en-AU" sz="1300" dirty="0">
                  <a:solidFill>
                    <a:srgbClr val="9510E4"/>
                  </a:solidFill>
                  <a:latin typeface="Lato" panose="020F0502020204030203" pitchFamily="34" charset="0"/>
                </a:endParaRPr>
              </a:p>
            </p:txBody>
          </p:sp>
          <p:pic>
            <p:nvPicPr>
              <p:cNvPr id="95" name="Picture 9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96" name="TextBox 95"/>
              <p:cNvSpPr txBox="1"/>
              <p:nvPr/>
            </p:nvSpPr>
            <p:spPr>
              <a:xfrm>
                <a:off x="7088312" y="1081991"/>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Claim Insurance</a:t>
                </a:r>
                <a:endParaRPr lang="en-AU" sz="1200" b="1" dirty="0">
                  <a:solidFill>
                    <a:srgbClr val="506445"/>
                  </a:solidFill>
                  <a:latin typeface="Lato" panose="020F0502020204030203" pitchFamily="34" charset="0"/>
                </a:endParaRPr>
              </a:p>
            </p:txBody>
          </p:sp>
        </p:grpSp>
        <p:sp>
          <p:nvSpPr>
            <p:cNvPr id="100" name="Rectangle 99"/>
            <p:cNvSpPr/>
            <p:nvPr/>
          </p:nvSpPr>
          <p:spPr>
            <a:xfrm>
              <a:off x="8912536" y="1449537"/>
              <a:ext cx="2876726" cy="1728642"/>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1100" b="1" dirty="0">
                  <a:solidFill>
                    <a:srgbClr val="9510E4"/>
                  </a:solidFill>
                  <a:latin typeface="Lato" panose="020F0502020204030203" pitchFamily="34" charset="0"/>
                </a:rPr>
                <a:t>Claim Details</a:t>
              </a:r>
            </a:p>
            <a:p>
              <a:pPr algn="just"/>
              <a:r>
                <a:rPr lang="en-US" sz="1100" dirty="0">
                  <a:solidFill>
                    <a:schemeClr val="bg1">
                      <a:lumMod val="50000"/>
                    </a:schemeClr>
                  </a:solidFill>
                </a:rPr>
                <a:t>Lorem Ipsum has been the industry's standard dummy text ever since the 1500s, when an unknown printer took a galley of Lorem Ipsum has been the industry's standard dummy text ever since the 1500s, when an unknown printer took a galley of Lorem Ipsum has been the industry's standard dummy text ever since the 1500s, when an unknown</a:t>
              </a:r>
              <a:r>
                <a:rPr lang="en-US" sz="1100" dirty="0">
                  <a:solidFill>
                    <a:schemeClr val="tx1">
                      <a:lumMod val="65000"/>
                      <a:lumOff val="35000"/>
                    </a:schemeClr>
                  </a:solidFill>
                  <a:latin typeface="Lato" panose="020F0502020204030203" pitchFamily="34" charset="0"/>
                </a:rPr>
                <a:t>…</a:t>
              </a:r>
              <a:r>
                <a:rPr lang="en-US" sz="1100" dirty="0">
                  <a:latin typeface="Lato" panose="020F0502020204030203" pitchFamily="34" charset="0"/>
                </a:rPr>
                <a:t> </a:t>
              </a:r>
              <a:r>
                <a:rPr lang="en-US" sz="1100" dirty="0">
                  <a:solidFill>
                    <a:srgbClr val="9510E4"/>
                  </a:solidFill>
                  <a:latin typeface="Lato" panose="020F0502020204030203" pitchFamily="34" charset="0"/>
                </a:rPr>
                <a:t>Read more</a:t>
              </a:r>
              <a:endParaRPr lang="en-AU" sz="1100" dirty="0">
                <a:solidFill>
                  <a:srgbClr val="9510E4"/>
                </a:solidFill>
                <a:latin typeface="Lato" panose="020F0502020204030203" pitchFamily="34" charset="0"/>
              </a:endParaRPr>
            </a:p>
            <a:p>
              <a:pPr algn="just"/>
              <a:endParaRPr lang="en-AU" sz="1100" dirty="0">
                <a:solidFill>
                  <a:schemeClr val="bg1">
                    <a:lumMod val="50000"/>
                  </a:schemeClr>
                </a:solidFill>
              </a:endParaRPr>
            </a:p>
          </p:txBody>
        </p:sp>
        <p:sp>
          <p:nvSpPr>
            <p:cNvPr id="102" name="Freeform 101"/>
            <p:cNvSpPr/>
            <p:nvPr/>
          </p:nvSpPr>
          <p:spPr>
            <a:xfrm>
              <a:off x="8871511" y="5772470"/>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7" name="TextBox 106"/>
            <p:cNvSpPr txBox="1"/>
            <p:nvPr/>
          </p:nvSpPr>
          <p:spPr>
            <a:xfrm>
              <a:off x="9023745" y="5874243"/>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19" name="TextBox 118"/>
            <p:cNvSpPr txBox="1"/>
            <p:nvPr/>
          </p:nvSpPr>
          <p:spPr>
            <a:xfrm>
              <a:off x="10402965" y="587525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30" name="TextBox 129"/>
            <p:cNvSpPr txBox="1"/>
            <p:nvPr/>
          </p:nvSpPr>
          <p:spPr>
            <a:xfrm>
              <a:off x="11081145" y="587424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34" name="Oval 133"/>
            <p:cNvSpPr/>
            <p:nvPr/>
          </p:nvSpPr>
          <p:spPr>
            <a:xfrm>
              <a:off x="9900201" y="5868119"/>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35" name="TextBox 134"/>
            <p:cNvSpPr txBox="1"/>
            <p:nvPr/>
          </p:nvSpPr>
          <p:spPr>
            <a:xfrm>
              <a:off x="9701925" y="5874183"/>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nvGrpSpPr>
          <p:cNvPr id="9" name="Group 8">
            <a:extLst>
              <a:ext uri="{FF2B5EF4-FFF2-40B4-BE49-F238E27FC236}">
                <a16:creationId xmlns:a16="http://schemas.microsoft.com/office/drawing/2014/main" xmlns="" id="{6007D3A1-AB31-D38E-CF8F-1A259A745BF1}"/>
              </a:ext>
            </a:extLst>
          </p:cNvPr>
          <p:cNvGrpSpPr/>
          <p:nvPr/>
        </p:nvGrpSpPr>
        <p:grpSpPr>
          <a:xfrm>
            <a:off x="4991197" y="32221"/>
            <a:ext cx="3374571" cy="6858000"/>
            <a:chOff x="4991197" y="32221"/>
            <a:chExt cx="3374571" cy="6858000"/>
          </a:xfrm>
        </p:grpSpPr>
        <p:sp>
          <p:nvSpPr>
            <p:cNvPr id="97" name="Rounded Rectangle 96"/>
            <p:cNvSpPr/>
            <p:nvPr/>
          </p:nvSpPr>
          <p:spPr>
            <a:xfrm>
              <a:off x="5080457"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22" name="Rounded Rectangle 121"/>
            <p:cNvSpPr/>
            <p:nvPr/>
          </p:nvSpPr>
          <p:spPr>
            <a:xfrm>
              <a:off x="5044903" y="53342"/>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4991197" y="32221"/>
              <a:ext cx="3374571" cy="6858000"/>
              <a:chOff x="6843257" y="0"/>
              <a:chExt cx="3374571" cy="6858000"/>
            </a:xfrm>
          </p:grpSpPr>
          <p:pic>
            <p:nvPicPr>
              <p:cNvPr id="116" name="Picture 11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02032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Report</a:t>
                </a:r>
                <a:endParaRPr lang="en-AU" sz="2800" b="1" dirty="0">
                  <a:solidFill>
                    <a:schemeClr val="bg1"/>
                  </a:solidFill>
                  <a:latin typeface="Lato" panose="020F0502020204030203" pitchFamily="34" charset="0"/>
                </a:endParaRPr>
              </a:p>
            </p:txBody>
          </p:sp>
          <p:pic>
            <p:nvPicPr>
              <p:cNvPr id="120" name="Picture 11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Report Incident</a:t>
                </a:r>
                <a:endParaRPr lang="en-AU" sz="1200" b="1" dirty="0">
                  <a:solidFill>
                    <a:srgbClr val="506445"/>
                  </a:solidFill>
                  <a:latin typeface="Lato" panose="020F0502020204030203" pitchFamily="34" charset="0"/>
                </a:endParaRPr>
              </a:p>
            </p:txBody>
          </p:sp>
        </p:grpSp>
        <p:sp>
          <p:nvSpPr>
            <p:cNvPr id="123" name="Freeform 122"/>
            <p:cNvSpPr/>
            <p:nvPr/>
          </p:nvSpPr>
          <p:spPr>
            <a:xfrm>
              <a:off x="5211630" y="580431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5363864" y="590609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6743084" y="590710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7421264" y="590609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6240320" y="5899967"/>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6042044" y="590603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31" name="Rectangle 130"/>
            <p:cNvSpPr/>
            <p:nvPr/>
          </p:nvSpPr>
          <p:spPr>
            <a:xfrm>
              <a:off x="6121792" y="1124601"/>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5540061" y="1692269"/>
              <a:ext cx="2087431"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for the incident</a:t>
              </a:r>
              <a:endParaRPr lang="en-AU" sz="1050" dirty="0"/>
            </a:p>
          </p:txBody>
        </p:sp>
        <p:sp>
          <p:nvSpPr>
            <p:cNvPr id="6" name="Rounded Rectangle 5"/>
            <p:cNvSpPr/>
            <p:nvPr/>
          </p:nvSpPr>
          <p:spPr>
            <a:xfrm>
              <a:off x="5306882" y="2888715"/>
              <a:ext cx="2686217" cy="1041843"/>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5224994" y="2645181"/>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Incident Detail</a:t>
              </a:r>
              <a:endParaRPr lang="en-AU" sz="1050" dirty="0"/>
            </a:p>
          </p:txBody>
        </p:sp>
        <p:sp>
          <p:nvSpPr>
            <p:cNvPr id="79" name="Rounded Rectangle 78"/>
            <p:cNvSpPr/>
            <p:nvPr/>
          </p:nvSpPr>
          <p:spPr>
            <a:xfrm>
              <a:off x="5310588" y="4650224"/>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Dial 000</a:t>
              </a:r>
              <a:endParaRPr lang="en-AU" sz="1400" b="1" dirty="0">
                <a:solidFill>
                  <a:srgbClr val="9510E4"/>
                </a:solidFill>
                <a:latin typeface="Lato" panose="020F0502020204030203" pitchFamily="34" charset="0"/>
              </a:endParaRPr>
            </a:p>
          </p:txBody>
        </p:sp>
        <p:sp>
          <p:nvSpPr>
            <p:cNvPr id="83" name="Rounded Rectangle 82"/>
            <p:cNvSpPr/>
            <p:nvPr/>
          </p:nvSpPr>
          <p:spPr>
            <a:xfrm>
              <a:off x="5336107" y="5238286"/>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Make an Insurance Claim</a:t>
              </a:r>
              <a:endParaRPr lang="en-AU" sz="1400" b="1" dirty="0">
                <a:solidFill>
                  <a:srgbClr val="9510E4"/>
                </a:solidFill>
                <a:latin typeface="Lato" panose="020F0502020204030203" pitchFamily="34" charset="0"/>
              </a:endParaRPr>
            </a:p>
          </p:txBody>
        </p:sp>
        <p:sp>
          <p:nvSpPr>
            <p:cNvPr id="136" name="Rounded Rectangle 135"/>
            <p:cNvSpPr/>
            <p:nvPr/>
          </p:nvSpPr>
          <p:spPr>
            <a:xfrm>
              <a:off x="5249900" y="219887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Theft</a:t>
              </a:r>
              <a:endParaRPr lang="en-AU" dirty="0">
                <a:solidFill>
                  <a:schemeClr val="bg1">
                    <a:lumMod val="65000"/>
                  </a:schemeClr>
                </a:solidFill>
                <a:latin typeface="Lato" panose="020F0502020204030203" pitchFamily="34" charset="0"/>
              </a:endParaRPr>
            </a:p>
          </p:txBody>
        </p:sp>
        <p:sp>
          <p:nvSpPr>
            <p:cNvPr id="138" name="Isosceles Triangle 137"/>
            <p:cNvSpPr/>
            <p:nvPr/>
          </p:nvSpPr>
          <p:spPr>
            <a:xfrm rot="10800000">
              <a:off x="7710141" y="2361404"/>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39" name="Rectangle 138"/>
            <p:cNvSpPr/>
            <p:nvPr/>
          </p:nvSpPr>
          <p:spPr>
            <a:xfrm>
              <a:off x="5245499" y="1916673"/>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Incident Category</a:t>
              </a:r>
              <a:endParaRPr lang="en-AU" sz="1050" dirty="0"/>
            </a:p>
          </p:txBody>
        </p:sp>
      </p:grpSp>
      <p:grpSp>
        <p:nvGrpSpPr>
          <p:cNvPr id="12" name="Group 11">
            <a:extLst>
              <a:ext uri="{FF2B5EF4-FFF2-40B4-BE49-F238E27FC236}">
                <a16:creationId xmlns:a16="http://schemas.microsoft.com/office/drawing/2014/main" xmlns="" id="{EE247ED6-F9DF-0620-99D6-725302C668D0}"/>
              </a:ext>
            </a:extLst>
          </p:cNvPr>
          <p:cNvGrpSpPr/>
          <p:nvPr/>
        </p:nvGrpSpPr>
        <p:grpSpPr>
          <a:xfrm>
            <a:off x="1143867" y="0"/>
            <a:ext cx="3374571" cy="6858000"/>
            <a:chOff x="1143867" y="0"/>
            <a:chExt cx="3374571" cy="6858000"/>
          </a:xfrm>
        </p:grpSpPr>
        <p:grpSp>
          <p:nvGrpSpPr>
            <p:cNvPr id="8" name="Group 7">
              <a:extLst>
                <a:ext uri="{FF2B5EF4-FFF2-40B4-BE49-F238E27FC236}">
                  <a16:creationId xmlns:a16="http://schemas.microsoft.com/office/drawing/2014/main" xmlns="" id="{1A150E0E-6320-1B63-75EB-EFAB0E1068A1}"/>
                </a:ext>
              </a:extLst>
            </p:cNvPr>
            <p:cNvGrpSpPr/>
            <p:nvPr/>
          </p:nvGrpSpPr>
          <p:grpSpPr>
            <a:xfrm>
              <a:off x="1143867" y="0"/>
              <a:ext cx="3374571" cy="6858000"/>
              <a:chOff x="1143867" y="0"/>
              <a:chExt cx="3374571" cy="6858000"/>
            </a:xfrm>
          </p:grpSpPr>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0850"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99" name="TextBox 98"/>
              <p:cNvSpPr txBox="1"/>
              <p:nvPr/>
            </p:nvSpPr>
            <p:spPr>
              <a:xfrm>
                <a:off x="1849789" y="4690778"/>
                <a:ext cx="232146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Report an Incident</a:t>
                </a:r>
                <a:r>
                  <a:rPr lang="en-US" sz="900" dirty="0">
                    <a:solidFill>
                      <a:schemeClr val="bg1">
                        <a:lumMod val="50000"/>
                      </a:schemeClr>
                    </a:solidFill>
                    <a:latin typeface="Lato" panose="020F0502020204030203" pitchFamily="34" charset="0"/>
                  </a:rPr>
                  <a:t> with current booking</a:t>
                </a:r>
                <a:endParaRPr lang="en-AU" sz="900" dirty="0">
                  <a:solidFill>
                    <a:schemeClr val="bg1">
                      <a:lumMod val="50000"/>
                    </a:schemeClr>
                  </a:solidFill>
                  <a:latin typeface="Lato" panose="020F0502020204030203" pitchFamily="34" charset="0"/>
                </a:endParaRPr>
              </a:p>
            </p:txBody>
          </p:sp>
          <p:sp>
            <p:nvSpPr>
              <p:cNvPr id="7" name="Rectangle 6"/>
              <p:cNvSpPr/>
              <p:nvPr/>
            </p:nvSpPr>
            <p:spPr>
              <a:xfrm>
                <a:off x="1469261" y="4588555"/>
                <a:ext cx="383438" cy="369332"/>
              </a:xfrm>
              <a:prstGeom prst="rect">
                <a:avLst/>
              </a:prstGeom>
            </p:spPr>
            <p:txBody>
              <a:bodyPr wrap="none">
                <a:spAutoFit/>
              </a:bodyPr>
              <a:lstStyle/>
              <a:p>
                <a:r>
                  <a:rPr lang="en-AU" b="1" dirty="0">
                    <a:solidFill>
                      <a:srgbClr val="9510E4"/>
                    </a:solidFill>
                  </a:rPr>
                  <a:t>⚠</a:t>
                </a:r>
              </a:p>
            </p:txBody>
          </p:sp>
        </p:grpSp>
        <p:sp>
          <p:nvSpPr>
            <p:cNvPr id="11" name="Rounded Rectangle 71">
              <a:extLst>
                <a:ext uri="{FF2B5EF4-FFF2-40B4-BE49-F238E27FC236}">
                  <a16:creationId xmlns:a16="http://schemas.microsoft.com/office/drawing/2014/main" xmlns="" id="{DA273A7A-241C-AB86-6AD5-76C9CC6D0793}"/>
                </a:ext>
              </a:extLst>
            </p:cNvPr>
            <p:cNvSpPr/>
            <p:nvPr/>
          </p:nvSpPr>
          <p:spPr>
            <a:xfrm>
              <a:off x="1478265" y="51117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 E-Bike</a:t>
              </a:r>
              <a:endParaRPr lang="en-AU" sz="2800" b="1" dirty="0">
                <a:solidFill>
                  <a:schemeClr val="bg1"/>
                </a:solidFill>
                <a:latin typeface="Lato" panose="020F0502020204030203" pitchFamily="34" charset="0"/>
              </a:endParaRPr>
            </a:p>
          </p:txBody>
        </p:sp>
      </p:grpSp>
    </p:spTree>
    <p:extLst>
      <p:ext uri="{BB962C8B-B14F-4D97-AF65-F5344CB8AC3E}">
        <p14:creationId xmlns:p14="http://schemas.microsoft.com/office/powerpoint/2010/main" val="16137756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Return</a:t>
            </a:r>
            <a:endParaRPr lang="en-AU" sz="3600" b="1" dirty="0"/>
          </a:p>
        </p:txBody>
      </p:sp>
      <p:grpSp>
        <p:nvGrpSpPr>
          <p:cNvPr id="8" name="Group 7">
            <a:extLst>
              <a:ext uri="{FF2B5EF4-FFF2-40B4-BE49-F238E27FC236}">
                <a16:creationId xmlns:a16="http://schemas.microsoft.com/office/drawing/2014/main" xmlns="" id="{3AD5A3D5-1099-48B0-620D-A24A34DF2FC0}"/>
              </a:ext>
            </a:extLst>
          </p:cNvPr>
          <p:cNvGrpSpPr/>
          <p:nvPr/>
        </p:nvGrpSpPr>
        <p:grpSpPr>
          <a:xfrm>
            <a:off x="1167931" y="0"/>
            <a:ext cx="3374571" cy="6858000"/>
            <a:chOff x="1143867" y="0"/>
            <a:chExt cx="3374571" cy="6858000"/>
          </a:xfrm>
        </p:grpSpPr>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0850"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99" name="TextBox 98"/>
            <p:cNvSpPr txBox="1"/>
            <p:nvPr/>
          </p:nvSpPr>
          <p:spPr>
            <a:xfrm>
              <a:off x="1849789" y="4690778"/>
              <a:ext cx="232146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Report an Incident</a:t>
              </a:r>
              <a:r>
                <a:rPr lang="en-US" sz="900" dirty="0">
                  <a:solidFill>
                    <a:schemeClr val="bg1">
                      <a:lumMod val="50000"/>
                    </a:schemeClr>
                  </a:solidFill>
                  <a:latin typeface="Lato" panose="020F0502020204030203" pitchFamily="34" charset="0"/>
                </a:rPr>
                <a:t> with current booking</a:t>
              </a:r>
              <a:endParaRPr lang="en-AU" sz="900" dirty="0">
                <a:solidFill>
                  <a:schemeClr val="bg1">
                    <a:lumMod val="50000"/>
                  </a:schemeClr>
                </a:solidFill>
                <a:latin typeface="Lato" panose="020F0502020204030203" pitchFamily="34" charset="0"/>
              </a:endParaRPr>
            </a:p>
          </p:txBody>
        </p:sp>
        <p:sp>
          <p:nvSpPr>
            <p:cNvPr id="7" name="Rectangle 6"/>
            <p:cNvSpPr/>
            <p:nvPr/>
          </p:nvSpPr>
          <p:spPr>
            <a:xfrm>
              <a:off x="1469261" y="4588555"/>
              <a:ext cx="383438" cy="369332"/>
            </a:xfrm>
            <a:prstGeom prst="rect">
              <a:avLst/>
            </a:prstGeom>
          </p:spPr>
          <p:txBody>
            <a:bodyPr wrap="none">
              <a:spAutoFit/>
            </a:bodyPr>
            <a:lstStyle/>
            <a:p>
              <a:r>
                <a:rPr lang="en-AU" b="1" dirty="0">
                  <a:solidFill>
                    <a:srgbClr val="9510E4"/>
                  </a:solidFill>
                </a:rPr>
                <a:t>⚠</a:t>
              </a:r>
            </a:p>
          </p:txBody>
        </p:sp>
        <p:sp>
          <p:nvSpPr>
            <p:cNvPr id="72" name="Rounded Rectangle 71"/>
            <p:cNvSpPr/>
            <p:nvPr/>
          </p:nvSpPr>
          <p:spPr>
            <a:xfrm>
              <a:off x="1454201" y="51117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 E-Bike</a:t>
              </a:r>
              <a:endParaRPr lang="en-AU" sz="2800" b="1" dirty="0">
                <a:solidFill>
                  <a:schemeClr val="bg1"/>
                </a:solidFill>
                <a:latin typeface="Lato" panose="020F0502020204030203" pitchFamily="34" charset="0"/>
              </a:endParaRPr>
            </a:p>
          </p:txBody>
        </p:sp>
      </p:grpSp>
      <p:grpSp>
        <p:nvGrpSpPr>
          <p:cNvPr id="9" name="Group 8">
            <a:extLst>
              <a:ext uri="{FF2B5EF4-FFF2-40B4-BE49-F238E27FC236}">
                <a16:creationId xmlns:a16="http://schemas.microsoft.com/office/drawing/2014/main" xmlns="" id="{22A81C2E-6A8C-FC54-03F9-5C56DE6F6DF9}"/>
              </a:ext>
            </a:extLst>
          </p:cNvPr>
          <p:cNvGrpSpPr/>
          <p:nvPr/>
        </p:nvGrpSpPr>
        <p:grpSpPr>
          <a:xfrm>
            <a:off x="4991197" y="32221"/>
            <a:ext cx="3374571" cy="6858000"/>
            <a:chOff x="4991197" y="32221"/>
            <a:chExt cx="3374571" cy="6858000"/>
          </a:xfrm>
        </p:grpSpPr>
        <p:sp>
          <p:nvSpPr>
            <p:cNvPr id="97" name="Rounded Rectangle 96"/>
            <p:cNvSpPr/>
            <p:nvPr/>
          </p:nvSpPr>
          <p:spPr>
            <a:xfrm>
              <a:off x="5080457"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22" name="Rounded Rectangle 121"/>
            <p:cNvSpPr/>
            <p:nvPr/>
          </p:nvSpPr>
          <p:spPr>
            <a:xfrm>
              <a:off x="5044903" y="53342"/>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4991197" y="32221"/>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129512"/>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a:t>
                </a:r>
                <a:endParaRPr lang="en-AU" sz="2800" b="1" dirty="0">
                  <a:solidFill>
                    <a:schemeClr val="bg1"/>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Return E-Bike</a:t>
                </a:r>
                <a:endParaRPr lang="en-AU" sz="1200" b="1" dirty="0">
                  <a:solidFill>
                    <a:srgbClr val="506445"/>
                  </a:solidFill>
                  <a:latin typeface="Lato" panose="020F0502020204030203" pitchFamily="34" charset="0"/>
                </a:endParaRPr>
              </a:p>
            </p:txBody>
          </p:sp>
        </p:grpSp>
        <p:sp>
          <p:nvSpPr>
            <p:cNvPr id="123" name="Freeform 122"/>
            <p:cNvSpPr/>
            <p:nvPr/>
          </p:nvSpPr>
          <p:spPr>
            <a:xfrm>
              <a:off x="5211630" y="580431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5363864" y="590609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6743084" y="590710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7421264" y="590609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6240320" y="5899967"/>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6042044" y="590603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31" name="Rectangle 130"/>
            <p:cNvSpPr/>
            <p:nvPr/>
          </p:nvSpPr>
          <p:spPr>
            <a:xfrm>
              <a:off x="6121792" y="1124601"/>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5728415" y="1692269"/>
              <a:ext cx="1710726"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at return</a:t>
              </a:r>
              <a:endParaRPr lang="en-AU" sz="1050" dirty="0"/>
            </a:p>
          </p:txBody>
        </p:sp>
        <p:sp>
          <p:nvSpPr>
            <p:cNvPr id="6" name="Rounded Rectangle 5"/>
            <p:cNvSpPr/>
            <p:nvPr/>
          </p:nvSpPr>
          <p:spPr>
            <a:xfrm>
              <a:off x="5279586" y="2888715"/>
              <a:ext cx="2792562" cy="1041843"/>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5224994" y="2645181"/>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Leave a comment</a:t>
              </a:r>
              <a:endParaRPr lang="en-AU" sz="1050" dirty="0"/>
            </a:p>
          </p:txBody>
        </p:sp>
        <p:sp>
          <p:nvSpPr>
            <p:cNvPr id="73" name="5-Point Star 72"/>
            <p:cNvSpPr/>
            <p:nvPr/>
          </p:nvSpPr>
          <p:spPr>
            <a:xfrm>
              <a:off x="5356835" y="2373162"/>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4" name="5-Point Star 73"/>
            <p:cNvSpPr/>
            <p:nvPr/>
          </p:nvSpPr>
          <p:spPr>
            <a:xfrm>
              <a:off x="5509235" y="2375434"/>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5-Point Star 74"/>
            <p:cNvSpPr/>
            <p:nvPr/>
          </p:nvSpPr>
          <p:spPr>
            <a:xfrm>
              <a:off x="5980083" y="2382258"/>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7" name="5-Point Star 76"/>
            <p:cNvSpPr/>
            <p:nvPr/>
          </p:nvSpPr>
          <p:spPr>
            <a:xfrm>
              <a:off x="5661635" y="2377706"/>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8" name="5-Point Star 77"/>
            <p:cNvSpPr/>
            <p:nvPr/>
          </p:nvSpPr>
          <p:spPr>
            <a:xfrm>
              <a:off x="5814035" y="2379978"/>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0" name="Rectangle 79"/>
            <p:cNvSpPr/>
            <p:nvPr/>
          </p:nvSpPr>
          <p:spPr>
            <a:xfrm>
              <a:off x="5234090" y="2101546"/>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Rate your experience</a:t>
              </a:r>
              <a:endParaRPr lang="en-AU" sz="1050" dirty="0"/>
            </a:p>
          </p:txBody>
        </p:sp>
      </p:grpSp>
    </p:spTree>
    <p:extLst>
      <p:ext uri="{BB962C8B-B14F-4D97-AF65-F5344CB8AC3E}">
        <p14:creationId xmlns:p14="http://schemas.microsoft.com/office/powerpoint/2010/main" val="4098316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767911"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Maps</a:t>
            </a:r>
            <a:endParaRPr lang="en-AU" sz="4400" b="1" dirty="0"/>
          </a:p>
        </p:txBody>
      </p:sp>
      <p:sp>
        <p:nvSpPr>
          <p:cNvPr id="12" name="Rectangle 11"/>
          <p:cNvSpPr/>
          <p:nvPr/>
        </p:nvSpPr>
        <p:spPr>
          <a:xfrm>
            <a:off x="985760"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161946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85760" y="277320"/>
            <a:ext cx="778707" cy="778707"/>
          </a:xfrm>
          <a:prstGeom prst="rect">
            <a:avLst/>
          </a:prstGeom>
        </p:spPr>
      </p:pic>
      <p:sp>
        <p:nvSpPr>
          <p:cNvPr id="15" name="TextBox 14"/>
          <p:cNvSpPr txBox="1"/>
          <p:nvPr/>
        </p:nvSpPr>
        <p:spPr>
          <a:xfrm>
            <a:off x="108629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17" name="Picture 16"/>
          <p:cNvPicPr>
            <a:picLocks noChangeAspect="1"/>
          </p:cNvPicPr>
          <p:nvPr/>
        </p:nvPicPr>
        <p:blipFill rotWithShape="1">
          <a:blip r:embed="rId4"/>
          <a:srcRect r="19940"/>
          <a:stretch/>
        </p:blipFill>
        <p:spPr>
          <a:xfrm>
            <a:off x="985760" y="1249369"/>
            <a:ext cx="2937084" cy="3446480"/>
          </a:xfrm>
          <a:prstGeom prst="rect">
            <a:avLst/>
          </a:prstGeom>
        </p:spPr>
      </p:pic>
      <p:sp>
        <p:nvSpPr>
          <p:cNvPr id="18" name="Rounded Rectangle 17"/>
          <p:cNvSpPr/>
          <p:nvPr/>
        </p:nvSpPr>
        <p:spPr>
          <a:xfrm>
            <a:off x="1086293" y="4315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9" name="Diamond 18"/>
          <p:cNvSpPr/>
          <p:nvPr/>
        </p:nvSpPr>
        <p:spPr>
          <a:xfrm>
            <a:off x="2458585" y="433559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31" name="Elbow Connector 30"/>
          <p:cNvCxnSpPr/>
          <p:nvPr/>
        </p:nvCxnSpPr>
        <p:spPr>
          <a:xfrm flipV="1">
            <a:off x="2557858" y="445343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grpSp>
        <p:nvGrpSpPr>
          <p:cNvPr id="33" name="Group 32"/>
          <p:cNvGrpSpPr/>
          <p:nvPr/>
        </p:nvGrpSpPr>
        <p:grpSpPr>
          <a:xfrm>
            <a:off x="4256606" y="0"/>
            <a:ext cx="3374571" cy="6858000"/>
            <a:chOff x="4950097" y="0"/>
            <a:chExt cx="3374571" cy="6858000"/>
          </a:xfrm>
        </p:grpSpPr>
        <p:grpSp>
          <p:nvGrpSpPr>
            <p:cNvPr id="34" name="Group 33"/>
            <p:cNvGrpSpPr/>
            <p:nvPr/>
          </p:nvGrpSpPr>
          <p:grpSpPr>
            <a:xfrm>
              <a:off x="4950097" y="0"/>
              <a:ext cx="3374571" cy="6858000"/>
              <a:chOff x="6333672" y="0"/>
              <a:chExt cx="3374571" cy="6858000"/>
            </a:xfrm>
          </p:grpSpPr>
          <p:pic>
            <p:nvPicPr>
              <p:cNvPr id="40" name="Picture 39"/>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1" name="Freeform 40"/>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5" name="TextBox 34"/>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36" name="TextBox 35"/>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37" name="TextBox 36"/>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38" name="Oval 3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2" name="Rectangle 41"/>
          <p:cNvSpPr/>
          <p:nvPr/>
        </p:nvSpPr>
        <p:spPr>
          <a:xfrm>
            <a:off x="4474455"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43" name="TextBox 42"/>
          <p:cNvSpPr txBox="1"/>
          <p:nvPr/>
        </p:nvSpPr>
        <p:spPr>
          <a:xfrm>
            <a:off x="5108155"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44" name="Picture 4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474455" y="277320"/>
            <a:ext cx="778707" cy="778707"/>
          </a:xfrm>
          <a:prstGeom prst="rect">
            <a:avLst/>
          </a:prstGeom>
        </p:spPr>
      </p:pic>
      <p:sp>
        <p:nvSpPr>
          <p:cNvPr id="45" name="TextBox 44"/>
          <p:cNvSpPr txBox="1"/>
          <p:nvPr/>
        </p:nvSpPr>
        <p:spPr>
          <a:xfrm>
            <a:off x="4574988"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46" name="Picture 45"/>
          <p:cNvPicPr>
            <a:picLocks noChangeAspect="1"/>
          </p:cNvPicPr>
          <p:nvPr/>
        </p:nvPicPr>
        <p:blipFill rotWithShape="1">
          <a:blip r:embed="rId4"/>
          <a:srcRect r="19940"/>
          <a:stretch/>
        </p:blipFill>
        <p:spPr>
          <a:xfrm>
            <a:off x="4474455" y="1249369"/>
            <a:ext cx="2937084" cy="3446480"/>
          </a:xfrm>
          <a:prstGeom prst="rect">
            <a:avLst/>
          </a:prstGeom>
        </p:spPr>
      </p:pic>
      <p:sp>
        <p:nvSpPr>
          <p:cNvPr id="47" name="Rounded Rectangle 46"/>
          <p:cNvSpPr/>
          <p:nvPr/>
        </p:nvSpPr>
        <p:spPr>
          <a:xfrm>
            <a:off x="4574988" y="3934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a:solidFill>
                  <a:schemeClr val="bg1">
                    <a:lumMod val="65000"/>
                  </a:schemeClr>
                </a:solidFill>
                <a:latin typeface="Lato" panose="020F0502020204030203" pitchFamily="34" charset="0"/>
              </a:rPr>
              <a:t>Starting Point</a:t>
            </a:r>
            <a:endParaRPr lang="en-AU" sz="1200" dirty="0">
              <a:solidFill>
                <a:schemeClr val="bg1">
                  <a:lumMod val="65000"/>
                </a:schemeClr>
              </a:solidFill>
              <a:latin typeface="Lato" panose="020F0502020204030203" pitchFamily="34" charset="0"/>
            </a:endParaRPr>
          </a:p>
        </p:txBody>
      </p:sp>
      <p:sp>
        <p:nvSpPr>
          <p:cNvPr id="50" name="Rectangle 49"/>
          <p:cNvSpPr/>
          <p:nvPr/>
        </p:nvSpPr>
        <p:spPr>
          <a:xfrm>
            <a:off x="5865391" y="3884414"/>
            <a:ext cx="415498" cy="369332"/>
          </a:xfrm>
          <a:prstGeom prst="rect">
            <a:avLst/>
          </a:prstGeom>
        </p:spPr>
        <p:txBody>
          <a:bodyPr wrap="none">
            <a:spAutoFit/>
          </a:bodyPr>
          <a:lstStyle/>
          <a:p>
            <a:r>
              <a:rPr lang="en-AU" b="1" dirty="0">
                <a:solidFill>
                  <a:srgbClr val="9510E4"/>
                </a:solidFill>
                <a:latin typeface="Google Sans"/>
              </a:rPr>
              <a:t>🔍</a:t>
            </a:r>
            <a:endParaRPr lang="en-AU" dirty="0">
              <a:solidFill>
                <a:srgbClr val="9510E4"/>
              </a:solidFill>
            </a:endParaRPr>
          </a:p>
        </p:txBody>
      </p:sp>
      <p:sp>
        <p:nvSpPr>
          <p:cNvPr id="51" name="Rounded Rectangle 50"/>
          <p:cNvSpPr/>
          <p:nvPr/>
        </p:nvSpPr>
        <p:spPr>
          <a:xfrm>
            <a:off x="4574988" y="4299912"/>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b="1" dirty="0">
                <a:solidFill>
                  <a:srgbClr val="9510E4"/>
                </a:solidFill>
                <a:latin typeface="Lato" panose="020F0502020204030203" pitchFamily="34" charset="0"/>
              </a:rPr>
              <a:t>📍  </a:t>
            </a:r>
            <a:r>
              <a:rPr lang="en-US" sz="1200" dirty="0">
                <a:solidFill>
                  <a:schemeClr val="bg1">
                    <a:lumMod val="65000"/>
                  </a:schemeClr>
                </a:solidFill>
                <a:latin typeface="Lato" panose="020F0502020204030203" pitchFamily="34" charset="0"/>
              </a:rPr>
              <a:t>Destination</a:t>
            </a:r>
            <a:endParaRPr lang="en-AU" sz="1200" dirty="0">
              <a:solidFill>
                <a:schemeClr val="bg1">
                  <a:lumMod val="65000"/>
                </a:schemeClr>
              </a:solidFill>
              <a:latin typeface="Lato" panose="020F0502020204030203" pitchFamily="34" charset="0"/>
            </a:endParaRPr>
          </a:p>
        </p:txBody>
      </p:sp>
      <p:grpSp>
        <p:nvGrpSpPr>
          <p:cNvPr id="52" name="Group 51"/>
          <p:cNvGrpSpPr/>
          <p:nvPr/>
        </p:nvGrpSpPr>
        <p:grpSpPr>
          <a:xfrm>
            <a:off x="7831777" y="0"/>
            <a:ext cx="3374571" cy="6858000"/>
            <a:chOff x="4950097" y="0"/>
            <a:chExt cx="3374571" cy="6858000"/>
          </a:xfrm>
        </p:grpSpPr>
        <p:grpSp>
          <p:nvGrpSpPr>
            <p:cNvPr id="53" name="Group 52"/>
            <p:cNvGrpSpPr/>
            <p:nvPr/>
          </p:nvGrpSpPr>
          <p:grpSpPr>
            <a:xfrm>
              <a:off x="4950097" y="0"/>
              <a:ext cx="3374571" cy="6858000"/>
              <a:chOff x="6333672" y="0"/>
              <a:chExt cx="3374571" cy="6858000"/>
            </a:xfrm>
          </p:grpSpPr>
          <p:pic>
            <p:nvPicPr>
              <p:cNvPr id="59" name="Picture 5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Freeform 5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4" name="TextBox 5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5" name="TextBox 5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56" name="TextBox 5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7" name="Oval 5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8" name="TextBox 5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1" name="Rectangle 60"/>
          <p:cNvSpPr/>
          <p:nvPr/>
        </p:nvSpPr>
        <p:spPr>
          <a:xfrm>
            <a:off x="8049626"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62" name="TextBox 61"/>
          <p:cNvSpPr txBox="1"/>
          <p:nvPr/>
        </p:nvSpPr>
        <p:spPr>
          <a:xfrm>
            <a:off x="868332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63" name="Picture 6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49626" y="277320"/>
            <a:ext cx="778707" cy="778707"/>
          </a:xfrm>
          <a:prstGeom prst="rect">
            <a:avLst/>
          </a:prstGeom>
        </p:spPr>
      </p:pic>
      <p:sp>
        <p:nvSpPr>
          <p:cNvPr id="64" name="TextBox 63"/>
          <p:cNvSpPr txBox="1"/>
          <p:nvPr/>
        </p:nvSpPr>
        <p:spPr>
          <a:xfrm>
            <a:off x="815015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65" name="Picture 64"/>
          <p:cNvPicPr>
            <a:picLocks noChangeAspect="1"/>
          </p:cNvPicPr>
          <p:nvPr/>
        </p:nvPicPr>
        <p:blipFill rotWithShape="1">
          <a:blip r:embed="rId4"/>
          <a:srcRect r="19940"/>
          <a:stretch/>
        </p:blipFill>
        <p:spPr>
          <a:xfrm>
            <a:off x="8049626" y="1249369"/>
            <a:ext cx="2937084" cy="3446480"/>
          </a:xfrm>
          <a:prstGeom prst="rect">
            <a:avLst/>
          </a:prstGeom>
        </p:spPr>
      </p:pic>
      <p:sp>
        <p:nvSpPr>
          <p:cNvPr id="66" name="Rounded Rectangle 65"/>
          <p:cNvSpPr/>
          <p:nvPr/>
        </p:nvSpPr>
        <p:spPr>
          <a:xfrm>
            <a:off x="8150159" y="3934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Point A</a:t>
            </a:r>
            <a:endParaRPr lang="en-AU" sz="1200" dirty="0">
              <a:solidFill>
                <a:srgbClr val="506445"/>
              </a:solidFill>
              <a:latin typeface="Lato" panose="020F0502020204030203" pitchFamily="34" charset="0"/>
            </a:endParaRPr>
          </a:p>
        </p:txBody>
      </p:sp>
      <p:sp>
        <p:nvSpPr>
          <p:cNvPr id="68" name="Rounded Rectangle 67"/>
          <p:cNvSpPr/>
          <p:nvPr/>
        </p:nvSpPr>
        <p:spPr>
          <a:xfrm>
            <a:off x="8150159" y="4299912"/>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Point B</a:t>
            </a:r>
            <a:endParaRPr lang="en-AU" sz="1200" dirty="0">
              <a:solidFill>
                <a:srgbClr val="506445"/>
              </a:solidFill>
              <a:latin typeface="Lato" panose="020F0502020204030203" pitchFamily="34" charset="0"/>
            </a:endParaRPr>
          </a:p>
        </p:txBody>
      </p:sp>
      <p:cxnSp>
        <p:nvCxnSpPr>
          <p:cNvPr id="70" name="Straight Connector 69"/>
          <p:cNvCxnSpPr/>
          <p:nvPr/>
        </p:nvCxnSpPr>
        <p:spPr>
          <a:xfrm flipH="1" flipV="1">
            <a:off x="9155246" y="2629926"/>
            <a:ext cx="16910" cy="328146"/>
          </a:xfrm>
          <a:prstGeom prst="line">
            <a:avLst/>
          </a:prstGeom>
          <a:ln w="25400">
            <a:solidFill>
              <a:srgbClr val="9510E4"/>
            </a:solidFill>
          </a:ln>
        </p:spPr>
        <p:style>
          <a:lnRef idx="1">
            <a:schemeClr val="accent1"/>
          </a:lnRef>
          <a:fillRef idx="0">
            <a:schemeClr val="accent1"/>
          </a:fillRef>
          <a:effectRef idx="0">
            <a:schemeClr val="accent1"/>
          </a:effectRef>
          <a:fontRef idx="minor">
            <a:schemeClr val="tx1"/>
          </a:fontRef>
        </p:style>
      </p:cxnSp>
      <p:cxnSp>
        <p:nvCxnSpPr>
          <p:cNvPr id="72" name="Straight Connector 71"/>
          <p:cNvCxnSpPr/>
          <p:nvPr/>
        </p:nvCxnSpPr>
        <p:spPr>
          <a:xfrm>
            <a:off x="9144696" y="2623312"/>
            <a:ext cx="88239" cy="0"/>
          </a:xfrm>
          <a:prstGeom prst="line">
            <a:avLst/>
          </a:prstGeom>
          <a:ln w="25400">
            <a:solidFill>
              <a:srgbClr val="9510E4"/>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flipV="1">
            <a:off x="9301473" y="2371353"/>
            <a:ext cx="23819" cy="269023"/>
          </a:xfrm>
          <a:prstGeom prst="line">
            <a:avLst/>
          </a:prstGeom>
          <a:ln w="25400">
            <a:solidFill>
              <a:srgbClr val="9510E4"/>
            </a:solidFill>
            <a:prstDash val="sysDot"/>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p:nvPr/>
        </p:nvCxnSpPr>
        <p:spPr>
          <a:xfrm>
            <a:off x="9239684" y="2623312"/>
            <a:ext cx="80686" cy="17064"/>
          </a:xfrm>
          <a:prstGeom prst="line">
            <a:avLst/>
          </a:prstGeom>
          <a:ln w="25400">
            <a:solidFill>
              <a:srgbClr val="9510E4"/>
            </a:solidFill>
            <a:prstDash val="sysDot"/>
          </a:ln>
        </p:spPr>
        <p:style>
          <a:lnRef idx="1">
            <a:schemeClr val="accent1"/>
          </a:lnRef>
          <a:fillRef idx="0">
            <a:schemeClr val="accent1"/>
          </a:fillRef>
          <a:effectRef idx="0">
            <a:schemeClr val="accent1"/>
          </a:effectRef>
          <a:fontRef idx="minor">
            <a:schemeClr val="tx1"/>
          </a:fontRef>
        </p:style>
      </p:cxnSp>
      <p:sp>
        <p:nvSpPr>
          <p:cNvPr id="79" name="Oval 78"/>
          <p:cNvSpPr/>
          <p:nvPr/>
        </p:nvSpPr>
        <p:spPr>
          <a:xfrm>
            <a:off x="9134075" y="2947483"/>
            <a:ext cx="76162" cy="73631"/>
          </a:xfrm>
          <a:prstGeom prst="ellipse">
            <a:avLst/>
          </a:prstGeom>
          <a:noFill/>
          <a:ln w="2540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4" name="Rectangle 83"/>
          <p:cNvSpPr/>
          <p:nvPr/>
        </p:nvSpPr>
        <p:spPr>
          <a:xfrm>
            <a:off x="9204564" y="2212768"/>
            <a:ext cx="325730" cy="261610"/>
          </a:xfrm>
          <a:prstGeom prst="rect">
            <a:avLst/>
          </a:prstGeom>
        </p:spPr>
        <p:txBody>
          <a:bodyPr wrap="none">
            <a:spAutoFit/>
          </a:bodyPr>
          <a:lstStyle/>
          <a:p>
            <a:r>
              <a:rPr lang="en-AU" sz="1050" b="1" dirty="0">
                <a:solidFill>
                  <a:srgbClr val="9510E4"/>
                </a:solidFill>
                <a:latin typeface="Lato" panose="020F0502020204030203" pitchFamily="34" charset="0"/>
              </a:rPr>
              <a:t>📍</a:t>
            </a:r>
            <a:endParaRPr lang="en-AU" sz="1050" dirty="0"/>
          </a:p>
        </p:txBody>
      </p:sp>
      <p:sp>
        <p:nvSpPr>
          <p:cNvPr id="85" name="Isosceles Triangle 84"/>
          <p:cNvSpPr/>
          <p:nvPr/>
        </p:nvSpPr>
        <p:spPr>
          <a:xfrm rot="5400000">
            <a:off x="9176299" y="2592184"/>
            <a:ext cx="76525" cy="60593"/>
          </a:xfrm>
          <a:prstGeom prst="triangle">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7" name="Picture 66"/>
          <p:cNvPicPr>
            <a:picLocks noChangeAspect="1"/>
          </p:cNvPicPr>
          <p:nvPr/>
        </p:nvPicPr>
        <p:blipFill>
          <a:blip r:embed="rId5"/>
          <a:srcRect l="22463" t="20200" r="22553" b="20984"/>
          <a:stretch>
            <a:fillRect/>
          </a:stretch>
        </p:blipFill>
        <p:spPr>
          <a:xfrm>
            <a:off x="6544543" y="4039700"/>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pic>
        <p:nvPicPr>
          <p:cNvPr id="69" name="Picture 68"/>
          <p:cNvPicPr>
            <a:picLocks noChangeAspect="1"/>
          </p:cNvPicPr>
          <p:nvPr/>
        </p:nvPicPr>
        <p:blipFill>
          <a:blip r:embed="rId6"/>
          <a:srcRect l="3384" t="2194" r="3384" b="544"/>
          <a:stretch>
            <a:fillRect/>
          </a:stretch>
        </p:blipFill>
        <p:spPr>
          <a:xfrm>
            <a:off x="3581819" y="412656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pic>
        <p:nvPicPr>
          <p:cNvPr id="71" name="Picture 70"/>
          <p:cNvPicPr>
            <a:picLocks noChangeAspect="1"/>
          </p:cNvPicPr>
          <p:nvPr/>
        </p:nvPicPr>
        <p:blipFill>
          <a:blip r:embed="rId6"/>
          <a:srcRect l="3384" t="2194" r="3384" b="544"/>
          <a:stretch>
            <a:fillRect/>
          </a:stretch>
        </p:blipFill>
        <p:spPr>
          <a:xfrm>
            <a:off x="7073961" y="4111784"/>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pic>
        <p:nvPicPr>
          <p:cNvPr id="73" name="Picture 72"/>
          <p:cNvPicPr>
            <a:picLocks noChangeAspect="1"/>
          </p:cNvPicPr>
          <p:nvPr/>
        </p:nvPicPr>
        <p:blipFill>
          <a:blip r:embed="rId6"/>
          <a:srcRect l="3384" t="2194" r="3384" b="544"/>
          <a:stretch>
            <a:fillRect/>
          </a:stretch>
        </p:blipFill>
        <p:spPr>
          <a:xfrm>
            <a:off x="10603436" y="4115956"/>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22" name="TextBox 21"/>
          <p:cNvSpPr txBox="1"/>
          <p:nvPr/>
        </p:nvSpPr>
        <p:spPr>
          <a:xfrm>
            <a:off x="2920970" y="442028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sp>
        <p:nvSpPr>
          <p:cNvPr id="75" name="TextBox 74"/>
          <p:cNvSpPr txBox="1"/>
          <p:nvPr/>
        </p:nvSpPr>
        <p:spPr>
          <a:xfrm>
            <a:off x="6487130" y="440504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sp>
        <p:nvSpPr>
          <p:cNvPr id="76" name="TextBox 75"/>
          <p:cNvSpPr txBox="1"/>
          <p:nvPr/>
        </p:nvSpPr>
        <p:spPr>
          <a:xfrm>
            <a:off x="9961850" y="440504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pic>
        <p:nvPicPr>
          <p:cNvPr id="77" name="Picture 76"/>
          <p:cNvPicPr>
            <a:picLocks noChangeAspect="1"/>
          </p:cNvPicPr>
          <p:nvPr/>
        </p:nvPicPr>
        <p:blipFill>
          <a:blip r:embed="rId5"/>
          <a:srcRect l="22463" t="20200" r="22553" b="20984"/>
          <a:stretch>
            <a:fillRect/>
          </a:stretch>
        </p:blipFill>
        <p:spPr>
          <a:xfrm>
            <a:off x="2978465" y="4060911"/>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pic>
        <p:nvPicPr>
          <p:cNvPr id="80" name="Picture 79"/>
          <p:cNvPicPr>
            <a:picLocks noChangeAspect="1"/>
          </p:cNvPicPr>
          <p:nvPr/>
        </p:nvPicPr>
        <p:blipFill>
          <a:blip r:embed="rId5"/>
          <a:srcRect l="22463" t="20200" r="22553" b="20984"/>
          <a:stretch>
            <a:fillRect/>
          </a:stretch>
        </p:blipFill>
        <p:spPr>
          <a:xfrm>
            <a:off x="10018881" y="4024912"/>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spTree>
    <p:extLst>
      <p:ext uri="{BB962C8B-B14F-4D97-AF65-F5344CB8AC3E}">
        <p14:creationId xmlns:p14="http://schemas.microsoft.com/office/powerpoint/2010/main" val="8783932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950791"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Maps</a:t>
            </a:r>
            <a:endParaRPr lang="en-AU" sz="4400" b="1" dirty="0"/>
          </a:p>
        </p:txBody>
      </p:sp>
      <p:sp>
        <p:nvSpPr>
          <p:cNvPr id="13" name="TextBox 12"/>
          <p:cNvSpPr txBox="1"/>
          <p:nvPr/>
        </p:nvSpPr>
        <p:spPr>
          <a:xfrm>
            <a:off x="180234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68640" y="277320"/>
            <a:ext cx="778707" cy="778707"/>
          </a:xfrm>
          <a:prstGeom prst="rect">
            <a:avLst/>
          </a:prstGeom>
        </p:spPr>
      </p:pic>
      <p:sp>
        <p:nvSpPr>
          <p:cNvPr id="15" name="TextBox 14"/>
          <p:cNvSpPr txBox="1"/>
          <p:nvPr/>
        </p:nvSpPr>
        <p:spPr>
          <a:xfrm>
            <a:off x="126917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20" name="Picture 19"/>
          <p:cNvPicPr>
            <a:picLocks noChangeAspect="1"/>
          </p:cNvPicPr>
          <p:nvPr/>
        </p:nvPicPr>
        <p:blipFill rotWithShape="1">
          <a:blip r:embed="rId4"/>
          <a:srcRect r="38168"/>
          <a:stretch/>
        </p:blipFill>
        <p:spPr>
          <a:xfrm>
            <a:off x="1168640" y="1266849"/>
            <a:ext cx="2937084" cy="4476299"/>
          </a:xfrm>
          <a:prstGeom prst="rect">
            <a:avLst/>
          </a:prstGeom>
        </p:spPr>
      </p:pic>
      <p:sp>
        <p:nvSpPr>
          <p:cNvPr id="18" name="Rounded Rectangle 17"/>
          <p:cNvSpPr/>
          <p:nvPr/>
        </p:nvSpPr>
        <p:spPr>
          <a:xfrm>
            <a:off x="1269173" y="528285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9" name="Diamond 18"/>
          <p:cNvSpPr/>
          <p:nvPr/>
        </p:nvSpPr>
        <p:spPr>
          <a:xfrm>
            <a:off x="2641465" y="530333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31" name="Elbow Connector 30"/>
          <p:cNvCxnSpPr/>
          <p:nvPr/>
        </p:nvCxnSpPr>
        <p:spPr>
          <a:xfrm flipV="1">
            <a:off x="2740738" y="542117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pic>
        <p:nvPicPr>
          <p:cNvPr id="69" name="Picture 68"/>
          <p:cNvPicPr>
            <a:picLocks noChangeAspect="1"/>
          </p:cNvPicPr>
          <p:nvPr/>
        </p:nvPicPr>
        <p:blipFill>
          <a:blip r:embed="rId5"/>
          <a:srcRect l="3384" t="2194" r="3384" b="544"/>
          <a:stretch>
            <a:fillRect/>
          </a:stretch>
        </p:blipFill>
        <p:spPr>
          <a:xfrm>
            <a:off x="3764699" y="509430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23" name="Rectangle 22"/>
          <p:cNvSpPr/>
          <p:nvPr/>
        </p:nvSpPr>
        <p:spPr>
          <a:xfrm>
            <a:off x="1159149" y="1261849"/>
            <a:ext cx="2937084" cy="1493594"/>
          </a:xfrm>
          <a:prstGeom prst="rect">
            <a:avLst/>
          </a:prstGeom>
          <a:solidFill>
            <a:srgbClr val="9510E4">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1" name="Rounded Rectangle 80"/>
          <p:cNvSpPr/>
          <p:nvPr/>
        </p:nvSpPr>
        <p:spPr>
          <a:xfrm>
            <a:off x="3228094" y="136857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2" name="Rounded Rectangle 81"/>
          <p:cNvSpPr/>
          <p:nvPr/>
        </p:nvSpPr>
        <p:spPr>
          <a:xfrm>
            <a:off x="3369846" y="1353491"/>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21" name="TextBox 20"/>
          <p:cNvSpPr txBox="1"/>
          <p:nvPr/>
        </p:nvSpPr>
        <p:spPr>
          <a:xfrm>
            <a:off x="1159149" y="1175295"/>
            <a:ext cx="1981633" cy="1569660"/>
          </a:xfrm>
          <a:prstGeom prst="rect">
            <a:avLst/>
          </a:prstGeom>
          <a:noFill/>
        </p:spPr>
        <p:txBody>
          <a:bodyPr wrap="none" rtlCol="0">
            <a:spAutoFit/>
          </a:bodyPr>
          <a:lstStyle/>
          <a:p>
            <a:pPr>
              <a:lnSpc>
                <a:spcPct val="200000"/>
              </a:lnSpc>
            </a:pPr>
            <a:r>
              <a:rPr lang="en-US" sz="1200" b="1" dirty="0">
                <a:solidFill>
                  <a:srgbClr val="506445"/>
                </a:solidFill>
                <a:latin typeface="Lato" panose="020F0502020204030203" pitchFamily="34" charset="0"/>
              </a:rPr>
              <a:t>Current Charging Stations</a:t>
            </a:r>
          </a:p>
          <a:p>
            <a:pPr>
              <a:lnSpc>
                <a:spcPct val="200000"/>
              </a:lnSpc>
            </a:pPr>
            <a:r>
              <a:rPr lang="en-US" sz="1200" b="1" dirty="0">
                <a:solidFill>
                  <a:srgbClr val="506445"/>
                </a:solidFill>
                <a:latin typeface="Lato" panose="020F0502020204030203" pitchFamily="34" charset="0"/>
              </a:rPr>
              <a:t>Future Charging Stations</a:t>
            </a:r>
          </a:p>
          <a:p>
            <a:pPr>
              <a:lnSpc>
                <a:spcPct val="200000"/>
              </a:lnSpc>
            </a:pPr>
            <a:r>
              <a:rPr lang="en-US" sz="1200" b="1" dirty="0">
                <a:solidFill>
                  <a:srgbClr val="506445"/>
                </a:solidFill>
                <a:latin typeface="Lato" panose="020F0502020204030203" pitchFamily="34" charset="0"/>
              </a:rPr>
              <a:t>Dedicated Bike Stations</a:t>
            </a:r>
          </a:p>
          <a:p>
            <a:pPr>
              <a:lnSpc>
                <a:spcPct val="200000"/>
              </a:lnSpc>
            </a:pPr>
            <a:r>
              <a:rPr lang="en-US" sz="1200" b="1" dirty="0">
                <a:solidFill>
                  <a:srgbClr val="506445"/>
                </a:solidFill>
                <a:latin typeface="Lato" panose="020F0502020204030203" pitchFamily="34" charset="0"/>
              </a:rPr>
              <a:t>Bike Lane Infrastructure</a:t>
            </a:r>
            <a:endParaRPr lang="en-AU" sz="1200" b="1" dirty="0">
              <a:solidFill>
                <a:srgbClr val="506445"/>
              </a:solidFill>
              <a:latin typeface="Lato" panose="020F0502020204030203" pitchFamily="34" charset="0"/>
            </a:endParaRPr>
          </a:p>
        </p:txBody>
      </p:sp>
      <p:sp>
        <p:nvSpPr>
          <p:cNvPr id="95" name="Rounded Rectangle 94"/>
          <p:cNvSpPr/>
          <p:nvPr/>
        </p:nvSpPr>
        <p:spPr>
          <a:xfrm>
            <a:off x="3228094" y="172671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96" name="Rounded Rectangle 95"/>
          <p:cNvSpPr/>
          <p:nvPr/>
        </p:nvSpPr>
        <p:spPr>
          <a:xfrm>
            <a:off x="3369846" y="171163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97" name="Rounded Rectangle 96"/>
          <p:cNvSpPr/>
          <p:nvPr/>
        </p:nvSpPr>
        <p:spPr>
          <a:xfrm>
            <a:off x="3228094" y="2458239"/>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99" name="Rounded Rectangle 98"/>
          <p:cNvSpPr/>
          <p:nvPr/>
        </p:nvSpPr>
        <p:spPr>
          <a:xfrm>
            <a:off x="3228094" y="206199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0" name="Rounded Rectangle 99"/>
          <p:cNvSpPr/>
          <p:nvPr/>
        </p:nvSpPr>
        <p:spPr>
          <a:xfrm>
            <a:off x="3361896" y="2046911"/>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t>🔌</a:t>
            </a:r>
            <a:endParaRPr lang="en-AU" sz="1200" dirty="0">
              <a:solidFill>
                <a:srgbClr val="506445"/>
              </a:solidFill>
              <a:latin typeface="Lato" panose="020F0502020204030203" pitchFamily="34" charset="0"/>
            </a:endParaRPr>
          </a:p>
        </p:txBody>
      </p:sp>
      <p:sp>
        <p:nvSpPr>
          <p:cNvPr id="102" name="Rounded Rectangle 101"/>
          <p:cNvSpPr/>
          <p:nvPr/>
        </p:nvSpPr>
        <p:spPr>
          <a:xfrm>
            <a:off x="3207176" y="2443151"/>
            <a:ext cx="169068" cy="173870"/>
          </a:xfrm>
          <a:prstGeom prst="roundRect">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00B050"/>
              </a:solidFill>
              <a:latin typeface="Lato" panose="020F0502020204030203" pitchFamily="34" charset="0"/>
            </a:endParaRPr>
          </a:p>
        </p:txBody>
      </p:sp>
      <p:sp>
        <p:nvSpPr>
          <p:cNvPr id="103" name="Rounded Rectangle 102"/>
          <p:cNvSpPr/>
          <p:nvPr/>
        </p:nvSpPr>
        <p:spPr>
          <a:xfrm>
            <a:off x="3689359" y="13611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5" name="Rounded Rectangle 104"/>
          <p:cNvSpPr/>
          <p:nvPr/>
        </p:nvSpPr>
        <p:spPr>
          <a:xfrm>
            <a:off x="3659406" y="1353491"/>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06" name="Rounded Rectangle 105"/>
          <p:cNvSpPr/>
          <p:nvPr/>
        </p:nvSpPr>
        <p:spPr>
          <a:xfrm>
            <a:off x="3689359" y="17040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7" name="Rounded Rectangle 106"/>
          <p:cNvSpPr/>
          <p:nvPr/>
        </p:nvSpPr>
        <p:spPr>
          <a:xfrm>
            <a:off x="3659406" y="169639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08" name="Rounded Rectangle 107"/>
          <p:cNvSpPr/>
          <p:nvPr/>
        </p:nvSpPr>
        <p:spPr>
          <a:xfrm>
            <a:off x="3681739" y="20469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9" name="Rounded Rectangle 108"/>
          <p:cNvSpPr/>
          <p:nvPr/>
        </p:nvSpPr>
        <p:spPr>
          <a:xfrm>
            <a:off x="3651786" y="2039291"/>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0" name="Rounded Rectangle 109"/>
          <p:cNvSpPr/>
          <p:nvPr/>
        </p:nvSpPr>
        <p:spPr>
          <a:xfrm>
            <a:off x="3040863" y="387595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1" name="Rounded Rectangle 110"/>
          <p:cNvSpPr/>
          <p:nvPr/>
        </p:nvSpPr>
        <p:spPr>
          <a:xfrm>
            <a:off x="2741161" y="207748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2" name="Rounded Rectangle 111"/>
          <p:cNvSpPr/>
          <p:nvPr/>
        </p:nvSpPr>
        <p:spPr>
          <a:xfrm>
            <a:off x="2203181" y="171949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3" name="Rounded Rectangle 112"/>
          <p:cNvSpPr/>
          <p:nvPr/>
        </p:nvSpPr>
        <p:spPr>
          <a:xfrm>
            <a:off x="2211224" y="3327306"/>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4" name="Rounded Rectangle 113"/>
          <p:cNvSpPr/>
          <p:nvPr/>
        </p:nvSpPr>
        <p:spPr>
          <a:xfrm>
            <a:off x="2110604" y="4475560"/>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5" name="Rounded Rectangle 114"/>
          <p:cNvSpPr/>
          <p:nvPr/>
        </p:nvSpPr>
        <p:spPr>
          <a:xfrm>
            <a:off x="3897260" y="360925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6" name="Rounded Rectangle 115"/>
          <p:cNvSpPr/>
          <p:nvPr/>
        </p:nvSpPr>
        <p:spPr>
          <a:xfrm>
            <a:off x="3379953" y="1756475"/>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7" name="Rounded Rectangle 116"/>
          <p:cNvSpPr/>
          <p:nvPr/>
        </p:nvSpPr>
        <p:spPr>
          <a:xfrm>
            <a:off x="1189219" y="408106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8" name="Rounded Rectangle 117"/>
          <p:cNvSpPr/>
          <p:nvPr/>
        </p:nvSpPr>
        <p:spPr>
          <a:xfrm>
            <a:off x="3936656" y="4919555"/>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9" name="Rounded Rectangle 118"/>
          <p:cNvSpPr/>
          <p:nvPr/>
        </p:nvSpPr>
        <p:spPr>
          <a:xfrm>
            <a:off x="3210885" y="2673508"/>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0" name="Rounded Rectangle 119"/>
          <p:cNvSpPr/>
          <p:nvPr/>
        </p:nvSpPr>
        <p:spPr>
          <a:xfrm>
            <a:off x="2165081" y="303855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1" name="Rounded Rectangle 120"/>
          <p:cNvSpPr/>
          <p:nvPr/>
        </p:nvSpPr>
        <p:spPr>
          <a:xfrm>
            <a:off x="2807025" y="1911508"/>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2" name="Rounded Rectangle 121"/>
          <p:cNvSpPr/>
          <p:nvPr/>
        </p:nvSpPr>
        <p:spPr>
          <a:xfrm>
            <a:off x="3333270" y="188713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3" name="Rounded Rectangle 122"/>
          <p:cNvSpPr/>
          <p:nvPr/>
        </p:nvSpPr>
        <p:spPr>
          <a:xfrm>
            <a:off x="2815110" y="271771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4" name="Rounded Rectangle 123"/>
          <p:cNvSpPr/>
          <p:nvPr/>
        </p:nvSpPr>
        <p:spPr>
          <a:xfrm>
            <a:off x="2815110" y="34568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5" name="Rounded Rectangle 124"/>
          <p:cNvSpPr/>
          <p:nvPr/>
        </p:nvSpPr>
        <p:spPr>
          <a:xfrm>
            <a:off x="1725450" y="29615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6" name="Rounded Rectangle 125"/>
          <p:cNvSpPr/>
          <p:nvPr/>
        </p:nvSpPr>
        <p:spPr>
          <a:xfrm>
            <a:off x="3409470" y="55142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7" name="Rounded Rectangle 126"/>
          <p:cNvSpPr/>
          <p:nvPr/>
        </p:nvSpPr>
        <p:spPr>
          <a:xfrm>
            <a:off x="1466370" y="495037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grpSp>
        <p:nvGrpSpPr>
          <p:cNvPr id="144" name="Group 143"/>
          <p:cNvGrpSpPr/>
          <p:nvPr/>
        </p:nvGrpSpPr>
        <p:grpSpPr>
          <a:xfrm>
            <a:off x="4943671" y="0"/>
            <a:ext cx="3374571" cy="6858000"/>
            <a:chOff x="4950097" y="0"/>
            <a:chExt cx="3374571" cy="6858000"/>
          </a:xfrm>
        </p:grpSpPr>
        <p:grpSp>
          <p:nvGrpSpPr>
            <p:cNvPr id="145" name="Group 144"/>
            <p:cNvGrpSpPr/>
            <p:nvPr/>
          </p:nvGrpSpPr>
          <p:grpSpPr>
            <a:xfrm>
              <a:off x="4950097" y="0"/>
              <a:ext cx="3374571" cy="6858000"/>
              <a:chOff x="6333672" y="0"/>
              <a:chExt cx="3374571" cy="6858000"/>
            </a:xfrm>
          </p:grpSpPr>
          <p:pic>
            <p:nvPicPr>
              <p:cNvPr id="151" name="Picture 150"/>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52" name="Freeform 1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6" name="TextBox 145"/>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147" name="TextBox 146"/>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148" name="TextBox 1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49" name="Oval 1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50" name="TextBox 14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53" name="TextBox 152"/>
          <p:cNvSpPr txBox="1"/>
          <p:nvPr/>
        </p:nvSpPr>
        <p:spPr>
          <a:xfrm>
            <a:off x="579522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54" name="Picture 15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61520" y="277320"/>
            <a:ext cx="778707" cy="778707"/>
          </a:xfrm>
          <a:prstGeom prst="rect">
            <a:avLst/>
          </a:prstGeom>
        </p:spPr>
      </p:pic>
      <p:sp>
        <p:nvSpPr>
          <p:cNvPr id="155" name="TextBox 154"/>
          <p:cNvSpPr txBox="1"/>
          <p:nvPr/>
        </p:nvSpPr>
        <p:spPr>
          <a:xfrm>
            <a:off x="526205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25" name="Picture 24"/>
          <p:cNvPicPr>
            <a:picLocks noChangeAspect="1"/>
          </p:cNvPicPr>
          <p:nvPr/>
        </p:nvPicPr>
        <p:blipFill rotWithShape="1">
          <a:blip r:embed="rId6"/>
          <a:srcRect l="37906" r="34443" b="40205"/>
          <a:stretch/>
        </p:blipFill>
        <p:spPr>
          <a:xfrm>
            <a:off x="5161981" y="1276773"/>
            <a:ext cx="2935135" cy="4464045"/>
          </a:xfrm>
          <a:prstGeom prst="rect">
            <a:avLst/>
          </a:prstGeom>
        </p:spPr>
      </p:pic>
      <p:sp>
        <p:nvSpPr>
          <p:cNvPr id="157" name="Rounded Rectangle 156"/>
          <p:cNvSpPr/>
          <p:nvPr/>
        </p:nvSpPr>
        <p:spPr>
          <a:xfrm>
            <a:off x="5262053" y="528285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58" name="Diamond 157"/>
          <p:cNvSpPr/>
          <p:nvPr/>
        </p:nvSpPr>
        <p:spPr>
          <a:xfrm>
            <a:off x="6634345" y="530333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59" name="Elbow Connector 158"/>
          <p:cNvCxnSpPr/>
          <p:nvPr/>
        </p:nvCxnSpPr>
        <p:spPr>
          <a:xfrm flipV="1">
            <a:off x="6733618" y="542117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pic>
        <p:nvPicPr>
          <p:cNvPr id="160" name="Picture 159"/>
          <p:cNvPicPr>
            <a:picLocks noChangeAspect="1"/>
          </p:cNvPicPr>
          <p:nvPr/>
        </p:nvPicPr>
        <p:blipFill>
          <a:blip r:embed="rId5"/>
          <a:srcRect l="3384" t="2194" r="3384" b="544"/>
          <a:stretch>
            <a:fillRect/>
          </a:stretch>
        </p:blipFill>
        <p:spPr>
          <a:xfrm>
            <a:off x="7757579" y="509430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189" name="Rounded Rectangle 188"/>
          <p:cNvSpPr/>
          <p:nvPr/>
        </p:nvSpPr>
        <p:spPr>
          <a:xfrm>
            <a:off x="6733618" y="29364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0" name="Rounded Rectangle 189"/>
          <p:cNvSpPr/>
          <p:nvPr/>
        </p:nvSpPr>
        <p:spPr>
          <a:xfrm>
            <a:off x="6657418" y="353842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1" name="Rounded Rectangle 190"/>
          <p:cNvSpPr/>
          <p:nvPr/>
        </p:nvSpPr>
        <p:spPr>
          <a:xfrm>
            <a:off x="5720158" y="306598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2" name="Rounded Rectangle 191"/>
          <p:cNvSpPr/>
          <p:nvPr/>
        </p:nvSpPr>
        <p:spPr>
          <a:xfrm>
            <a:off x="5514418" y="48414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3" name="Rounded Rectangle 192"/>
          <p:cNvSpPr/>
          <p:nvPr/>
        </p:nvSpPr>
        <p:spPr>
          <a:xfrm>
            <a:off x="7388938" y="551962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4" name="Rounded Rectangle 193"/>
          <p:cNvSpPr/>
          <p:nvPr/>
        </p:nvSpPr>
        <p:spPr>
          <a:xfrm>
            <a:off x="7381318" y="19077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8" name="Rectangle 127"/>
          <p:cNvSpPr/>
          <p:nvPr/>
        </p:nvSpPr>
        <p:spPr>
          <a:xfrm>
            <a:off x="5154578" y="1279160"/>
            <a:ext cx="2937084" cy="1493594"/>
          </a:xfrm>
          <a:prstGeom prst="rect">
            <a:avLst/>
          </a:prstGeom>
          <a:solidFill>
            <a:srgbClr val="9510E4">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1" name="TextBox 130"/>
          <p:cNvSpPr txBox="1"/>
          <p:nvPr/>
        </p:nvSpPr>
        <p:spPr>
          <a:xfrm>
            <a:off x="5154578" y="1192606"/>
            <a:ext cx="1981633" cy="1569660"/>
          </a:xfrm>
          <a:prstGeom prst="rect">
            <a:avLst/>
          </a:prstGeom>
          <a:noFill/>
        </p:spPr>
        <p:txBody>
          <a:bodyPr wrap="none" rtlCol="0">
            <a:spAutoFit/>
          </a:bodyPr>
          <a:lstStyle/>
          <a:p>
            <a:pPr>
              <a:lnSpc>
                <a:spcPct val="200000"/>
              </a:lnSpc>
            </a:pPr>
            <a:r>
              <a:rPr lang="en-US" sz="1200" b="1" dirty="0">
                <a:solidFill>
                  <a:srgbClr val="506445"/>
                </a:solidFill>
                <a:latin typeface="Lato" panose="020F0502020204030203" pitchFamily="34" charset="0"/>
              </a:rPr>
              <a:t>Current Charging Stations</a:t>
            </a:r>
          </a:p>
          <a:p>
            <a:pPr>
              <a:lnSpc>
                <a:spcPct val="200000"/>
              </a:lnSpc>
            </a:pPr>
            <a:r>
              <a:rPr lang="en-US" sz="1200" b="1" dirty="0">
                <a:solidFill>
                  <a:srgbClr val="506445"/>
                </a:solidFill>
                <a:latin typeface="Lato" panose="020F0502020204030203" pitchFamily="34" charset="0"/>
              </a:rPr>
              <a:t>Future Charging Stations</a:t>
            </a:r>
          </a:p>
          <a:p>
            <a:pPr>
              <a:lnSpc>
                <a:spcPct val="200000"/>
              </a:lnSpc>
            </a:pPr>
            <a:r>
              <a:rPr lang="en-US" sz="1200" b="1" dirty="0">
                <a:solidFill>
                  <a:srgbClr val="506445"/>
                </a:solidFill>
                <a:latin typeface="Lato" panose="020F0502020204030203" pitchFamily="34" charset="0"/>
              </a:rPr>
              <a:t>Dedicated Bike Stations</a:t>
            </a:r>
          </a:p>
          <a:p>
            <a:pPr>
              <a:lnSpc>
                <a:spcPct val="200000"/>
              </a:lnSpc>
            </a:pPr>
            <a:r>
              <a:rPr lang="en-US" sz="1200" b="1" dirty="0">
                <a:solidFill>
                  <a:srgbClr val="506445"/>
                </a:solidFill>
                <a:latin typeface="Lato" panose="020F0502020204030203" pitchFamily="34" charset="0"/>
              </a:rPr>
              <a:t>Bike Lane Infrastructure</a:t>
            </a:r>
            <a:endParaRPr lang="en-AU" sz="1200" b="1" dirty="0">
              <a:solidFill>
                <a:srgbClr val="506445"/>
              </a:solidFill>
              <a:latin typeface="Lato" panose="020F0502020204030203" pitchFamily="34" charset="0"/>
            </a:endParaRPr>
          </a:p>
        </p:txBody>
      </p:sp>
      <p:sp>
        <p:nvSpPr>
          <p:cNvPr id="181" name="Rounded Rectangle 180"/>
          <p:cNvSpPr/>
          <p:nvPr/>
        </p:nvSpPr>
        <p:spPr>
          <a:xfrm>
            <a:off x="7511879" y="1389125"/>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2" name="Rounded Rectangle 181"/>
          <p:cNvSpPr/>
          <p:nvPr/>
        </p:nvSpPr>
        <p:spPr>
          <a:xfrm>
            <a:off x="7653631" y="1374037"/>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83" name="Rounded Rectangle 182"/>
          <p:cNvSpPr/>
          <p:nvPr/>
        </p:nvSpPr>
        <p:spPr>
          <a:xfrm>
            <a:off x="7511879" y="1747265"/>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4" name="Rounded Rectangle 183"/>
          <p:cNvSpPr/>
          <p:nvPr/>
        </p:nvSpPr>
        <p:spPr>
          <a:xfrm>
            <a:off x="7501231" y="1732177"/>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85" name="Rounded Rectangle 184"/>
          <p:cNvSpPr/>
          <p:nvPr/>
        </p:nvSpPr>
        <p:spPr>
          <a:xfrm>
            <a:off x="7511879" y="2478785"/>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6" name="Rounded Rectangle 185"/>
          <p:cNvSpPr/>
          <p:nvPr/>
        </p:nvSpPr>
        <p:spPr>
          <a:xfrm>
            <a:off x="7511879" y="2082545"/>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7" name="Rounded Rectangle 186"/>
          <p:cNvSpPr/>
          <p:nvPr/>
        </p:nvSpPr>
        <p:spPr>
          <a:xfrm>
            <a:off x="7493281" y="206745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t>🔌</a:t>
            </a:r>
            <a:endParaRPr lang="en-AU" sz="1200" dirty="0">
              <a:solidFill>
                <a:srgbClr val="506445"/>
              </a:solidFill>
              <a:latin typeface="Lato" panose="020F0502020204030203" pitchFamily="34" charset="0"/>
            </a:endParaRPr>
          </a:p>
        </p:txBody>
      </p:sp>
      <p:sp>
        <p:nvSpPr>
          <p:cNvPr id="188" name="Rounded Rectangle 187"/>
          <p:cNvSpPr/>
          <p:nvPr/>
        </p:nvSpPr>
        <p:spPr>
          <a:xfrm>
            <a:off x="7643361" y="2463697"/>
            <a:ext cx="169068" cy="173870"/>
          </a:xfrm>
          <a:prstGeom prst="roundRect">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00B050"/>
              </a:solidFill>
              <a:latin typeface="Lato" panose="020F0502020204030203" pitchFamily="34" charset="0"/>
            </a:endParaRPr>
          </a:p>
        </p:txBody>
      </p:sp>
    </p:spTree>
    <p:extLst>
      <p:ext uri="{BB962C8B-B14F-4D97-AF65-F5344CB8AC3E}">
        <p14:creationId xmlns:p14="http://schemas.microsoft.com/office/powerpoint/2010/main" val="674471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985435" y="1249368"/>
            <a:ext cx="2942999" cy="4535323"/>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Info</a:t>
            </a:r>
            <a:endParaRPr lang="en-AU" sz="4400" b="1" dirty="0"/>
          </a:p>
        </p:txBody>
      </p:sp>
      <p:sp>
        <p:nvSpPr>
          <p:cNvPr id="12" name="Rectangle 11"/>
          <p:cNvSpPr/>
          <p:nvPr/>
        </p:nvSpPr>
        <p:spPr>
          <a:xfrm>
            <a:off x="1985436" y="473081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dirty="0">
                <a:solidFill>
                  <a:srgbClr val="506445"/>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endParaRPr lang="en-US" sz="1000" b="1" dirty="0">
              <a:solidFill>
                <a:srgbClr val="506445"/>
              </a:solidFill>
              <a:latin typeface="Lato" panose="020F0502020204030203" pitchFamily="34" charset="0"/>
            </a:endParaRP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4978351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a:picLocks noChangeAspect="1"/>
          </p:cNvPicPr>
          <p:nvPr/>
        </p:nvPicPr>
        <p:blipFill>
          <a:blip r:embed="rId2"/>
          <a:stretch>
            <a:fillRect/>
          </a:stretch>
        </p:blipFill>
        <p:spPr>
          <a:xfrm>
            <a:off x="1910615" y="1663898"/>
            <a:ext cx="3155279" cy="1883152"/>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Ask AI</a:t>
            </a:r>
            <a:endParaRPr lang="en-AU" sz="4400" b="1" dirty="0"/>
          </a:p>
        </p:txBody>
      </p:sp>
      <p:sp>
        <p:nvSpPr>
          <p:cNvPr id="12" name="Rectangle 11"/>
          <p:cNvSpPr/>
          <p:nvPr/>
        </p:nvSpPr>
        <p:spPr>
          <a:xfrm>
            <a:off x="1985436" y="473843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dirty="0">
                <a:solidFill>
                  <a:srgbClr val="506445"/>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 </a:t>
            </a:r>
            <a:endParaRPr lang="en-AU" sz="1000" u="sng" dirty="0">
              <a:solidFill>
                <a:srgbClr val="9510E4"/>
              </a:solidFill>
            </a:endParaRPr>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738664"/>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p>
          <a:p>
            <a:pPr>
              <a:lnSpc>
                <a:spcPct val="150000"/>
              </a:lnSpc>
            </a:pPr>
            <a:r>
              <a:rPr lang="en-US" sz="1600" b="1" dirty="0">
                <a:solidFill>
                  <a:schemeClr val="tx1">
                    <a:lumMod val="65000"/>
                    <a:lumOff val="35000"/>
                  </a:schemeClr>
                </a:solidFill>
                <a:latin typeface="Lato" panose="020F0502020204030203" pitchFamily="34" charset="0"/>
              </a:rPr>
              <a:t>Community Updates</a:t>
            </a:r>
          </a:p>
        </p:txBody>
      </p:sp>
    </p:spTree>
    <p:extLst>
      <p:ext uri="{BB962C8B-B14F-4D97-AF65-F5344CB8AC3E}">
        <p14:creationId xmlns:p14="http://schemas.microsoft.com/office/powerpoint/2010/main" val="12000419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985436" y="1300197"/>
            <a:ext cx="3003930" cy="2403686"/>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Ask AI</a:t>
            </a:r>
            <a:endParaRPr lang="en-AU" sz="4400" b="1" dirty="0"/>
          </a:p>
        </p:txBody>
      </p:sp>
      <p:sp>
        <p:nvSpPr>
          <p:cNvPr id="12" name="Rectangle 11"/>
          <p:cNvSpPr/>
          <p:nvPr/>
        </p:nvSpPr>
        <p:spPr>
          <a:xfrm>
            <a:off x="1985436" y="473081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dirty="0">
                <a:solidFill>
                  <a:srgbClr val="506445"/>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18246713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6" name="Picture 65"/>
          <p:cNvPicPr>
            <a:picLocks noChangeAspect="1"/>
          </p:cNvPicPr>
          <p:nvPr/>
        </p:nvPicPr>
        <p:blipFill>
          <a:blip r:embed="rId2"/>
          <a:stretch>
            <a:fillRect/>
          </a:stretch>
        </p:blipFill>
        <p:spPr>
          <a:xfrm>
            <a:off x="8638068" y="5326364"/>
            <a:ext cx="2969379" cy="287717"/>
          </a:xfrm>
          <a:prstGeom prst="rect">
            <a:avLst/>
          </a:prstGeom>
        </p:spPr>
      </p:pic>
      <p:grpSp>
        <p:nvGrpSpPr>
          <p:cNvPr id="5" name="Group 4"/>
          <p:cNvGrpSpPr/>
          <p:nvPr/>
        </p:nvGrpSpPr>
        <p:grpSpPr>
          <a:xfrm>
            <a:off x="773439" y="0"/>
            <a:ext cx="3374571" cy="6858000"/>
            <a:chOff x="8817429" y="0"/>
            <a:chExt cx="3374571" cy="6858000"/>
          </a:xfrm>
        </p:grpSpPr>
        <p:grpSp>
          <p:nvGrpSpPr>
            <p:cNvPr id="6" name="Group 5"/>
            <p:cNvGrpSpPr/>
            <p:nvPr/>
          </p:nvGrpSpPr>
          <p:grpSpPr>
            <a:xfrm>
              <a:off x="8817429" y="0"/>
              <a:ext cx="3374571" cy="6858000"/>
              <a:chOff x="6333672" y="0"/>
              <a:chExt cx="3374571" cy="6858000"/>
            </a:xfrm>
          </p:grpSpPr>
          <p:pic>
            <p:nvPicPr>
              <p:cNvPr id="12" name="Picture 1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3" name="Freeform 12"/>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 name="TextBox 6"/>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8" name="TextBox 7"/>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9" name="TextBox 8"/>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10" name="Oval 9"/>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 name="TextBox 10"/>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4" name="TextBox 13"/>
          <p:cNvSpPr txBox="1"/>
          <p:nvPr/>
        </p:nvSpPr>
        <p:spPr>
          <a:xfrm rot="16200000">
            <a:off x="-3045810" y="3044278"/>
            <a:ext cx="6858000" cy="769441"/>
          </a:xfrm>
          <a:prstGeom prst="rect">
            <a:avLst/>
          </a:prstGeom>
          <a:noFill/>
        </p:spPr>
        <p:txBody>
          <a:bodyPr wrap="square" rtlCol="0">
            <a:spAutoFit/>
          </a:bodyPr>
          <a:lstStyle/>
          <a:p>
            <a:r>
              <a:rPr lang="en-US" sz="4400" b="1" dirty="0"/>
              <a:t>User Profile</a:t>
            </a:r>
            <a:endParaRPr lang="en-AU" sz="4400" b="1" dirty="0"/>
          </a:p>
        </p:txBody>
      </p:sp>
      <p:sp>
        <p:nvSpPr>
          <p:cNvPr id="15" name="TextBox 14"/>
          <p:cNvSpPr txBox="1"/>
          <p:nvPr/>
        </p:nvSpPr>
        <p:spPr>
          <a:xfrm>
            <a:off x="1626667" y="624957"/>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6" name="Picture 1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92967" y="338988"/>
            <a:ext cx="778707" cy="778707"/>
          </a:xfrm>
          <a:prstGeom prst="rect">
            <a:avLst/>
          </a:prstGeom>
        </p:spPr>
      </p:pic>
      <p:sp>
        <p:nvSpPr>
          <p:cNvPr id="17" name="TextBox 16"/>
          <p:cNvSpPr txBox="1"/>
          <p:nvPr/>
        </p:nvSpPr>
        <p:spPr>
          <a:xfrm>
            <a:off x="1093500" y="992533"/>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19" name="Picture 18"/>
          <p:cNvPicPr>
            <a:picLocks noChangeAspect="1"/>
          </p:cNvPicPr>
          <p:nvPr/>
        </p:nvPicPr>
        <p:blipFill>
          <a:blip r:embed="rId5"/>
          <a:stretch>
            <a:fillRect/>
          </a:stretch>
        </p:blipFill>
        <p:spPr>
          <a:xfrm>
            <a:off x="2840602" y="1964662"/>
            <a:ext cx="352474" cy="285790"/>
          </a:xfrm>
          <a:prstGeom prst="rect">
            <a:avLst/>
          </a:prstGeom>
        </p:spPr>
      </p:pic>
      <p:sp>
        <p:nvSpPr>
          <p:cNvPr id="4" name="TextBox 3"/>
          <p:cNvSpPr txBox="1"/>
          <p:nvPr/>
        </p:nvSpPr>
        <p:spPr>
          <a:xfrm>
            <a:off x="1066625" y="2277071"/>
            <a:ext cx="2678938" cy="3616375"/>
          </a:xfrm>
          <a:prstGeom prst="rect">
            <a:avLst/>
          </a:prstGeom>
          <a:noFill/>
        </p:spPr>
        <p:txBody>
          <a:bodyPr wrap="none" rtlCol="0">
            <a:spAutoFit/>
          </a:bodyPr>
          <a:lstStyle/>
          <a:p>
            <a:r>
              <a:rPr lang="en-US" sz="1200" b="1" dirty="0">
                <a:solidFill>
                  <a:srgbClr val="506445"/>
                </a:solidFill>
                <a:latin typeface="Lato" panose="020F0502020204030203" pitchFamily="34" charset="0"/>
              </a:rPr>
              <a:t>Name:   </a:t>
            </a:r>
            <a:r>
              <a:rPr lang="en-US" sz="1200" dirty="0">
                <a:solidFill>
                  <a:srgbClr val="506445"/>
                </a:solidFill>
                <a:latin typeface="Lato" panose="020F0502020204030203" pitchFamily="34" charset="0"/>
              </a:rPr>
              <a:t>John Doe</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Email:    </a:t>
            </a:r>
            <a:r>
              <a:rPr lang="en-US" sz="1200" u="sng" dirty="0">
                <a:solidFill>
                  <a:srgbClr val="506445"/>
                </a:solidFill>
                <a:latin typeface="Lato" panose="020F0502020204030203" pitchFamily="34" charset="0"/>
              </a:rPr>
              <a:t>john@micro2move.com</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Bikes Listed:</a:t>
            </a:r>
          </a:p>
          <a:p>
            <a:endParaRPr lang="en-US" sz="500" b="1" dirty="0">
              <a:solidFill>
                <a:srgbClr val="506445"/>
              </a:solidFill>
              <a:latin typeface="Lato" panose="020F0502020204030203" pitchFamily="34" charset="0"/>
            </a:endParaRPr>
          </a:p>
          <a:p>
            <a:r>
              <a:rPr lang="en-US" sz="1200" dirty="0">
                <a:solidFill>
                  <a:srgbClr val="506445"/>
                </a:solidFill>
                <a:latin typeface="Lato" panose="020F0502020204030203" pitchFamily="34" charset="0"/>
              </a:rPr>
              <a:t>    Listed Bikes:             5</a:t>
            </a:r>
          </a:p>
          <a:p>
            <a:r>
              <a:rPr lang="en-US" sz="1200" dirty="0">
                <a:solidFill>
                  <a:srgbClr val="506445"/>
                </a:solidFill>
                <a:latin typeface="Lato" panose="020F0502020204030203" pitchFamily="34" charset="0"/>
              </a:rPr>
              <a:t>    Renter Ratings:                             (71)</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Bikes Rented:</a:t>
            </a:r>
          </a:p>
          <a:p>
            <a:endParaRPr lang="en-US" sz="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    </a:t>
            </a:r>
            <a:r>
              <a:rPr lang="en-US" sz="1200" dirty="0">
                <a:solidFill>
                  <a:srgbClr val="506445"/>
                </a:solidFill>
                <a:latin typeface="Lato" panose="020F0502020204030203" pitchFamily="34" charset="0"/>
              </a:rPr>
              <a:t>Owner Ratings:                           (12)  </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Joined micro2move on: </a:t>
            </a:r>
            <a:r>
              <a:rPr lang="en-US" sz="1200" dirty="0">
                <a:solidFill>
                  <a:srgbClr val="506445"/>
                </a:solidFill>
                <a:latin typeface="Lato" panose="020F0502020204030203" pitchFamily="34" charset="0"/>
              </a:rPr>
              <a:t>21 Jan, 2026</a:t>
            </a:r>
            <a:endParaRPr lang="en-US" sz="1200" b="1" dirty="0">
              <a:solidFill>
                <a:srgbClr val="506445"/>
              </a:solidFill>
              <a:latin typeface="Lato" panose="020F0502020204030203" pitchFamily="34" charset="0"/>
            </a:endParaRPr>
          </a:p>
          <a:p>
            <a:endParaRPr lang="en-US" sz="1200" b="1" dirty="0">
              <a:solidFill>
                <a:schemeClr val="bg1">
                  <a:lumMod val="50000"/>
                </a:schemeClr>
              </a:solidFill>
              <a:latin typeface="Lato" panose="020F0502020204030203" pitchFamily="34" charset="0"/>
            </a:endParaRPr>
          </a:p>
          <a:p>
            <a:r>
              <a:rPr lang="en-US" sz="1200" b="1" u="sng" dirty="0">
                <a:solidFill>
                  <a:srgbClr val="9510E4"/>
                </a:solidFill>
                <a:latin typeface="Lato" panose="020F0502020204030203" pitchFamily="34" charset="0"/>
              </a:rPr>
              <a:t>Community Activity </a:t>
            </a:r>
            <a:r>
              <a:rPr lang="en-US" sz="1200" b="1" dirty="0">
                <a:solidFill>
                  <a:srgbClr val="9510E4"/>
                </a:solidFill>
                <a:latin typeface="Lato" panose="020F0502020204030203" pitchFamily="34" charset="0"/>
              </a:rPr>
              <a:t>         👥</a:t>
            </a:r>
          </a:p>
          <a:p>
            <a:endParaRPr lang="en-US" sz="1200" b="1" dirty="0">
              <a:solidFill>
                <a:srgbClr val="9510E4"/>
              </a:solidFill>
              <a:latin typeface="Lato" panose="020F0502020204030203" pitchFamily="34" charset="0"/>
            </a:endParaRPr>
          </a:p>
          <a:p>
            <a:r>
              <a:rPr lang="en-US" sz="1200" b="1" u="sng" dirty="0">
                <a:solidFill>
                  <a:srgbClr val="9510E4"/>
                </a:solidFill>
                <a:latin typeface="Lato" panose="020F0502020204030203" pitchFamily="34" charset="0"/>
              </a:rPr>
              <a:t>In-App  Lessons</a:t>
            </a:r>
            <a:r>
              <a:rPr lang="en-US" sz="1200" b="1" dirty="0">
                <a:solidFill>
                  <a:srgbClr val="9510E4"/>
                </a:solidFill>
                <a:latin typeface="Lato" panose="020F0502020204030203" pitchFamily="34" charset="0"/>
              </a:rPr>
              <a:t>           </a:t>
            </a:r>
            <a:r>
              <a:rPr lang="en-AU" sz="1200" dirty="0">
                <a:solidFill>
                  <a:srgbClr val="9510E4"/>
                </a:solidFill>
              </a:rPr>
              <a:t>📖</a:t>
            </a:r>
            <a:endParaRPr lang="en-US" sz="1200" b="1" dirty="0">
              <a:solidFill>
                <a:srgbClr val="9510E4"/>
              </a:solidFill>
              <a:latin typeface="Lato" panose="020F0502020204030203" pitchFamily="34" charset="0"/>
            </a:endParaRPr>
          </a:p>
          <a:p>
            <a:endParaRPr lang="en-US" sz="1200" b="1" dirty="0">
              <a:solidFill>
                <a:srgbClr val="9510E4"/>
              </a:solidFill>
              <a:latin typeface="Lato" panose="020F0502020204030203" pitchFamily="34" charset="0"/>
            </a:endParaRPr>
          </a:p>
          <a:p>
            <a:r>
              <a:rPr lang="en-US" sz="1200" b="1" dirty="0">
                <a:solidFill>
                  <a:srgbClr val="9510E4"/>
                </a:solidFill>
                <a:latin typeface="Lato" panose="020F0502020204030203" pitchFamily="34" charset="0"/>
              </a:rPr>
              <a:t>Logout    </a:t>
            </a:r>
            <a:r>
              <a:rPr lang="en-AU" sz="1200" b="1" dirty="0">
                <a:solidFill>
                  <a:srgbClr val="9510E4"/>
                </a:solidFill>
                <a:latin typeface="Lato" panose="020F0502020204030203" pitchFamily="34" charset="0"/>
              </a:rPr>
              <a:t>⭘⏻</a:t>
            </a:r>
          </a:p>
        </p:txBody>
      </p:sp>
      <p:sp>
        <p:nvSpPr>
          <p:cNvPr id="23" name="Rectangle 22"/>
          <p:cNvSpPr/>
          <p:nvPr/>
        </p:nvSpPr>
        <p:spPr>
          <a:xfrm>
            <a:off x="1722120" y="5486400"/>
            <a:ext cx="190500" cy="23622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5" name="5-Point Star 24"/>
          <p:cNvSpPr/>
          <p:nvPr/>
        </p:nvSpPr>
        <p:spPr>
          <a:xfrm>
            <a:off x="2434881" y="353085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5-Point Star 25"/>
          <p:cNvSpPr/>
          <p:nvPr/>
        </p:nvSpPr>
        <p:spPr>
          <a:xfrm>
            <a:off x="2581616" y="353106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7" name="5-Point Star 26"/>
          <p:cNvSpPr/>
          <p:nvPr/>
        </p:nvSpPr>
        <p:spPr>
          <a:xfrm>
            <a:off x="2724827" y="353074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8" name="5-Point Star 27"/>
          <p:cNvSpPr/>
          <p:nvPr/>
        </p:nvSpPr>
        <p:spPr>
          <a:xfrm>
            <a:off x="2871562" y="3530955"/>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5-Point Star 28"/>
          <p:cNvSpPr/>
          <p:nvPr/>
        </p:nvSpPr>
        <p:spPr>
          <a:xfrm>
            <a:off x="3016012" y="353228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2389161" y="411759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2535896" y="411780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2679107" y="411748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5-Point Star 33"/>
          <p:cNvSpPr/>
          <p:nvPr/>
        </p:nvSpPr>
        <p:spPr>
          <a:xfrm>
            <a:off x="2825842" y="411769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5" name="5-Point Star 34"/>
          <p:cNvSpPr/>
          <p:nvPr/>
        </p:nvSpPr>
        <p:spPr>
          <a:xfrm>
            <a:off x="2970292" y="411902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36" name="Picture 35"/>
          <p:cNvPicPr>
            <a:picLocks noChangeAspect="1"/>
          </p:cNvPicPr>
          <p:nvPr/>
        </p:nvPicPr>
        <p:blipFill>
          <a:blip r:embed="rId6"/>
          <a:stretch>
            <a:fillRect/>
          </a:stretch>
        </p:blipFill>
        <p:spPr>
          <a:xfrm>
            <a:off x="1454435" y="1412391"/>
            <a:ext cx="964027" cy="875313"/>
          </a:xfrm>
          <a:prstGeom prst="rect">
            <a:avLst/>
          </a:prstGeom>
        </p:spPr>
      </p:pic>
      <p:pic>
        <p:nvPicPr>
          <p:cNvPr id="18" name="Picture 17"/>
          <p:cNvPicPr>
            <a:picLocks noChangeAspect="1"/>
          </p:cNvPicPr>
          <p:nvPr/>
        </p:nvPicPr>
        <p:blipFill>
          <a:blip r:embed="rId7"/>
          <a:srcRect t="61" r="1316"/>
          <a:stretch>
            <a:fillRect/>
          </a:stretch>
        </p:blipFill>
        <p:spPr>
          <a:xfrm>
            <a:off x="2039541" y="1466518"/>
            <a:ext cx="785267" cy="795253"/>
          </a:xfrm>
          <a:custGeom>
            <a:avLst/>
            <a:gdLst>
              <a:gd name="connsiteX0" fmla="*/ 691700 w 1391148"/>
              <a:gd name="connsiteY0" fmla="*/ 0 h 1408839"/>
              <a:gd name="connsiteX1" fmla="*/ 1391148 w 1391148"/>
              <a:gd name="connsiteY1" fmla="*/ 705723 h 1408839"/>
              <a:gd name="connsiteX2" fmla="*/ 832663 w 1391148"/>
              <a:gd name="connsiteY2" fmla="*/ 1397108 h 1408839"/>
              <a:gd name="connsiteX3" fmla="*/ 717331 w 1391148"/>
              <a:gd name="connsiteY3" fmla="*/ 1408839 h 1408839"/>
              <a:gd name="connsiteX4" fmla="*/ 666069 w 1391148"/>
              <a:gd name="connsiteY4" fmla="*/ 1408839 h 1408839"/>
              <a:gd name="connsiteX5" fmla="*/ 550737 w 1391148"/>
              <a:gd name="connsiteY5" fmla="*/ 1397108 h 1408839"/>
              <a:gd name="connsiteX6" fmla="*/ 6462 w 1391148"/>
              <a:gd name="connsiteY6" fmla="*/ 847951 h 1408839"/>
              <a:gd name="connsiteX7" fmla="*/ 0 w 1391148"/>
              <a:gd name="connsiteY7" fmla="*/ 783271 h 1408839"/>
              <a:gd name="connsiteX8" fmla="*/ 0 w 1391148"/>
              <a:gd name="connsiteY8" fmla="*/ 628175 h 1408839"/>
              <a:gd name="connsiteX9" fmla="*/ 6462 w 1391148"/>
              <a:gd name="connsiteY9" fmla="*/ 563495 h 1408839"/>
              <a:gd name="connsiteX10" fmla="*/ 691700 w 1391148"/>
              <a:gd name="connsiteY10" fmla="*/ 0 h 140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1148" h="1408839">
                <a:moveTo>
                  <a:pt x="691700" y="0"/>
                </a:moveTo>
                <a:cubicBezTo>
                  <a:pt x="1077994" y="0"/>
                  <a:pt x="1391148" y="315963"/>
                  <a:pt x="1391148" y="705723"/>
                </a:cubicBezTo>
                <a:cubicBezTo>
                  <a:pt x="1391148" y="1046763"/>
                  <a:pt x="1151389" y="1331302"/>
                  <a:pt x="832663" y="1397108"/>
                </a:cubicBezTo>
                <a:lnTo>
                  <a:pt x="717331" y="1408839"/>
                </a:lnTo>
                <a:lnTo>
                  <a:pt x="666069" y="1408839"/>
                </a:lnTo>
                <a:lnTo>
                  <a:pt x="550737" y="1397108"/>
                </a:lnTo>
                <a:cubicBezTo>
                  <a:pt x="277543" y="1340703"/>
                  <a:pt x="62366" y="1123596"/>
                  <a:pt x="6462" y="847951"/>
                </a:cubicBezTo>
                <a:lnTo>
                  <a:pt x="0" y="783271"/>
                </a:lnTo>
                <a:lnTo>
                  <a:pt x="0" y="628175"/>
                </a:lnTo>
                <a:lnTo>
                  <a:pt x="6462" y="563495"/>
                </a:lnTo>
                <a:cubicBezTo>
                  <a:pt x="71683" y="241909"/>
                  <a:pt x="353693" y="0"/>
                  <a:pt x="691700" y="0"/>
                </a:cubicBezTo>
                <a:close/>
              </a:path>
            </a:pathLst>
          </a:custGeom>
        </p:spPr>
      </p:pic>
      <p:pic>
        <p:nvPicPr>
          <p:cNvPr id="38" name="Picture 37"/>
          <p:cNvPicPr>
            <a:picLocks noChangeAspect="1"/>
          </p:cNvPicPr>
          <p:nvPr/>
        </p:nvPicPr>
        <p:blipFill rotWithShape="1">
          <a:blip r:embed="rId8"/>
          <a:srcRect b="29862"/>
          <a:stretch/>
        </p:blipFill>
        <p:spPr>
          <a:xfrm>
            <a:off x="4845128" y="1322075"/>
            <a:ext cx="2752012" cy="4380998"/>
          </a:xfrm>
          <a:prstGeom prst="rect">
            <a:avLst/>
          </a:prstGeom>
        </p:spPr>
      </p:pic>
      <p:grpSp>
        <p:nvGrpSpPr>
          <p:cNvPr id="39" name="Group 38"/>
          <p:cNvGrpSpPr/>
          <p:nvPr/>
        </p:nvGrpSpPr>
        <p:grpSpPr>
          <a:xfrm>
            <a:off x="4552348" y="-2"/>
            <a:ext cx="3374571" cy="6858000"/>
            <a:chOff x="8817429" y="0"/>
            <a:chExt cx="3374571" cy="6858000"/>
          </a:xfrm>
        </p:grpSpPr>
        <p:grpSp>
          <p:nvGrpSpPr>
            <p:cNvPr id="40" name="Group 39"/>
            <p:cNvGrpSpPr/>
            <p:nvPr/>
          </p:nvGrpSpPr>
          <p:grpSpPr>
            <a:xfrm>
              <a:off x="8817429" y="0"/>
              <a:ext cx="3374571" cy="6858000"/>
              <a:chOff x="6333672" y="0"/>
              <a:chExt cx="3374571" cy="6858000"/>
            </a:xfrm>
          </p:grpSpPr>
          <p:pic>
            <p:nvPicPr>
              <p:cNvPr id="46" name="Picture 4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7" name="Freeform 4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1" name="TextBox 4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42" name="TextBox 4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3" name="TextBox 42"/>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44" name="Oval 4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45" name="TextBox 44"/>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8" name="TextBox 47"/>
          <p:cNvSpPr txBox="1"/>
          <p:nvPr/>
        </p:nvSpPr>
        <p:spPr>
          <a:xfrm>
            <a:off x="5405576" y="624955"/>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49" name="Picture 4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771876" y="338986"/>
            <a:ext cx="778707" cy="778707"/>
          </a:xfrm>
          <a:prstGeom prst="rect">
            <a:avLst/>
          </a:prstGeom>
        </p:spPr>
      </p:pic>
      <p:sp>
        <p:nvSpPr>
          <p:cNvPr id="50" name="TextBox 49"/>
          <p:cNvSpPr txBox="1"/>
          <p:nvPr/>
        </p:nvSpPr>
        <p:spPr>
          <a:xfrm>
            <a:off x="4872409" y="992531"/>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grpSp>
        <p:nvGrpSpPr>
          <p:cNvPr id="51" name="Group 50"/>
          <p:cNvGrpSpPr/>
          <p:nvPr/>
        </p:nvGrpSpPr>
        <p:grpSpPr>
          <a:xfrm>
            <a:off x="8387278" y="0"/>
            <a:ext cx="3374571" cy="6858000"/>
            <a:chOff x="8817429" y="0"/>
            <a:chExt cx="3374571" cy="6858000"/>
          </a:xfrm>
        </p:grpSpPr>
        <p:grpSp>
          <p:nvGrpSpPr>
            <p:cNvPr id="52" name="Group 51"/>
            <p:cNvGrpSpPr/>
            <p:nvPr/>
          </p:nvGrpSpPr>
          <p:grpSpPr>
            <a:xfrm>
              <a:off x="8817429" y="0"/>
              <a:ext cx="3374571" cy="6858000"/>
              <a:chOff x="6333672" y="0"/>
              <a:chExt cx="3374571" cy="6858000"/>
            </a:xfrm>
          </p:grpSpPr>
          <p:pic>
            <p:nvPicPr>
              <p:cNvPr id="58" name="Picture 57"/>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9" name="Freeform 58"/>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3" name="TextBox 52"/>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4" name="TextBox 53"/>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5" name="TextBox 54"/>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56" name="Oval 55"/>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7" name="TextBox 56"/>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0" name="Rounded Rectangle 59"/>
          <p:cNvSpPr/>
          <p:nvPr/>
        </p:nvSpPr>
        <p:spPr>
          <a:xfrm>
            <a:off x="5778693" y="2199999"/>
            <a:ext cx="1703310" cy="247835"/>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a:solidFill>
                  <a:schemeClr val="bg1"/>
                </a:solidFill>
                <a:latin typeface="Lato" panose="020F0502020204030203" pitchFamily="34" charset="0"/>
              </a:rPr>
              <a:t>Sign up</a:t>
            </a:r>
            <a:endParaRPr lang="en-AU" sz="2000" b="1" dirty="0">
              <a:solidFill>
                <a:schemeClr val="bg1"/>
              </a:solidFill>
              <a:latin typeface="Lato" panose="020F0502020204030203" pitchFamily="34" charset="0"/>
            </a:endParaRPr>
          </a:p>
        </p:txBody>
      </p:sp>
      <p:sp>
        <p:nvSpPr>
          <p:cNvPr id="61" name="Rounded Rectangle 60"/>
          <p:cNvSpPr/>
          <p:nvPr/>
        </p:nvSpPr>
        <p:spPr>
          <a:xfrm>
            <a:off x="5765209" y="4333599"/>
            <a:ext cx="1703310" cy="247835"/>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a:solidFill>
                  <a:schemeClr val="bg1"/>
                </a:solidFill>
                <a:latin typeface="Lato" panose="020F0502020204030203" pitchFamily="34" charset="0"/>
              </a:rPr>
              <a:t>Sign up</a:t>
            </a:r>
            <a:endParaRPr lang="en-AU" sz="2000" b="1" dirty="0">
              <a:solidFill>
                <a:schemeClr val="bg1"/>
              </a:solidFill>
              <a:latin typeface="Lato" panose="020F0502020204030203" pitchFamily="34" charset="0"/>
            </a:endParaRPr>
          </a:p>
        </p:txBody>
      </p:sp>
      <p:pic>
        <p:nvPicPr>
          <p:cNvPr id="62" name="Picture 61"/>
          <p:cNvPicPr>
            <a:picLocks noChangeAspect="1"/>
          </p:cNvPicPr>
          <p:nvPr/>
        </p:nvPicPr>
        <p:blipFill>
          <a:blip r:embed="rId9"/>
          <a:stretch>
            <a:fillRect/>
          </a:stretch>
        </p:blipFill>
        <p:spPr>
          <a:xfrm>
            <a:off x="8687714" y="1709194"/>
            <a:ext cx="2847904" cy="3670526"/>
          </a:xfrm>
          <a:prstGeom prst="rect">
            <a:avLst/>
          </a:prstGeom>
        </p:spPr>
      </p:pic>
      <p:sp>
        <p:nvSpPr>
          <p:cNvPr id="63" name="TextBox 62"/>
          <p:cNvSpPr txBox="1"/>
          <p:nvPr/>
        </p:nvSpPr>
        <p:spPr>
          <a:xfrm>
            <a:off x="9195654" y="636425"/>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64" name="Picture 6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61954" y="350456"/>
            <a:ext cx="778707" cy="778707"/>
          </a:xfrm>
          <a:prstGeom prst="rect">
            <a:avLst/>
          </a:prstGeom>
        </p:spPr>
      </p:pic>
      <p:sp>
        <p:nvSpPr>
          <p:cNvPr id="65" name="TextBox 64"/>
          <p:cNvSpPr txBox="1"/>
          <p:nvPr/>
        </p:nvSpPr>
        <p:spPr>
          <a:xfrm>
            <a:off x="8662487" y="1004001"/>
            <a:ext cx="2813829" cy="707886"/>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p>
          <a:p>
            <a:endParaRPr lang="en-US" sz="400" b="1" dirty="0">
              <a:solidFill>
                <a:schemeClr val="tx1">
                  <a:lumMod val="65000"/>
                  <a:lumOff val="35000"/>
                </a:schemeClr>
              </a:solidFill>
              <a:latin typeface="Lato" panose="020F0502020204030203" pitchFamily="34" charset="0"/>
            </a:endParaRPr>
          </a:p>
          <a:p>
            <a:r>
              <a:rPr lang="en-US" b="1" dirty="0">
                <a:solidFill>
                  <a:schemeClr val="tx1">
                    <a:lumMod val="65000"/>
                    <a:lumOff val="35000"/>
                  </a:schemeClr>
                </a:solidFill>
                <a:latin typeface="Lato" panose="020F0502020204030203" pitchFamily="34" charset="0"/>
              </a:rPr>
              <a:t>In-App Lessons</a:t>
            </a:r>
            <a:endParaRPr lang="en-AU" b="1" dirty="0">
              <a:solidFill>
                <a:schemeClr val="tx1">
                  <a:lumMod val="65000"/>
                  <a:lumOff val="35000"/>
                </a:schemeClr>
              </a:solidFill>
              <a:latin typeface="Lato" panose="020F0502020204030203" pitchFamily="34" charset="0"/>
            </a:endParaRPr>
          </a:p>
        </p:txBody>
      </p:sp>
    </p:spTree>
    <p:extLst>
      <p:ext uri="{BB962C8B-B14F-4D97-AF65-F5344CB8AC3E}">
        <p14:creationId xmlns:p14="http://schemas.microsoft.com/office/powerpoint/2010/main" val="6385756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962108" y="0"/>
            <a:ext cx="11229892" cy="6857999"/>
          </a:xfrm>
          <a:prstGeom prst="rect">
            <a:avLst/>
          </a:prstGeom>
          <a:solidFill>
            <a:srgbClr val="3335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smtClean="0"/>
              <a:t>Color Palette</a:t>
            </a:r>
            <a:endParaRPr lang="en-AU" sz="4400" b="1" dirty="0"/>
          </a:p>
        </p:txBody>
      </p:sp>
      <p:sp>
        <p:nvSpPr>
          <p:cNvPr id="3" name="Rectangle 2"/>
          <p:cNvSpPr/>
          <p:nvPr/>
        </p:nvSpPr>
        <p:spPr>
          <a:xfrm>
            <a:off x="3110466" y="260755"/>
            <a:ext cx="1538065" cy="1497050"/>
          </a:xfrm>
          <a:prstGeom prst="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M2M_BG</a:t>
            </a:r>
          </a:p>
          <a:p>
            <a:pPr algn="ctr"/>
            <a:r>
              <a:rPr lang="en-US" dirty="0" smtClean="0">
                <a:solidFill>
                  <a:schemeClr val="tx1"/>
                </a:solidFill>
              </a:rPr>
              <a:t>#E9E0FF</a:t>
            </a:r>
          </a:p>
          <a:p>
            <a:pPr algn="ctr"/>
            <a:r>
              <a:rPr lang="en-US" sz="1600" dirty="0" smtClean="0">
                <a:solidFill>
                  <a:schemeClr val="tx1"/>
                </a:solidFill>
              </a:rPr>
              <a:t>(233, 224, 255)</a:t>
            </a:r>
            <a:endParaRPr lang="en-AU" dirty="0">
              <a:solidFill>
                <a:schemeClr val="tx1"/>
              </a:solidFill>
            </a:endParaRPr>
          </a:p>
        </p:txBody>
      </p:sp>
      <p:sp>
        <p:nvSpPr>
          <p:cNvPr id="6" name="Rectangle 5"/>
          <p:cNvSpPr/>
          <p:nvPr/>
        </p:nvSpPr>
        <p:spPr>
          <a:xfrm>
            <a:off x="1300545" y="260756"/>
            <a:ext cx="1538065" cy="1497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White</a:t>
            </a:r>
          </a:p>
          <a:p>
            <a:pPr algn="ctr"/>
            <a:r>
              <a:rPr lang="en-US" dirty="0" smtClean="0">
                <a:solidFill>
                  <a:schemeClr val="tx1"/>
                </a:solidFill>
              </a:rPr>
              <a:t>#FFFFFF</a:t>
            </a:r>
          </a:p>
          <a:p>
            <a:pPr algn="ctr"/>
            <a:r>
              <a:rPr lang="en-US" sz="1600" dirty="0" smtClean="0">
                <a:solidFill>
                  <a:schemeClr val="tx1"/>
                </a:solidFill>
              </a:rPr>
              <a:t>(255, 255, 255)</a:t>
            </a:r>
            <a:endParaRPr lang="en-AU" sz="1600" dirty="0">
              <a:solidFill>
                <a:schemeClr val="tx1"/>
              </a:solidFill>
            </a:endParaRPr>
          </a:p>
        </p:txBody>
      </p:sp>
      <p:sp>
        <p:nvSpPr>
          <p:cNvPr id="7" name="Rectangle 6"/>
          <p:cNvSpPr/>
          <p:nvPr/>
        </p:nvSpPr>
        <p:spPr>
          <a:xfrm>
            <a:off x="8640570" y="260756"/>
            <a:ext cx="1538065" cy="1497050"/>
          </a:xfrm>
          <a:prstGeom prst="rect">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M2M_Logo</a:t>
            </a:r>
          </a:p>
          <a:p>
            <a:pPr algn="ctr"/>
            <a:r>
              <a:rPr lang="en-US" dirty="0" smtClean="0">
                <a:solidFill>
                  <a:schemeClr val="bg1"/>
                </a:solidFill>
              </a:rPr>
              <a:t>#9510E4</a:t>
            </a:r>
          </a:p>
          <a:p>
            <a:pPr algn="ctr"/>
            <a:r>
              <a:rPr lang="en-US" dirty="0" smtClean="0">
                <a:solidFill>
                  <a:schemeClr val="bg1"/>
                </a:solidFill>
              </a:rPr>
              <a:t>(149, 16, 228)</a:t>
            </a:r>
            <a:endParaRPr lang="en-AU" dirty="0">
              <a:solidFill>
                <a:schemeClr val="bg1"/>
              </a:solidFill>
            </a:endParaRPr>
          </a:p>
        </p:txBody>
      </p:sp>
      <p:sp>
        <p:nvSpPr>
          <p:cNvPr id="9" name="Rectangle 8"/>
          <p:cNvSpPr/>
          <p:nvPr/>
        </p:nvSpPr>
        <p:spPr>
          <a:xfrm>
            <a:off x="4920388" y="2087455"/>
            <a:ext cx="1538065" cy="1497050"/>
          </a:xfrm>
          <a:prstGeom prst="rect">
            <a:avLst/>
          </a:prstGeom>
          <a:solidFill>
            <a:srgbClr val="5064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smtClean="0">
                <a:solidFill>
                  <a:schemeClr val="tx1"/>
                </a:solidFill>
              </a:rPr>
              <a:t>M2M_Secondary</a:t>
            </a:r>
          </a:p>
          <a:p>
            <a:pPr algn="ctr"/>
            <a:r>
              <a:rPr lang="en-US" dirty="0" smtClean="0">
                <a:solidFill>
                  <a:schemeClr val="tx1"/>
                </a:solidFill>
              </a:rPr>
              <a:t>#506445</a:t>
            </a:r>
          </a:p>
          <a:p>
            <a:pPr algn="ctr"/>
            <a:r>
              <a:rPr lang="en-US" dirty="0" smtClean="0">
                <a:solidFill>
                  <a:schemeClr val="tx1"/>
                </a:solidFill>
              </a:rPr>
              <a:t>(80, 100, 37)</a:t>
            </a:r>
            <a:endParaRPr lang="en-AU" dirty="0">
              <a:solidFill>
                <a:schemeClr val="tx1"/>
              </a:solidFill>
            </a:endParaRPr>
          </a:p>
        </p:txBody>
      </p:sp>
      <p:sp>
        <p:nvSpPr>
          <p:cNvPr id="10" name="Rectangle 9"/>
          <p:cNvSpPr/>
          <p:nvPr/>
        </p:nvSpPr>
        <p:spPr>
          <a:xfrm>
            <a:off x="4920388" y="260756"/>
            <a:ext cx="1538065" cy="1497050"/>
          </a:xfrm>
          <a:prstGeom prst="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M2M_Primary</a:t>
            </a:r>
          </a:p>
          <a:p>
            <a:pPr algn="ctr"/>
            <a:r>
              <a:rPr lang="en-US" dirty="0" smtClean="0">
                <a:solidFill>
                  <a:schemeClr val="tx1"/>
                </a:solidFill>
              </a:rPr>
              <a:t>#CB9BF0</a:t>
            </a:r>
          </a:p>
          <a:p>
            <a:pPr algn="ctr"/>
            <a:r>
              <a:rPr lang="en-US" sz="1600" dirty="0" smtClean="0">
                <a:solidFill>
                  <a:schemeClr val="tx1"/>
                </a:solidFill>
              </a:rPr>
              <a:t>(203, 155, 240)</a:t>
            </a:r>
            <a:endParaRPr lang="en-AU" dirty="0">
              <a:solidFill>
                <a:schemeClr val="tx1"/>
              </a:solidFill>
            </a:endParaRPr>
          </a:p>
        </p:txBody>
      </p:sp>
      <p:sp>
        <p:nvSpPr>
          <p:cNvPr id="11" name="Rectangle 10"/>
          <p:cNvSpPr/>
          <p:nvPr/>
        </p:nvSpPr>
        <p:spPr>
          <a:xfrm>
            <a:off x="1300545" y="2087455"/>
            <a:ext cx="1538065" cy="1497050"/>
          </a:xfrm>
          <a:prstGeom prst="rect">
            <a:avLst/>
          </a:prstGeom>
          <a:solidFill>
            <a:srgbClr val="A0C8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smtClean="0">
                <a:solidFill>
                  <a:schemeClr val="tx1"/>
                </a:solidFill>
              </a:rPr>
              <a:t>M2M_LightestSecondary</a:t>
            </a:r>
            <a:endParaRPr lang="en-US" sz="1000" dirty="0">
              <a:solidFill>
                <a:schemeClr val="tx1"/>
              </a:solidFill>
            </a:endParaRPr>
          </a:p>
          <a:p>
            <a:pPr algn="ctr"/>
            <a:r>
              <a:rPr lang="en-US" dirty="0" smtClean="0">
                <a:solidFill>
                  <a:schemeClr val="tx1"/>
                </a:solidFill>
              </a:rPr>
              <a:t>#A0C88B</a:t>
            </a:r>
          </a:p>
          <a:p>
            <a:pPr algn="ctr"/>
            <a:r>
              <a:rPr lang="en-US" sz="1600" dirty="0" smtClean="0">
                <a:solidFill>
                  <a:schemeClr val="tx1"/>
                </a:solidFill>
              </a:rPr>
              <a:t>(160, 200, 139)</a:t>
            </a:r>
            <a:endParaRPr lang="en-AU" sz="1600" dirty="0">
              <a:solidFill>
                <a:schemeClr val="tx1"/>
              </a:solidFill>
            </a:endParaRPr>
          </a:p>
        </p:txBody>
      </p:sp>
      <p:sp>
        <p:nvSpPr>
          <p:cNvPr id="13" name="Rectangle 12"/>
          <p:cNvSpPr/>
          <p:nvPr/>
        </p:nvSpPr>
        <p:spPr>
          <a:xfrm>
            <a:off x="6780479" y="260756"/>
            <a:ext cx="1538065" cy="1497050"/>
          </a:xfrm>
          <a:prstGeom prst="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smtClean="0">
                <a:solidFill>
                  <a:schemeClr val="tx1"/>
                </a:solidFill>
              </a:rPr>
              <a:t>M2M_DeepPrimary</a:t>
            </a:r>
          </a:p>
          <a:p>
            <a:pPr algn="ctr"/>
            <a:r>
              <a:rPr lang="en-US" dirty="0" smtClean="0">
                <a:solidFill>
                  <a:schemeClr val="tx1"/>
                </a:solidFill>
              </a:rPr>
              <a:t>#AD56E1</a:t>
            </a:r>
          </a:p>
          <a:p>
            <a:pPr algn="ctr"/>
            <a:r>
              <a:rPr lang="en-US" dirty="0" smtClean="0">
                <a:solidFill>
                  <a:schemeClr val="tx1"/>
                </a:solidFill>
              </a:rPr>
              <a:t>(173, 86,225) </a:t>
            </a:r>
            <a:endParaRPr lang="en-AU" dirty="0">
              <a:solidFill>
                <a:schemeClr val="tx1"/>
              </a:solidFill>
            </a:endParaRPr>
          </a:p>
        </p:txBody>
      </p:sp>
      <p:sp>
        <p:nvSpPr>
          <p:cNvPr id="14" name="Rectangle 13"/>
          <p:cNvSpPr/>
          <p:nvPr/>
        </p:nvSpPr>
        <p:spPr>
          <a:xfrm>
            <a:off x="3142589" y="2074858"/>
            <a:ext cx="1538065" cy="1497050"/>
          </a:xfrm>
          <a:prstGeom prst="rect">
            <a:avLst/>
          </a:prstGeom>
          <a:solidFill>
            <a:srgbClr val="78966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smtClean="0">
                <a:solidFill>
                  <a:schemeClr val="tx1"/>
                </a:solidFill>
              </a:rPr>
              <a:t>M2M_LightSecondary</a:t>
            </a:r>
          </a:p>
          <a:p>
            <a:pPr algn="ctr"/>
            <a:r>
              <a:rPr lang="en-US" dirty="0" smtClean="0">
                <a:solidFill>
                  <a:schemeClr val="tx1"/>
                </a:solidFill>
              </a:rPr>
              <a:t>#789668</a:t>
            </a:r>
          </a:p>
          <a:p>
            <a:pPr algn="ctr"/>
            <a:r>
              <a:rPr lang="en-US" sz="1600" dirty="0" smtClean="0">
                <a:solidFill>
                  <a:schemeClr val="tx1"/>
                </a:solidFill>
              </a:rPr>
              <a:t>(120, 150, 104)</a:t>
            </a:r>
            <a:endParaRPr lang="en-AU" dirty="0">
              <a:solidFill>
                <a:schemeClr val="tx1"/>
              </a:solidFill>
            </a:endParaRPr>
          </a:p>
        </p:txBody>
      </p:sp>
      <p:sp>
        <p:nvSpPr>
          <p:cNvPr id="15" name="Rectangle 14"/>
          <p:cNvSpPr/>
          <p:nvPr/>
        </p:nvSpPr>
        <p:spPr>
          <a:xfrm>
            <a:off x="8640570" y="2087455"/>
            <a:ext cx="1538065" cy="1497050"/>
          </a:xfrm>
          <a:prstGeom prst="rect">
            <a:avLst/>
          </a:prstGeom>
          <a:solidFill>
            <a:srgbClr val="28322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smtClean="0">
                <a:solidFill>
                  <a:schemeClr val="bg1"/>
                </a:solidFill>
              </a:rPr>
              <a:t>M2M_Secondary_Darkest</a:t>
            </a:r>
          </a:p>
          <a:p>
            <a:pPr algn="ctr"/>
            <a:r>
              <a:rPr lang="en-US" dirty="0" smtClean="0">
                <a:solidFill>
                  <a:schemeClr val="bg1"/>
                </a:solidFill>
              </a:rPr>
              <a:t>#283223</a:t>
            </a:r>
          </a:p>
          <a:p>
            <a:pPr algn="ctr"/>
            <a:r>
              <a:rPr lang="en-US" dirty="0" smtClean="0">
                <a:solidFill>
                  <a:schemeClr val="bg1"/>
                </a:solidFill>
              </a:rPr>
              <a:t>(40, 50, 35)</a:t>
            </a:r>
            <a:endParaRPr lang="en-AU" dirty="0">
              <a:solidFill>
                <a:schemeClr val="bg1"/>
              </a:solidFill>
            </a:endParaRPr>
          </a:p>
        </p:txBody>
      </p:sp>
      <p:sp>
        <p:nvSpPr>
          <p:cNvPr id="16" name="Rectangle 15"/>
          <p:cNvSpPr/>
          <p:nvPr/>
        </p:nvSpPr>
        <p:spPr>
          <a:xfrm>
            <a:off x="6780479" y="2074858"/>
            <a:ext cx="1538065" cy="1497050"/>
          </a:xfrm>
          <a:prstGeom prst="rect">
            <a:avLst/>
          </a:prstGeom>
          <a:solidFill>
            <a:srgbClr val="3C4B3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smtClean="0">
                <a:solidFill>
                  <a:schemeClr val="tx1"/>
                </a:solidFill>
              </a:rPr>
              <a:t>M2M_Secondary_Dark</a:t>
            </a:r>
            <a:endParaRPr lang="en-US" sz="1100" dirty="0">
              <a:solidFill>
                <a:schemeClr val="tx1"/>
              </a:solidFill>
            </a:endParaRPr>
          </a:p>
          <a:p>
            <a:pPr algn="ctr"/>
            <a:r>
              <a:rPr lang="en-US" dirty="0" smtClean="0">
                <a:solidFill>
                  <a:schemeClr val="tx1"/>
                </a:solidFill>
              </a:rPr>
              <a:t>#3C4B34</a:t>
            </a:r>
          </a:p>
          <a:p>
            <a:pPr algn="ctr"/>
            <a:r>
              <a:rPr lang="en-US" dirty="0" smtClean="0">
                <a:solidFill>
                  <a:schemeClr val="tx1"/>
                </a:solidFill>
              </a:rPr>
              <a:t>(60, 75, 52)</a:t>
            </a:r>
            <a:endParaRPr lang="en-AU" dirty="0">
              <a:solidFill>
                <a:schemeClr val="tx1"/>
              </a:solidFill>
            </a:endParaRPr>
          </a:p>
        </p:txBody>
      </p:sp>
      <p:sp>
        <p:nvSpPr>
          <p:cNvPr id="17" name="Rectangle 16"/>
          <p:cNvSpPr/>
          <p:nvPr/>
        </p:nvSpPr>
        <p:spPr>
          <a:xfrm>
            <a:off x="1287851" y="3914154"/>
            <a:ext cx="1538065" cy="149705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Grey</a:t>
            </a:r>
          </a:p>
          <a:p>
            <a:pPr algn="ctr"/>
            <a:r>
              <a:rPr lang="en-US" dirty="0" smtClean="0">
                <a:solidFill>
                  <a:schemeClr val="tx1"/>
                </a:solidFill>
              </a:rPr>
              <a:t>#777777</a:t>
            </a:r>
          </a:p>
          <a:p>
            <a:pPr algn="ctr"/>
            <a:r>
              <a:rPr lang="en-US" sz="1600" dirty="0" smtClean="0">
                <a:solidFill>
                  <a:schemeClr val="tx1"/>
                </a:solidFill>
              </a:rPr>
              <a:t>(127, 127, 127)</a:t>
            </a:r>
            <a:endParaRPr lang="en-AU" sz="1600" dirty="0">
              <a:solidFill>
                <a:schemeClr val="tx1"/>
              </a:solidFill>
            </a:endParaRPr>
          </a:p>
        </p:txBody>
      </p:sp>
      <p:sp>
        <p:nvSpPr>
          <p:cNvPr id="18" name="Rectangle 17"/>
          <p:cNvSpPr/>
          <p:nvPr/>
        </p:nvSpPr>
        <p:spPr>
          <a:xfrm>
            <a:off x="3153296" y="3914154"/>
            <a:ext cx="1538065" cy="1497050"/>
          </a:xfrm>
          <a:prstGeom prst="rect">
            <a:avLst/>
          </a:prstGeom>
          <a:solidFill>
            <a:srgbClr val="E5393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M2M_Red</a:t>
            </a:r>
          </a:p>
          <a:p>
            <a:pPr algn="ctr"/>
            <a:r>
              <a:rPr lang="en-US" dirty="0" smtClean="0">
                <a:solidFill>
                  <a:schemeClr val="tx1"/>
                </a:solidFill>
              </a:rPr>
              <a:t>#</a:t>
            </a:r>
            <a:r>
              <a:rPr lang="en-AU" dirty="0" smtClean="0">
                <a:solidFill>
                  <a:schemeClr val="tx1"/>
                </a:solidFill>
              </a:rPr>
              <a:t>E53935</a:t>
            </a:r>
          </a:p>
          <a:p>
            <a:pPr algn="ctr"/>
            <a:r>
              <a:rPr lang="en-US" dirty="0" smtClean="0">
                <a:solidFill>
                  <a:schemeClr val="tx1"/>
                </a:solidFill>
              </a:rPr>
              <a:t>(229, 57, 53)</a:t>
            </a:r>
            <a:endParaRPr lang="en-AU" dirty="0">
              <a:solidFill>
                <a:schemeClr val="tx1"/>
              </a:solidFill>
            </a:endParaRPr>
          </a:p>
        </p:txBody>
      </p:sp>
      <p:sp>
        <p:nvSpPr>
          <p:cNvPr id="20" name="Rectangle 19"/>
          <p:cNvSpPr/>
          <p:nvPr/>
        </p:nvSpPr>
        <p:spPr>
          <a:xfrm>
            <a:off x="4920388" y="3914154"/>
            <a:ext cx="1538065" cy="1497050"/>
          </a:xfrm>
          <a:prstGeom prst="rect">
            <a:avLst/>
          </a:prstGeom>
          <a:solidFill>
            <a:srgbClr val="28B2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M2M_Success</a:t>
            </a:r>
          </a:p>
          <a:p>
            <a:pPr algn="ctr"/>
            <a:r>
              <a:rPr lang="en-US" dirty="0" smtClean="0">
                <a:solidFill>
                  <a:schemeClr val="tx1"/>
                </a:solidFill>
              </a:rPr>
              <a:t>#</a:t>
            </a:r>
            <a:r>
              <a:rPr lang="en-AU" dirty="0" smtClean="0">
                <a:solidFill>
                  <a:schemeClr val="tx1"/>
                </a:solidFill>
              </a:rPr>
              <a:t>34C759</a:t>
            </a:r>
          </a:p>
          <a:p>
            <a:pPr algn="ctr"/>
            <a:r>
              <a:rPr lang="en-US" dirty="0" smtClean="0">
                <a:solidFill>
                  <a:schemeClr val="tx1"/>
                </a:solidFill>
              </a:rPr>
              <a:t>(52, 199, 89)</a:t>
            </a:r>
            <a:endParaRPr lang="en-AU" dirty="0">
              <a:solidFill>
                <a:schemeClr val="tx1"/>
              </a:solidFill>
            </a:endParaRPr>
          </a:p>
        </p:txBody>
      </p:sp>
      <p:sp>
        <p:nvSpPr>
          <p:cNvPr id="21" name="Rectangle 20"/>
          <p:cNvSpPr/>
          <p:nvPr/>
        </p:nvSpPr>
        <p:spPr>
          <a:xfrm>
            <a:off x="6780478" y="3914154"/>
            <a:ext cx="1538065" cy="1497050"/>
          </a:xfrm>
          <a:prstGeom prst="rect">
            <a:avLst/>
          </a:prstGeom>
          <a:solidFill>
            <a:srgbClr val="0B7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M2M_Green</a:t>
            </a:r>
          </a:p>
          <a:p>
            <a:pPr algn="ctr"/>
            <a:r>
              <a:rPr lang="en-US" dirty="0" smtClean="0">
                <a:solidFill>
                  <a:schemeClr val="tx1"/>
                </a:solidFill>
              </a:rPr>
              <a:t>#</a:t>
            </a:r>
            <a:r>
              <a:rPr lang="en-AU" dirty="0" smtClean="0">
                <a:solidFill>
                  <a:schemeClr val="tx1"/>
                </a:solidFill>
              </a:rPr>
              <a:t>15803D</a:t>
            </a:r>
          </a:p>
          <a:p>
            <a:pPr algn="ctr"/>
            <a:r>
              <a:rPr lang="en-US" dirty="0" smtClean="0">
                <a:solidFill>
                  <a:schemeClr val="tx1"/>
                </a:solidFill>
              </a:rPr>
              <a:t>(21, 128, 61)</a:t>
            </a:r>
            <a:endParaRPr lang="en-AU" dirty="0">
              <a:solidFill>
                <a:schemeClr val="tx1"/>
              </a:solidFill>
            </a:endParaRPr>
          </a:p>
        </p:txBody>
      </p:sp>
      <p:sp>
        <p:nvSpPr>
          <p:cNvPr id="24" name="Rectangle 23"/>
          <p:cNvSpPr/>
          <p:nvPr/>
        </p:nvSpPr>
        <p:spPr>
          <a:xfrm>
            <a:off x="8640570" y="3898246"/>
            <a:ext cx="1538065" cy="1497050"/>
          </a:xfrm>
          <a:prstGeom prst="rect">
            <a:avLst/>
          </a:prstGeom>
          <a:solidFill>
            <a:srgbClr val="1D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M2M_Blue</a:t>
            </a:r>
          </a:p>
          <a:p>
            <a:pPr algn="ctr"/>
            <a:r>
              <a:rPr lang="en-US" dirty="0" smtClean="0">
                <a:solidFill>
                  <a:schemeClr val="tx1"/>
                </a:solidFill>
              </a:rPr>
              <a:t>#</a:t>
            </a:r>
            <a:r>
              <a:rPr lang="en-AU" dirty="0" smtClean="0">
                <a:solidFill>
                  <a:schemeClr val="tx1"/>
                </a:solidFill>
              </a:rPr>
              <a:t>1D9BF0</a:t>
            </a:r>
          </a:p>
          <a:p>
            <a:pPr algn="ctr"/>
            <a:r>
              <a:rPr lang="en-US" dirty="0" smtClean="0">
                <a:solidFill>
                  <a:schemeClr val="tx1"/>
                </a:solidFill>
              </a:rPr>
              <a:t>(29, 155, 240)</a:t>
            </a:r>
            <a:endParaRPr lang="en-AU" dirty="0">
              <a:solidFill>
                <a:schemeClr val="tx1"/>
              </a:solidFill>
            </a:endParaRPr>
          </a:p>
        </p:txBody>
      </p:sp>
      <p:sp>
        <p:nvSpPr>
          <p:cNvPr id="27" name="Rectangle 26"/>
          <p:cNvSpPr/>
          <p:nvPr/>
        </p:nvSpPr>
        <p:spPr>
          <a:xfrm>
            <a:off x="10500661" y="260301"/>
            <a:ext cx="1538065" cy="14970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Black</a:t>
            </a:r>
          </a:p>
          <a:p>
            <a:pPr algn="ctr"/>
            <a:r>
              <a:rPr lang="en-US" dirty="0" smtClean="0">
                <a:solidFill>
                  <a:schemeClr val="bg1"/>
                </a:solidFill>
              </a:rPr>
              <a:t>#000000</a:t>
            </a:r>
          </a:p>
          <a:p>
            <a:pPr algn="ctr"/>
            <a:r>
              <a:rPr lang="en-US" dirty="0" smtClean="0">
                <a:solidFill>
                  <a:schemeClr val="bg1"/>
                </a:solidFill>
              </a:rPr>
              <a:t>(0, 0, 0)</a:t>
            </a:r>
            <a:endParaRPr lang="en-AU" dirty="0">
              <a:solidFill>
                <a:schemeClr val="bg1"/>
              </a:solidFill>
            </a:endParaRPr>
          </a:p>
        </p:txBody>
      </p:sp>
      <p:sp>
        <p:nvSpPr>
          <p:cNvPr id="28" name="Rectangle 27"/>
          <p:cNvSpPr/>
          <p:nvPr/>
        </p:nvSpPr>
        <p:spPr>
          <a:xfrm>
            <a:off x="10500661" y="3898246"/>
            <a:ext cx="1538065" cy="1497050"/>
          </a:xfrm>
          <a:prstGeom prst="rect">
            <a:avLst/>
          </a:prstGeom>
          <a:solidFill>
            <a:srgbClr val="191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smtClean="0">
                <a:solidFill>
                  <a:schemeClr val="bg1"/>
                </a:solidFill>
              </a:rPr>
              <a:t>M2M_Dark_Blue</a:t>
            </a:r>
          </a:p>
          <a:p>
            <a:pPr algn="ctr"/>
            <a:r>
              <a:rPr lang="en-US" dirty="0" smtClean="0">
                <a:solidFill>
                  <a:schemeClr val="bg1"/>
                </a:solidFill>
              </a:rPr>
              <a:t>#</a:t>
            </a:r>
            <a:r>
              <a:rPr lang="en-AU" dirty="0" smtClean="0">
                <a:solidFill>
                  <a:schemeClr val="bg1"/>
                </a:solidFill>
              </a:rPr>
              <a:t>19123B</a:t>
            </a:r>
          </a:p>
          <a:p>
            <a:pPr algn="ctr"/>
            <a:r>
              <a:rPr lang="en-US" dirty="0" smtClean="0">
                <a:solidFill>
                  <a:schemeClr val="bg1"/>
                </a:solidFill>
              </a:rPr>
              <a:t>(25, 18, 59)</a:t>
            </a:r>
            <a:endParaRPr lang="en-AU" dirty="0">
              <a:solidFill>
                <a:schemeClr val="bg1"/>
              </a:solidFill>
            </a:endParaRPr>
          </a:p>
        </p:txBody>
      </p:sp>
      <p:sp>
        <p:nvSpPr>
          <p:cNvPr id="22" name="Rectangle 21"/>
          <p:cNvSpPr/>
          <p:nvPr/>
        </p:nvSpPr>
        <p:spPr>
          <a:xfrm>
            <a:off x="10500661" y="2087455"/>
            <a:ext cx="1538065" cy="1497050"/>
          </a:xfrm>
          <a:prstGeom prst="rect">
            <a:avLst/>
          </a:prstGeom>
          <a:solidFill>
            <a:srgbClr val="3333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smtClean="0">
                <a:solidFill>
                  <a:schemeClr val="bg1"/>
                </a:solidFill>
              </a:rPr>
              <a:t>Dark_Grey</a:t>
            </a:r>
          </a:p>
          <a:p>
            <a:pPr algn="ctr"/>
            <a:r>
              <a:rPr lang="en-US" dirty="0" smtClean="0">
                <a:solidFill>
                  <a:schemeClr val="bg1"/>
                </a:solidFill>
              </a:rPr>
              <a:t>#333333</a:t>
            </a:r>
          </a:p>
          <a:p>
            <a:pPr algn="ctr"/>
            <a:r>
              <a:rPr lang="en-US" sz="1600" dirty="0" smtClean="0">
                <a:solidFill>
                  <a:schemeClr val="bg1"/>
                </a:solidFill>
              </a:rPr>
              <a:t>(51, 51, 51)</a:t>
            </a:r>
            <a:endParaRPr lang="en-AU" dirty="0">
              <a:solidFill>
                <a:schemeClr val="bg1"/>
              </a:solidFill>
            </a:endParaRPr>
          </a:p>
        </p:txBody>
      </p:sp>
    </p:spTree>
    <p:extLst>
      <p:ext uri="{BB962C8B-B14F-4D97-AF65-F5344CB8AC3E}">
        <p14:creationId xmlns:p14="http://schemas.microsoft.com/office/powerpoint/2010/main" val="2762776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2" name="Group 61"/>
          <p:cNvGrpSpPr/>
          <p:nvPr/>
        </p:nvGrpSpPr>
        <p:grpSpPr>
          <a:xfrm>
            <a:off x="1217127" y="0"/>
            <a:ext cx="3366722" cy="6858000"/>
            <a:chOff x="4676834" y="0"/>
            <a:chExt cx="3366722" cy="6858000"/>
          </a:xfrm>
        </p:grpSpPr>
        <p:grpSp>
          <p:nvGrpSpPr>
            <p:cNvPr id="63" name="Group 62"/>
            <p:cNvGrpSpPr/>
            <p:nvPr/>
          </p:nvGrpSpPr>
          <p:grpSpPr>
            <a:xfrm>
              <a:off x="4840421"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4" name="Group 63"/>
            <p:cNvGrpSpPr/>
            <p:nvPr/>
          </p:nvGrpSpPr>
          <p:grpSpPr>
            <a:xfrm>
              <a:off x="4676834" y="0"/>
              <a:ext cx="3366722" cy="6858000"/>
              <a:chOff x="8666331" y="315797"/>
              <a:chExt cx="3366722" cy="6858000"/>
            </a:xfrm>
          </p:grpSpPr>
          <p:pic>
            <p:nvPicPr>
              <p:cNvPr id="65" name="Picture 64"/>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6" name="Picture 6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3" name="TextBox 72"/>
          <p:cNvSpPr txBox="1"/>
          <p:nvPr/>
        </p:nvSpPr>
        <p:spPr>
          <a:xfrm>
            <a:off x="1438771" y="1289456"/>
            <a:ext cx="835485" cy="307777"/>
          </a:xfrm>
          <a:prstGeom prst="rect">
            <a:avLst/>
          </a:prstGeom>
          <a:noFill/>
        </p:spPr>
        <p:txBody>
          <a:bodyPr wrap="none" rtlCol="0">
            <a:spAutoFit/>
          </a:bodyPr>
          <a:lstStyle/>
          <a:p>
            <a:r>
              <a:rPr lang="en-US" sz="1400" b="1" dirty="0">
                <a:solidFill>
                  <a:srgbClr val="3C4B34"/>
                </a:solidFill>
                <a:latin typeface="Comfortaa" pitchFamily="2" charset="0"/>
              </a:rPr>
              <a:t>Sign in</a:t>
            </a:r>
            <a:endParaRPr lang="en-AU" sz="1400" b="1" dirty="0">
              <a:solidFill>
                <a:srgbClr val="3C4B34"/>
              </a:solidFill>
              <a:latin typeface="Comfortaa" pitchFamily="2" charset="0"/>
            </a:endParaRPr>
          </a:p>
        </p:txBody>
      </p:sp>
      <p:sp>
        <p:nvSpPr>
          <p:cNvPr id="74" name="TextBox 73"/>
          <p:cNvSpPr txBox="1"/>
          <p:nvPr/>
        </p:nvSpPr>
        <p:spPr>
          <a:xfrm>
            <a:off x="1438771" y="1776604"/>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75" name="Rounded Rectangle 74"/>
          <p:cNvSpPr/>
          <p:nvPr/>
        </p:nvSpPr>
        <p:spPr>
          <a:xfrm>
            <a:off x="1534047" y="205360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johndoe@email.com</a:t>
            </a:r>
            <a:endParaRPr lang="en-AU" sz="1200" dirty="0">
              <a:solidFill>
                <a:srgbClr val="7F7F7F"/>
              </a:solidFill>
            </a:endParaRPr>
          </a:p>
        </p:txBody>
      </p:sp>
      <p:sp>
        <p:nvSpPr>
          <p:cNvPr id="76" name="TextBox 75"/>
          <p:cNvSpPr txBox="1"/>
          <p:nvPr/>
        </p:nvSpPr>
        <p:spPr>
          <a:xfrm>
            <a:off x="1438771" y="2648696"/>
            <a:ext cx="84510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78" name="Rounded Rectangle 77"/>
          <p:cNvSpPr/>
          <p:nvPr/>
        </p:nvSpPr>
        <p:spPr>
          <a:xfrm>
            <a:off x="1534047" y="292569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smtClean="0">
                <a:solidFill>
                  <a:srgbClr val="7F7F7F"/>
                </a:solidFill>
              </a:rPr>
              <a:t>●●●●●●</a:t>
            </a:r>
            <a:endParaRPr lang="en-AU" sz="1200" dirty="0">
              <a:solidFill>
                <a:srgbClr val="7F7F7F"/>
              </a:solidFill>
            </a:endParaRPr>
          </a:p>
        </p:txBody>
      </p:sp>
      <p:sp>
        <p:nvSpPr>
          <p:cNvPr id="79" name="Rounded Rectangle 78"/>
          <p:cNvSpPr/>
          <p:nvPr/>
        </p:nvSpPr>
        <p:spPr>
          <a:xfrm>
            <a:off x="1518040" y="3727729"/>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Sign In</a:t>
            </a:r>
            <a:endParaRPr lang="en-AU" sz="1300" b="1" dirty="0">
              <a:solidFill>
                <a:schemeClr val="bg1"/>
              </a:solidFill>
              <a:latin typeface="Comfortaa" pitchFamily="2" charset="0"/>
            </a:endParaRPr>
          </a:p>
        </p:txBody>
      </p:sp>
      <p:sp>
        <p:nvSpPr>
          <p:cNvPr id="80" name="TextBox 79"/>
          <p:cNvSpPr txBox="1"/>
          <p:nvPr/>
        </p:nvSpPr>
        <p:spPr>
          <a:xfrm>
            <a:off x="1665953" y="4452797"/>
            <a:ext cx="2436886" cy="276999"/>
          </a:xfrm>
          <a:prstGeom prst="rect">
            <a:avLst/>
          </a:prstGeom>
          <a:noFill/>
        </p:spPr>
        <p:txBody>
          <a:bodyPr wrap="none" rtlCol="0">
            <a:spAutoFit/>
          </a:bodyPr>
          <a:lstStyle/>
          <a:p>
            <a:pPr algn="ctr"/>
            <a:r>
              <a:rPr lang="en-US" sz="1200" dirty="0" smtClean="0">
                <a:solidFill>
                  <a:srgbClr val="3C4B34"/>
                </a:solidFill>
                <a:latin typeface="Lato" panose="020F0502020204030203" pitchFamily="34" charset="0"/>
              </a:rPr>
              <a:t>Don’t have an account? </a:t>
            </a:r>
            <a:r>
              <a:rPr lang="en-US" sz="1200" b="1" u="sng" dirty="0" smtClean="0">
                <a:solidFill>
                  <a:srgbClr val="AD56E1"/>
                </a:solidFill>
                <a:latin typeface="Lato" panose="020F0502020204030203" pitchFamily="34" charset="0"/>
              </a:rPr>
              <a:t>Register</a:t>
            </a:r>
            <a:r>
              <a:rPr lang="en-US" sz="1200" dirty="0" smtClean="0">
                <a:solidFill>
                  <a:srgbClr val="3C4B34"/>
                </a:solidFill>
                <a:latin typeface="Lato" panose="020F0502020204030203" pitchFamily="34" charset="0"/>
              </a:rPr>
              <a:t> </a:t>
            </a:r>
            <a:endParaRPr lang="en-AU" sz="1200" dirty="0">
              <a:solidFill>
                <a:srgbClr val="3C4B34"/>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smtClean="0"/>
              <a:t>Business Sign in</a:t>
            </a:r>
            <a:endParaRPr lang="en-AU" sz="4400" b="1" dirty="0"/>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smtClean="0">
                    <a:solidFill>
                      <a:schemeClr val="tx1"/>
                    </a:solidFill>
                  </a:rPr>
                  <a:t>www.m2m.com...</a:t>
                </a:r>
                <a:endParaRPr lang="en-AU" dirty="0">
                  <a:solidFill>
                    <a:schemeClr val="tx1"/>
                  </a:solidFill>
                </a:endParaRPr>
              </a:p>
            </p:txBody>
          </p:sp>
        </p:grpSp>
      </p:grpSp>
      <p:sp>
        <p:nvSpPr>
          <p:cNvPr id="81" name="TextBox 80"/>
          <p:cNvSpPr txBox="1"/>
          <p:nvPr/>
        </p:nvSpPr>
        <p:spPr>
          <a:xfrm>
            <a:off x="2137857" y="737090"/>
            <a:ext cx="883575" cy="261610"/>
          </a:xfrm>
          <a:prstGeom prst="rect">
            <a:avLst/>
          </a:prstGeom>
          <a:noFill/>
        </p:spPr>
        <p:txBody>
          <a:bodyPr wrap="none" rtlCol="0">
            <a:spAutoFit/>
          </a:bodyPr>
          <a:lstStyle/>
          <a:p>
            <a:r>
              <a:rPr lang="en-US" sz="1100" dirty="0" smtClean="0">
                <a:solidFill>
                  <a:srgbClr val="7F7F7F"/>
                </a:solidFill>
              </a:rPr>
              <a:t>for Business</a:t>
            </a:r>
            <a:endParaRPr lang="en-AU" sz="1200" dirty="0">
              <a:solidFill>
                <a:srgbClr val="7F7F7F"/>
              </a:solidFill>
            </a:endParaRPr>
          </a:p>
        </p:txBody>
      </p:sp>
      <p:sp>
        <p:nvSpPr>
          <p:cNvPr id="28" name="Rectangle 27"/>
          <p:cNvSpPr/>
          <p:nvPr/>
        </p:nvSpPr>
        <p:spPr>
          <a:xfrm>
            <a:off x="4987208" y="163070"/>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9" name="Group 28"/>
          <p:cNvGrpSpPr/>
          <p:nvPr/>
        </p:nvGrpSpPr>
        <p:grpSpPr>
          <a:xfrm>
            <a:off x="4836368" y="-4255"/>
            <a:ext cx="3366722" cy="6858000"/>
            <a:chOff x="4676834" y="0"/>
            <a:chExt cx="3366722" cy="6858000"/>
          </a:xfrm>
        </p:grpSpPr>
        <p:grpSp>
          <p:nvGrpSpPr>
            <p:cNvPr id="30" name="Group 29"/>
            <p:cNvGrpSpPr/>
            <p:nvPr/>
          </p:nvGrpSpPr>
          <p:grpSpPr>
            <a:xfrm>
              <a:off x="4840421" y="235840"/>
              <a:ext cx="3029027" cy="958178"/>
              <a:chOff x="8366016" y="1852719"/>
              <a:chExt cx="2992003" cy="958178"/>
            </a:xfrm>
          </p:grpSpPr>
          <p:sp>
            <p:nvSpPr>
              <p:cNvPr id="36" name="Freeform 35"/>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37" name="Group 36"/>
              <p:cNvGrpSpPr/>
              <p:nvPr/>
            </p:nvGrpSpPr>
            <p:grpSpPr>
              <a:xfrm>
                <a:off x="8366016" y="1868661"/>
                <a:ext cx="2052847" cy="942236"/>
                <a:chOff x="8366016" y="1851793"/>
                <a:chExt cx="2052847" cy="942236"/>
              </a:xfrm>
            </p:grpSpPr>
            <p:pic>
              <p:nvPicPr>
                <p:cNvPr id="38" name="Picture 3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40" name="TextBox 39"/>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31" name="Group 30"/>
            <p:cNvGrpSpPr/>
            <p:nvPr/>
          </p:nvGrpSpPr>
          <p:grpSpPr>
            <a:xfrm>
              <a:off x="4676834" y="0"/>
              <a:ext cx="3366722" cy="6858000"/>
              <a:chOff x="8666331" y="315797"/>
              <a:chExt cx="3366722" cy="6858000"/>
            </a:xfrm>
          </p:grpSpPr>
          <p:pic>
            <p:nvPicPr>
              <p:cNvPr id="32" name="Picture 3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33" name="Picture 3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35" name="Rectangle 34"/>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41" name="TextBox 40"/>
          <p:cNvSpPr txBox="1"/>
          <p:nvPr/>
        </p:nvSpPr>
        <p:spPr>
          <a:xfrm>
            <a:off x="5058012" y="2206423"/>
            <a:ext cx="835485" cy="307777"/>
          </a:xfrm>
          <a:prstGeom prst="rect">
            <a:avLst/>
          </a:prstGeom>
          <a:noFill/>
        </p:spPr>
        <p:txBody>
          <a:bodyPr wrap="none" rtlCol="0">
            <a:spAutoFit/>
          </a:bodyPr>
          <a:lstStyle/>
          <a:p>
            <a:r>
              <a:rPr lang="en-US" sz="1400" b="1" dirty="0">
                <a:solidFill>
                  <a:srgbClr val="3C4B34"/>
                </a:solidFill>
                <a:latin typeface="Comfortaa" pitchFamily="2" charset="0"/>
              </a:rPr>
              <a:t>Sign in</a:t>
            </a:r>
            <a:endParaRPr lang="en-AU" sz="1400" b="1" dirty="0">
              <a:solidFill>
                <a:srgbClr val="3C4B34"/>
              </a:solidFill>
              <a:latin typeface="Comfortaa" pitchFamily="2" charset="0"/>
            </a:endParaRPr>
          </a:p>
        </p:txBody>
      </p:sp>
      <p:sp>
        <p:nvSpPr>
          <p:cNvPr id="42" name="TextBox 41"/>
          <p:cNvSpPr txBox="1"/>
          <p:nvPr/>
        </p:nvSpPr>
        <p:spPr>
          <a:xfrm>
            <a:off x="5058012" y="2693571"/>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43" name="Rounded Rectangle 42"/>
          <p:cNvSpPr/>
          <p:nvPr/>
        </p:nvSpPr>
        <p:spPr>
          <a:xfrm>
            <a:off x="5153288" y="2970570"/>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johndoe@email.com</a:t>
            </a:r>
            <a:endParaRPr lang="en-AU" sz="1200" dirty="0">
              <a:solidFill>
                <a:srgbClr val="7F7F7F"/>
              </a:solidFill>
            </a:endParaRPr>
          </a:p>
        </p:txBody>
      </p:sp>
      <p:sp>
        <p:nvSpPr>
          <p:cNvPr id="44" name="TextBox 43"/>
          <p:cNvSpPr txBox="1"/>
          <p:nvPr/>
        </p:nvSpPr>
        <p:spPr>
          <a:xfrm>
            <a:off x="5058012" y="3565663"/>
            <a:ext cx="84510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45" name="Rounded Rectangle 44"/>
          <p:cNvSpPr/>
          <p:nvPr/>
        </p:nvSpPr>
        <p:spPr>
          <a:xfrm>
            <a:off x="5153288" y="3842662"/>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smtClean="0">
                <a:solidFill>
                  <a:srgbClr val="7F7F7F"/>
                </a:solidFill>
              </a:rPr>
              <a:t>●●●●●●</a:t>
            </a:r>
            <a:endParaRPr lang="en-AU" sz="1200" dirty="0">
              <a:solidFill>
                <a:srgbClr val="7F7F7F"/>
              </a:solidFill>
            </a:endParaRPr>
          </a:p>
        </p:txBody>
      </p:sp>
      <p:sp>
        <p:nvSpPr>
          <p:cNvPr id="46" name="Rounded Rectangle 45"/>
          <p:cNvSpPr/>
          <p:nvPr/>
        </p:nvSpPr>
        <p:spPr>
          <a:xfrm>
            <a:off x="5137281" y="4644696"/>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Sign In</a:t>
            </a:r>
            <a:endParaRPr lang="en-AU" sz="1300" b="1" dirty="0">
              <a:solidFill>
                <a:schemeClr val="bg1"/>
              </a:solidFill>
              <a:latin typeface="Comfortaa" pitchFamily="2" charset="0"/>
            </a:endParaRPr>
          </a:p>
        </p:txBody>
      </p:sp>
      <p:sp>
        <p:nvSpPr>
          <p:cNvPr id="47" name="TextBox 46"/>
          <p:cNvSpPr txBox="1"/>
          <p:nvPr/>
        </p:nvSpPr>
        <p:spPr>
          <a:xfrm>
            <a:off x="5285194" y="5369764"/>
            <a:ext cx="2436886" cy="276999"/>
          </a:xfrm>
          <a:prstGeom prst="rect">
            <a:avLst/>
          </a:prstGeom>
          <a:noFill/>
        </p:spPr>
        <p:txBody>
          <a:bodyPr wrap="none" rtlCol="0">
            <a:spAutoFit/>
          </a:bodyPr>
          <a:lstStyle/>
          <a:p>
            <a:pPr algn="ctr"/>
            <a:r>
              <a:rPr lang="en-US" sz="1200" dirty="0" smtClean="0">
                <a:solidFill>
                  <a:srgbClr val="3C4B34"/>
                </a:solidFill>
                <a:latin typeface="Lato" panose="020F0502020204030203" pitchFamily="34" charset="0"/>
              </a:rPr>
              <a:t>Don’t have an account? </a:t>
            </a:r>
            <a:r>
              <a:rPr lang="en-US" sz="1200" b="1" u="sng" dirty="0" smtClean="0">
                <a:solidFill>
                  <a:srgbClr val="AD56E1"/>
                </a:solidFill>
                <a:latin typeface="Lato" panose="020F0502020204030203" pitchFamily="34" charset="0"/>
              </a:rPr>
              <a:t>Register</a:t>
            </a:r>
            <a:r>
              <a:rPr lang="en-US" sz="1200" dirty="0" smtClean="0">
                <a:solidFill>
                  <a:srgbClr val="3C4B34"/>
                </a:solidFill>
                <a:latin typeface="Lato" panose="020F0502020204030203" pitchFamily="34" charset="0"/>
              </a:rPr>
              <a:t> </a:t>
            </a:r>
            <a:endParaRPr lang="en-AU" sz="1200" dirty="0">
              <a:solidFill>
                <a:srgbClr val="3C4B34"/>
              </a:solidFill>
              <a:latin typeface="Lato" panose="020F0502020204030203" pitchFamily="34" charset="0"/>
            </a:endParaRPr>
          </a:p>
        </p:txBody>
      </p:sp>
      <p:grpSp>
        <p:nvGrpSpPr>
          <p:cNvPr id="48" name="Group 47"/>
          <p:cNvGrpSpPr/>
          <p:nvPr/>
        </p:nvGrpSpPr>
        <p:grpSpPr>
          <a:xfrm>
            <a:off x="5239727" y="6090715"/>
            <a:ext cx="2559317" cy="376814"/>
            <a:chOff x="1620486" y="6094970"/>
            <a:chExt cx="2559317" cy="376814"/>
          </a:xfrm>
        </p:grpSpPr>
        <p:pic>
          <p:nvPicPr>
            <p:cNvPr id="49" name="Picture 4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51" name="Picture 50"/>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52" name="Group 51"/>
            <p:cNvGrpSpPr/>
            <p:nvPr/>
          </p:nvGrpSpPr>
          <p:grpSpPr>
            <a:xfrm>
              <a:off x="2061631" y="6094970"/>
              <a:ext cx="1694123" cy="376814"/>
              <a:chOff x="5033065" y="5683638"/>
              <a:chExt cx="1694123" cy="376814"/>
            </a:xfrm>
          </p:grpSpPr>
          <p:pic>
            <p:nvPicPr>
              <p:cNvPr id="53" name="Picture 52"/>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54" name="Rectangle 53"/>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smtClean="0">
                    <a:solidFill>
                      <a:schemeClr val="tx1"/>
                    </a:solidFill>
                  </a:rPr>
                  <a:t>www.m2m.com...</a:t>
                </a:r>
                <a:endParaRPr lang="en-AU" dirty="0">
                  <a:solidFill>
                    <a:schemeClr val="tx1"/>
                  </a:solidFill>
                </a:endParaRPr>
              </a:p>
            </p:txBody>
          </p:sp>
        </p:grpSp>
      </p:grpSp>
      <p:sp>
        <p:nvSpPr>
          <p:cNvPr id="55" name="TextBox 54"/>
          <p:cNvSpPr txBox="1"/>
          <p:nvPr/>
        </p:nvSpPr>
        <p:spPr>
          <a:xfrm>
            <a:off x="5757098" y="732835"/>
            <a:ext cx="883575" cy="261610"/>
          </a:xfrm>
          <a:prstGeom prst="rect">
            <a:avLst/>
          </a:prstGeom>
          <a:noFill/>
        </p:spPr>
        <p:txBody>
          <a:bodyPr wrap="none" rtlCol="0">
            <a:spAutoFit/>
          </a:bodyPr>
          <a:lstStyle/>
          <a:p>
            <a:r>
              <a:rPr lang="en-US" sz="1100" dirty="0" smtClean="0">
                <a:solidFill>
                  <a:srgbClr val="7F7F7F"/>
                </a:solidFill>
              </a:rPr>
              <a:t>for Business</a:t>
            </a:r>
            <a:endParaRPr lang="en-AU" sz="1200" dirty="0">
              <a:solidFill>
                <a:srgbClr val="7F7F7F"/>
              </a:solidFill>
            </a:endParaRPr>
          </a:p>
        </p:txBody>
      </p:sp>
      <p:sp>
        <p:nvSpPr>
          <p:cNvPr id="56" name="TextBox 55"/>
          <p:cNvSpPr txBox="1"/>
          <p:nvPr/>
        </p:nvSpPr>
        <p:spPr>
          <a:xfrm>
            <a:off x="5144306" y="1294940"/>
            <a:ext cx="2718901" cy="692910"/>
          </a:xfrm>
          <a:prstGeom prst="rect">
            <a:avLst/>
          </a:prstGeom>
          <a:solidFill>
            <a:srgbClr val="28B2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algn="ct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dirty="0" smtClean="0"/>
              <a:t>Thank you for registering!</a:t>
            </a:r>
          </a:p>
          <a:p>
            <a:r>
              <a:rPr lang="en-US" sz="1400" dirty="0" smtClean="0"/>
              <a:t>Admin will soon grant you access.</a:t>
            </a:r>
            <a:endParaRPr lang="en-AU" sz="1400" dirty="0"/>
          </a:p>
        </p:txBody>
      </p:sp>
      <p:sp>
        <p:nvSpPr>
          <p:cNvPr id="58" name="Rectangle 57"/>
          <p:cNvSpPr/>
          <p:nvPr/>
        </p:nvSpPr>
        <p:spPr>
          <a:xfrm>
            <a:off x="8602020" y="163070"/>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9" name="Group 58"/>
          <p:cNvGrpSpPr/>
          <p:nvPr/>
        </p:nvGrpSpPr>
        <p:grpSpPr>
          <a:xfrm>
            <a:off x="8451180" y="-4255"/>
            <a:ext cx="3366722" cy="6858000"/>
            <a:chOff x="4676834" y="0"/>
            <a:chExt cx="3366722" cy="6858000"/>
          </a:xfrm>
        </p:grpSpPr>
        <p:grpSp>
          <p:nvGrpSpPr>
            <p:cNvPr id="60" name="Group 59"/>
            <p:cNvGrpSpPr/>
            <p:nvPr/>
          </p:nvGrpSpPr>
          <p:grpSpPr>
            <a:xfrm>
              <a:off x="4840421" y="235840"/>
              <a:ext cx="3029027" cy="958178"/>
              <a:chOff x="8366016" y="1852719"/>
              <a:chExt cx="2992003" cy="958178"/>
            </a:xfrm>
          </p:grpSpPr>
          <p:sp>
            <p:nvSpPr>
              <p:cNvPr id="84" name="Freeform 8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85" name="Group 84"/>
              <p:cNvGrpSpPr/>
              <p:nvPr/>
            </p:nvGrpSpPr>
            <p:grpSpPr>
              <a:xfrm>
                <a:off x="8366016" y="1868661"/>
                <a:ext cx="2052847" cy="942236"/>
                <a:chOff x="8366016" y="1851793"/>
                <a:chExt cx="2052847" cy="942236"/>
              </a:xfrm>
            </p:grpSpPr>
            <p:pic>
              <p:nvPicPr>
                <p:cNvPr id="86" name="Picture 8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87" name="TextBox 86"/>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7" name="Group 66"/>
            <p:cNvGrpSpPr/>
            <p:nvPr/>
          </p:nvGrpSpPr>
          <p:grpSpPr>
            <a:xfrm>
              <a:off x="4676834" y="0"/>
              <a:ext cx="3366722" cy="6858000"/>
              <a:chOff x="8666331" y="315797"/>
              <a:chExt cx="3366722" cy="6858000"/>
            </a:xfrm>
          </p:grpSpPr>
          <p:pic>
            <p:nvPicPr>
              <p:cNvPr id="77" name="Picture 7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82" name="Picture 8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83" name="Rectangle 82"/>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88" name="TextBox 87"/>
          <p:cNvSpPr txBox="1"/>
          <p:nvPr/>
        </p:nvSpPr>
        <p:spPr>
          <a:xfrm>
            <a:off x="8672824" y="2370199"/>
            <a:ext cx="835485" cy="307777"/>
          </a:xfrm>
          <a:prstGeom prst="rect">
            <a:avLst/>
          </a:prstGeom>
          <a:noFill/>
        </p:spPr>
        <p:txBody>
          <a:bodyPr wrap="none" rtlCol="0">
            <a:spAutoFit/>
          </a:bodyPr>
          <a:lstStyle/>
          <a:p>
            <a:r>
              <a:rPr lang="en-US" sz="1400" b="1" dirty="0">
                <a:solidFill>
                  <a:srgbClr val="3C4B34"/>
                </a:solidFill>
                <a:latin typeface="Comfortaa" pitchFamily="2" charset="0"/>
              </a:rPr>
              <a:t>Sign in</a:t>
            </a:r>
            <a:endParaRPr lang="en-AU" sz="1400" b="1" dirty="0">
              <a:solidFill>
                <a:srgbClr val="3C4B34"/>
              </a:solidFill>
              <a:latin typeface="Comfortaa" pitchFamily="2" charset="0"/>
            </a:endParaRPr>
          </a:p>
        </p:txBody>
      </p:sp>
      <p:sp>
        <p:nvSpPr>
          <p:cNvPr id="89" name="TextBox 88"/>
          <p:cNvSpPr txBox="1"/>
          <p:nvPr/>
        </p:nvSpPr>
        <p:spPr>
          <a:xfrm>
            <a:off x="8672824" y="2857347"/>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90" name="Rounded Rectangle 89"/>
          <p:cNvSpPr/>
          <p:nvPr/>
        </p:nvSpPr>
        <p:spPr>
          <a:xfrm>
            <a:off x="8768100" y="3134346"/>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johndoe@email.com</a:t>
            </a:r>
            <a:endParaRPr lang="en-AU" sz="1200" dirty="0">
              <a:solidFill>
                <a:srgbClr val="7F7F7F"/>
              </a:solidFill>
            </a:endParaRPr>
          </a:p>
        </p:txBody>
      </p:sp>
      <p:sp>
        <p:nvSpPr>
          <p:cNvPr id="91" name="TextBox 90"/>
          <p:cNvSpPr txBox="1"/>
          <p:nvPr/>
        </p:nvSpPr>
        <p:spPr>
          <a:xfrm>
            <a:off x="8672824" y="3729439"/>
            <a:ext cx="84510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92" name="Rounded Rectangle 91"/>
          <p:cNvSpPr/>
          <p:nvPr/>
        </p:nvSpPr>
        <p:spPr>
          <a:xfrm>
            <a:off x="8768100" y="4006438"/>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smtClean="0">
                <a:solidFill>
                  <a:srgbClr val="7F7F7F"/>
                </a:solidFill>
              </a:rPr>
              <a:t>●●●●●●</a:t>
            </a:r>
            <a:endParaRPr lang="en-AU" sz="1200" dirty="0">
              <a:solidFill>
                <a:srgbClr val="7F7F7F"/>
              </a:solidFill>
            </a:endParaRPr>
          </a:p>
        </p:txBody>
      </p:sp>
      <p:sp>
        <p:nvSpPr>
          <p:cNvPr id="93" name="Rounded Rectangle 92"/>
          <p:cNvSpPr/>
          <p:nvPr/>
        </p:nvSpPr>
        <p:spPr>
          <a:xfrm>
            <a:off x="8752093" y="4808472"/>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Sign In</a:t>
            </a:r>
            <a:endParaRPr lang="en-AU" sz="1300" b="1" dirty="0">
              <a:solidFill>
                <a:schemeClr val="bg1"/>
              </a:solidFill>
              <a:latin typeface="Comfortaa" pitchFamily="2" charset="0"/>
            </a:endParaRPr>
          </a:p>
        </p:txBody>
      </p:sp>
      <p:sp>
        <p:nvSpPr>
          <p:cNvPr id="94" name="TextBox 93"/>
          <p:cNvSpPr txBox="1"/>
          <p:nvPr/>
        </p:nvSpPr>
        <p:spPr>
          <a:xfrm>
            <a:off x="8900006" y="5533540"/>
            <a:ext cx="2436886" cy="276999"/>
          </a:xfrm>
          <a:prstGeom prst="rect">
            <a:avLst/>
          </a:prstGeom>
          <a:noFill/>
        </p:spPr>
        <p:txBody>
          <a:bodyPr wrap="none" rtlCol="0">
            <a:spAutoFit/>
          </a:bodyPr>
          <a:lstStyle/>
          <a:p>
            <a:pPr algn="ctr"/>
            <a:r>
              <a:rPr lang="en-US" sz="1200" dirty="0" smtClean="0">
                <a:solidFill>
                  <a:srgbClr val="3C4B34"/>
                </a:solidFill>
                <a:latin typeface="Lato" panose="020F0502020204030203" pitchFamily="34" charset="0"/>
              </a:rPr>
              <a:t>Don’t have an account? </a:t>
            </a:r>
            <a:r>
              <a:rPr lang="en-US" sz="1200" b="1" u="sng" dirty="0" smtClean="0">
                <a:solidFill>
                  <a:srgbClr val="AD56E1"/>
                </a:solidFill>
                <a:latin typeface="Lato" panose="020F0502020204030203" pitchFamily="34" charset="0"/>
              </a:rPr>
              <a:t>Register</a:t>
            </a:r>
            <a:r>
              <a:rPr lang="en-US" sz="1200" dirty="0" smtClean="0">
                <a:solidFill>
                  <a:srgbClr val="3C4B34"/>
                </a:solidFill>
                <a:latin typeface="Lato" panose="020F0502020204030203" pitchFamily="34" charset="0"/>
              </a:rPr>
              <a:t> </a:t>
            </a:r>
            <a:endParaRPr lang="en-AU" sz="1200" dirty="0">
              <a:solidFill>
                <a:srgbClr val="3C4B34"/>
              </a:solidFill>
              <a:latin typeface="Lato" panose="020F0502020204030203" pitchFamily="34" charset="0"/>
            </a:endParaRPr>
          </a:p>
        </p:txBody>
      </p:sp>
      <p:grpSp>
        <p:nvGrpSpPr>
          <p:cNvPr id="95" name="Group 94"/>
          <p:cNvGrpSpPr/>
          <p:nvPr/>
        </p:nvGrpSpPr>
        <p:grpSpPr>
          <a:xfrm>
            <a:off x="8854539" y="6090715"/>
            <a:ext cx="2559317" cy="376814"/>
            <a:chOff x="1620486" y="6094970"/>
            <a:chExt cx="2559317" cy="376814"/>
          </a:xfrm>
        </p:grpSpPr>
        <p:pic>
          <p:nvPicPr>
            <p:cNvPr id="96" name="Picture 95"/>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97" name="Picture 96"/>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98" name="Group 97"/>
            <p:cNvGrpSpPr/>
            <p:nvPr/>
          </p:nvGrpSpPr>
          <p:grpSpPr>
            <a:xfrm>
              <a:off x="2061631" y="6094970"/>
              <a:ext cx="1694123" cy="376814"/>
              <a:chOff x="5033065" y="5683638"/>
              <a:chExt cx="1694123" cy="376814"/>
            </a:xfrm>
          </p:grpSpPr>
          <p:pic>
            <p:nvPicPr>
              <p:cNvPr id="99" name="Picture 98"/>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00" name="Rectangle 99"/>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smtClean="0">
                    <a:solidFill>
                      <a:schemeClr val="tx1"/>
                    </a:solidFill>
                  </a:rPr>
                  <a:t>www.m2m.com...</a:t>
                </a:r>
                <a:endParaRPr lang="en-AU" dirty="0">
                  <a:solidFill>
                    <a:schemeClr val="tx1"/>
                  </a:solidFill>
                </a:endParaRPr>
              </a:p>
            </p:txBody>
          </p:sp>
        </p:grpSp>
      </p:grpSp>
      <p:sp>
        <p:nvSpPr>
          <p:cNvPr id="101" name="TextBox 100"/>
          <p:cNvSpPr txBox="1"/>
          <p:nvPr/>
        </p:nvSpPr>
        <p:spPr>
          <a:xfrm>
            <a:off x="9371910" y="732835"/>
            <a:ext cx="883575" cy="261610"/>
          </a:xfrm>
          <a:prstGeom prst="rect">
            <a:avLst/>
          </a:prstGeom>
          <a:noFill/>
        </p:spPr>
        <p:txBody>
          <a:bodyPr wrap="none" rtlCol="0">
            <a:spAutoFit/>
          </a:bodyPr>
          <a:lstStyle/>
          <a:p>
            <a:r>
              <a:rPr lang="en-US" sz="1100" dirty="0" smtClean="0">
                <a:solidFill>
                  <a:srgbClr val="7F7F7F"/>
                </a:solidFill>
              </a:rPr>
              <a:t>for Business</a:t>
            </a:r>
            <a:endParaRPr lang="en-AU" sz="1200" dirty="0">
              <a:solidFill>
                <a:srgbClr val="7F7F7F"/>
              </a:solidFill>
            </a:endParaRPr>
          </a:p>
        </p:txBody>
      </p:sp>
      <p:sp>
        <p:nvSpPr>
          <p:cNvPr id="102" name="TextBox 101"/>
          <p:cNvSpPr txBox="1"/>
          <p:nvPr/>
        </p:nvSpPr>
        <p:spPr>
          <a:xfrm>
            <a:off x="8752093" y="1199385"/>
            <a:ext cx="2718901" cy="1101104"/>
          </a:xfrm>
          <a:prstGeom prst="rect">
            <a:avLst/>
          </a:prstGeom>
          <a:solidFill>
            <a:srgbClr val="E5393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algn="ct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sz="1400" dirty="0" smtClean="0"/>
              <a:t>Thank you for </a:t>
            </a:r>
            <a:r>
              <a:rPr lang="en-US" sz="1400" dirty="0" smtClean="0"/>
              <a:t>showing interest!</a:t>
            </a:r>
            <a:endParaRPr lang="en-US" dirty="0" smtClean="0"/>
          </a:p>
          <a:p>
            <a:r>
              <a:rPr lang="en-US" sz="1200" dirty="0" smtClean="0"/>
              <a:t>Admin </a:t>
            </a:r>
            <a:r>
              <a:rPr lang="en-US" sz="1200" dirty="0" smtClean="0"/>
              <a:t>did not </a:t>
            </a:r>
            <a:r>
              <a:rPr lang="en-US" sz="1200" dirty="0" smtClean="0"/>
              <a:t>grant you </a:t>
            </a:r>
            <a:r>
              <a:rPr lang="en-US" sz="1200" dirty="0" smtClean="0"/>
              <a:t>access because:</a:t>
            </a:r>
          </a:p>
          <a:p>
            <a:pPr algn="just"/>
            <a:r>
              <a:rPr lang="en-AU" sz="1200" dirty="0" smtClean="0"/>
              <a:t>Lorem ipsum </a:t>
            </a:r>
            <a:r>
              <a:rPr lang="en-AU" sz="1200" dirty="0" err="1" smtClean="0"/>
              <a:t>ed</a:t>
            </a:r>
            <a:r>
              <a:rPr lang="en-AU" sz="1200" dirty="0" smtClean="0"/>
              <a:t> </a:t>
            </a:r>
            <a:r>
              <a:rPr lang="en-AU" sz="1200" dirty="0" err="1"/>
              <a:t>ut</a:t>
            </a:r>
            <a:r>
              <a:rPr lang="en-AU" sz="1200" dirty="0"/>
              <a:t> </a:t>
            </a:r>
            <a:r>
              <a:rPr lang="en-AU" sz="1200" dirty="0" err="1"/>
              <a:t>perspiciatis</a:t>
            </a:r>
            <a:r>
              <a:rPr lang="en-AU" sz="1200" dirty="0"/>
              <a:t> </a:t>
            </a:r>
            <a:r>
              <a:rPr lang="en-AU" sz="1200" dirty="0" err="1"/>
              <a:t>unde</a:t>
            </a:r>
            <a:r>
              <a:rPr lang="en-AU" sz="1200" dirty="0"/>
              <a:t> </a:t>
            </a:r>
            <a:r>
              <a:rPr lang="en-AU" sz="1200" dirty="0" err="1"/>
              <a:t>omnis</a:t>
            </a:r>
            <a:r>
              <a:rPr lang="en-AU" sz="1200" dirty="0"/>
              <a:t> </a:t>
            </a:r>
            <a:r>
              <a:rPr lang="en-AU" sz="1200" dirty="0" err="1"/>
              <a:t>iste</a:t>
            </a:r>
            <a:r>
              <a:rPr lang="en-AU" sz="1200" dirty="0"/>
              <a:t> </a:t>
            </a:r>
            <a:r>
              <a:rPr lang="en-AU" sz="1200" dirty="0" err="1"/>
              <a:t>natus</a:t>
            </a:r>
            <a:r>
              <a:rPr lang="en-AU" sz="1200" dirty="0"/>
              <a:t> error sit </a:t>
            </a:r>
            <a:r>
              <a:rPr lang="pt-BR" sz="1200" dirty="0"/>
              <a:t>accusantium doloremque laudantium, totam rem </a:t>
            </a:r>
            <a:r>
              <a:rPr lang="pt-BR" sz="1200" dirty="0" smtClean="0"/>
              <a:t>ar</a:t>
            </a:r>
            <a:r>
              <a:rPr lang="en-AU" sz="1400" dirty="0" smtClean="0"/>
              <a:t>.</a:t>
            </a:r>
            <a:endParaRPr lang="en-US" sz="1200" dirty="0"/>
          </a:p>
        </p:txBody>
      </p:sp>
    </p:spTree>
    <p:extLst>
      <p:ext uri="{BB962C8B-B14F-4D97-AF65-F5344CB8AC3E}">
        <p14:creationId xmlns:p14="http://schemas.microsoft.com/office/powerpoint/2010/main" val="1544035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2" name="Group 61"/>
          <p:cNvGrpSpPr/>
          <p:nvPr/>
        </p:nvGrpSpPr>
        <p:grpSpPr>
          <a:xfrm>
            <a:off x="1217127" y="0"/>
            <a:ext cx="3366722" cy="6858000"/>
            <a:chOff x="4676834" y="0"/>
            <a:chExt cx="3366722" cy="6858000"/>
          </a:xfrm>
        </p:grpSpPr>
        <p:grpSp>
          <p:nvGrpSpPr>
            <p:cNvPr id="63" name="Group 62"/>
            <p:cNvGrpSpPr/>
            <p:nvPr/>
          </p:nvGrpSpPr>
          <p:grpSpPr>
            <a:xfrm>
              <a:off x="4840421"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4" name="Group 63"/>
            <p:cNvGrpSpPr/>
            <p:nvPr/>
          </p:nvGrpSpPr>
          <p:grpSpPr>
            <a:xfrm>
              <a:off x="4676834" y="0"/>
              <a:ext cx="3366722" cy="6858000"/>
              <a:chOff x="8666331" y="315797"/>
              <a:chExt cx="3366722" cy="6858000"/>
            </a:xfrm>
          </p:grpSpPr>
          <p:pic>
            <p:nvPicPr>
              <p:cNvPr id="65" name="Picture 64"/>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6" name="Picture 6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3" name="TextBox 72"/>
          <p:cNvSpPr txBox="1"/>
          <p:nvPr/>
        </p:nvSpPr>
        <p:spPr>
          <a:xfrm>
            <a:off x="1438771" y="1289456"/>
            <a:ext cx="955711" cy="307777"/>
          </a:xfrm>
          <a:prstGeom prst="rect">
            <a:avLst/>
          </a:prstGeom>
          <a:noFill/>
        </p:spPr>
        <p:txBody>
          <a:bodyPr wrap="none" rtlCol="0">
            <a:spAutoFit/>
          </a:bodyPr>
          <a:lstStyle/>
          <a:p>
            <a:r>
              <a:rPr lang="en-US" sz="1400" b="1" dirty="0" smtClean="0">
                <a:solidFill>
                  <a:srgbClr val="3C4B34"/>
                </a:solidFill>
                <a:latin typeface="Comfortaa" pitchFamily="2" charset="0"/>
              </a:rPr>
              <a:t>Register</a:t>
            </a:r>
            <a:endParaRPr lang="en-AU" sz="1400" b="1" dirty="0">
              <a:solidFill>
                <a:srgbClr val="3C4B34"/>
              </a:solidFill>
              <a:latin typeface="Comfortaa" pitchFamily="2" charset="0"/>
            </a:endParaRPr>
          </a:p>
        </p:txBody>
      </p:sp>
      <p:sp>
        <p:nvSpPr>
          <p:cNvPr id="74" name="TextBox 73"/>
          <p:cNvSpPr txBox="1"/>
          <p:nvPr/>
        </p:nvSpPr>
        <p:spPr>
          <a:xfrm>
            <a:off x="1438771" y="1776604"/>
            <a:ext cx="192873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Store Name with Location</a:t>
            </a:r>
            <a:endParaRPr lang="en-AU" sz="1200" dirty="0">
              <a:solidFill>
                <a:srgbClr val="3C4B34"/>
              </a:solidFill>
              <a:latin typeface="Lato" panose="020F0502020204030203" pitchFamily="34" charset="0"/>
            </a:endParaRPr>
          </a:p>
        </p:txBody>
      </p:sp>
      <p:sp>
        <p:nvSpPr>
          <p:cNvPr id="75" name="Rounded Rectangle 74"/>
          <p:cNvSpPr/>
          <p:nvPr/>
        </p:nvSpPr>
        <p:spPr>
          <a:xfrm>
            <a:off x="1534047" y="205360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7F7F7F"/>
              </a:solidFill>
            </a:endParaRPr>
          </a:p>
        </p:txBody>
      </p:sp>
      <p:sp>
        <p:nvSpPr>
          <p:cNvPr id="79" name="Rounded Rectangle 78"/>
          <p:cNvSpPr/>
          <p:nvPr/>
        </p:nvSpPr>
        <p:spPr>
          <a:xfrm>
            <a:off x="1545729" y="5595602"/>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Continue</a:t>
            </a:r>
            <a:endParaRPr lang="en-AU" sz="1300" b="1" dirty="0">
              <a:solidFill>
                <a:schemeClr val="bg1"/>
              </a:solidFill>
              <a:latin typeface="Comfortaa" pitchFamily="2"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smtClean="0"/>
              <a:t>Business Register</a:t>
            </a:r>
            <a:endParaRPr lang="en-AU" sz="4400" b="1" dirty="0"/>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smtClean="0">
                    <a:solidFill>
                      <a:schemeClr val="tx1"/>
                    </a:solidFill>
                  </a:rPr>
                  <a:t>www.m2m.com...</a:t>
                </a:r>
                <a:endParaRPr lang="en-AU" dirty="0">
                  <a:solidFill>
                    <a:schemeClr val="tx1"/>
                  </a:solidFill>
                </a:endParaRPr>
              </a:p>
            </p:txBody>
          </p:sp>
        </p:grpSp>
      </p:grpSp>
      <p:sp>
        <p:nvSpPr>
          <p:cNvPr id="81" name="TextBox 80"/>
          <p:cNvSpPr txBox="1"/>
          <p:nvPr/>
        </p:nvSpPr>
        <p:spPr>
          <a:xfrm>
            <a:off x="2137857" y="737090"/>
            <a:ext cx="883575" cy="261610"/>
          </a:xfrm>
          <a:prstGeom prst="rect">
            <a:avLst/>
          </a:prstGeom>
          <a:noFill/>
        </p:spPr>
        <p:txBody>
          <a:bodyPr wrap="none" rtlCol="0">
            <a:spAutoFit/>
          </a:bodyPr>
          <a:lstStyle/>
          <a:p>
            <a:r>
              <a:rPr lang="en-US" sz="1100" dirty="0" smtClean="0">
                <a:solidFill>
                  <a:srgbClr val="7F7F7F"/>
                </a:solidFill>
              </a:rPr>
              <a:t>for Business</a:t>
            </a:r>
            <a:endParaRPr lang="en-AU" sz="1200" dirty="0">
              <a:solidFill>
                <a:srgbClr val="7F7F7F"/>
              </a:solidFill>
            </a:endParaRPr>
          </a:p>
        </p:txBody>
      </p:sp>
      <p:sp>
        <p:nvSpPr>
          <p:cNvPr id="89" name="TextBox 88"/>
          <p:cNvSpPr txBox="1"/>
          <p:nvPr/>
        </p:nvSpPr>
        <p:spPr>
          <a:xfrm>
            <a:off x="1445796" y="2651863"/>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90" name="Rounded Rectangle 89"/>
          <p:cNvSpPr/>
          <p:nvPr/>
        </p:nvSpPr>
        <p:spPr>
          <a:xfrm>
            <a:off x="1541072" y="2935686"/>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johndoe@email.com</a:t>
            </a:r>
            <a:endParaRPr lang="en-AU" sz="1200" dirty="0">
              <a:solidFill>
                <a:srgbClr val="7F7F7F"/>
              </a:solidFill>
            </a:endParaRPr>
          </a:p>
        </p:txBody>
      </p:sp>
      <p:sp>
        <p:nvSpPr>
          <p:cNvPr id="91" name="TextBox 90"/>
          <p:cNvSpPr txBox="1"/>
          <p:nvPr/>
        </p:nvSpPr>
        <p:spPr>
          <a:xfrm>
            <a:off x="1445796" y="3523955"/>
            <a:ext cx="84510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92" name="Rounded Rectangle 91"/>
          <p:cNvSpPr/>
          <p:nvPr/>
        </p:nvSpPr>
        <p:spPr>
          <a:xfrm>
            <a:off x="1541072" y="3800954"/>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smtClean="0">
                <a:solidFill>
                  <a:srgbClr val="7F7F7F"/>
                </a:solidFill>
              </a:rPr>
              <a:t>●●●●●●</a:t>
            </a:r>
            <a:endParaRPr lang="en-AU" sz="1200" dirty="0">
              <a:solidFill>
                <a:srgbClr val="7F7F7F"/>
              </a:solidFill>
            </a:endParaRPr>
          </a:p>
        </p:txBody>
      </p:sp>
      <p:sp>
        <p:nvSpPr>
          <p:cNvPr id="93" name="Rectangle 92"/>
          <p:cNvSpPr/>
          <p:nvPr/>
        </p:nvSpPr>
        <p:spPr>
          <a:xfrm>
            <a:off x="5041484"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4" name="Group 93"/>
          <p:cNvGrpSpPr/>
          <p:nvPr/>
        </p:nvGrpSpPr>
        <p:grpSpPr>
          <a:xfrm>
            <a:off x="4890644" y="0"/>
            <a:ext cx="3366722" cy="6858000"/>
            <a:chOff x="4676834" y="0"/>
            <a:chExt cx="3366722" cy="6858000"/>
          </a:xfrm>
        </p:grpSpPr>
        <p:grpSp>
          <p:nvGrpSpPr>
            <p:cNvPr id="95" name="Group 94"/>
            <p:cNvGrpSpPr/>
            <p:nvPr/>
          </p:nvGrpSpPr>
          <p:grpSpPr>
            <a:xfrm>
              <a:off x="4840421" y="235840"/>
              <a:ext cx="3029027" cy="958178"/>
              <a:chOff x="8366016" y="1852719"/>
              <a:chExt cx="2992003" cy="958178"/>
            </a:xfrm>
          </p:grpSpPr>
          <p:sp>
            <p:nvSpPr>
              <p:cNvPr id="100" name="Freeform 99"/>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01" name="Group 100"/>
              <p:cNvGrpSpPr/>
              <p:nvPr/>
            </p:nvGrpSpPr>
            <p:grpSpPr>
              <a:xfrm>
                <a:off x="8366016" y="1868661"/>
                <a:ext cx="2052847" cy="942236"/>
                <a:chOff x="8366016" y="1851793"/>
                <a:chExt cx="2052847" cy="942236"/>
              </a:xfrm>
            </p:grpSpPr>
            <p:pic>
              <p:nvPicPr>
                <p:cNvPr id="102" name="Picture 10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03" name="TextBox 102"/>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96" name="Group 95"/>
            <p:cNvGrpSpPr/>
            <p:nvPr/>
          </p:nvGrpSpPr>
          <p:grpSpPr>
            <a:xfrm>
              <a:off x="4676834" y="0"/>
              <a:ext cx="3366722" cy="6858000"/>
              <a:chOff x="8666331" y="315797"/>
              <a:chExt cx="3366722" cy="6858000"/>
            </a:xfrm>
          </p:grpSpPr>
          <p:pic>
            <p:nvPicPr>
              <p:cNvPr id="97" name="Picture 9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98" name="Picture 9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99" name="Rectangle 98"/>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104" name="TextBox 103"/>
          <p:cNvSpPr txBox="1"/>
          <p:nvPr/>
        </p:nvSpPr>
        <p:spPr>
          <a:xfrm>
            <a:off x="5112288" y="1289456"/>
            <a:ext cx="955711" cy="307777"/>
          </a:xfrm>
          <a:prstGeom prst="rect">
            <a:avLst/>
          </a:prstGeom>
          <a:noFill/>
        </p:spPr>
        <p:txBody>
          <a:bodyPr wrap="none" rtlCol="0">
            <a:spAutoFit/>
          </a:bodyPr>
          <a:lstStyle/>
          <a:p>
            <a:r>
              <a:rPr lang="en-US" sz="1400" b="1" dirty="0" smtClean="0">
                <a:solidFill>
                  <a:srgbClr val="3C4B34"/>
                </a:solidFill>
                <a:latin typeface="Comfortaa" pitchFamily="2" charset="0"/>
              </a:rPr>
              <a:t>Register</a:t>
            </a:r>
            <a:endParaRPr lang="en-AU" sz="1400" b="1" dirty="0">
              <a:solidFill>
                <a:srgbClr val="3C4B34"/>
              </a:solidFill>
              <a:latin typeface="Comfortaa" pitchFamily="2" charset="0"/>
            </a:endParaRPr>
          </a:p>
        </p:txBody>
      </p:sp>
      <p:sp>
        <p:nvSpPr>
          <p:cNvPr id="105" name="TextBox 104"/>
          <p:cNvSpPr txBox="1"/>
          <p:nvPr/>
        </p:nvSpPr>
        <p:spPr>
          <a:xfrm>
            <a:off x="5112288" y="2336160"/>
            <a:ext cx="192873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Store Name with Location</a:t>
            </a:r>
            <a:endParaRPr lang="en-AU" sz="1200" dirty="0">
              <a:solidFill>
                <a:srgbClr val="3C4B34"/>
              </a:solidFill>
              <a:latin typeface="Lato" panose="020F0502020204030203" pitchFamily="34" charset="0"/>
            </a:endParaRPr>
          </a:p>
        </p:txBody>
      </p:sp>
      <p:sp>
        <p:nvSpPr>
          <p:cNvPr id="106" name="Rounded Rectangle 105"/>
          <p:cNvSpPr/>
          <p:nvPr/>
        </p:nvSpPr>
        <p:spPr>
          <a:xfrm>
            <a:off x="5207564" y="2613159"/>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7F7F7F"/>
              </a:solidFill>
            </a:endParaRPr>
          </a:p>
        </p:txBody>
      </p:sp>
      <p:sp>
        <p:nvSpPr>
          <p:cNvPr id="107" name="Rounded Rectangle 106"/>
          <p:cNvSpPr/>
          <p:nvPr/>
        </p:nvSpPr>
        <p:spPr>
          <a:xfrm>
            <a:off x="5219246" y="5595602"/>
            <a:ext cx="2725926" cy="408952"/>
          </a:xfrm>
          <a:prstGeom prst="round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Continue</a:t>
            </a:r>
            <a:endParaRPr lang="en-AU" sz="1300" b="1" dirty="0">
              <a:solidFill>
                <a:schemeClr val="bg1"/>
              </a:solidFill>
              <a:latin typeface="Comfortaa" pitchFamily="2" charset="0"/>
            </a:endParaRPr>
          </a:p>
        </p:txBody>
      </p:sp>
      <p:grpSp>
        <p:nvGrpSpPr>
          <p:cNvPr id="108" name="Group 107"/>
          <p:cNvGrpSpPr/>
          <p:nvPr/>
        </p:nvGrpSpPr>
        <p:grpSpPr>
          <a:xfrm>
            <a:off x="5294003" y="6094970"/>
            <a:ext cx="2559317" cy="376814"/>
            <a:chOff x="1620486" y="6094970"/>
            <a:chExt cx="2559317" cy="376814"/>
          </a:xfrm>
        </p:grpSpPr>
        <p:pic>
          <p:nvPicPr>
            <p:cNvPr id="109" name="Picture 10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10" name="Picture 109"/>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11" name="Group 110"/>
            <p:cNvGrpSpPr/>
            <p:nvPr/>
          </p:nvGrpSpPr>
          <p:grpSpPr>
            <a:xfrm>
              <a:off x="2061631" y="6094970"/>
              <a:ext cx="1694123" cy="376814"/>
              <a:chOff x="5033065" y="5683638"/>
              <a:chExt cx="1694123" cy="376814"/>
            </a:xfrm>
          </p:grpSpPr>
          <p:pic>
            <p:nvPicPr>
              <p:cNvPr id="112" name="Picture 111"/>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13" name="Rectangle 112"/>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smtClean="0">
                    <a:solidFill>
                      <a:schemeClr val="tx1"/>
                    </a:solidFill>
                  </a:rPr>
                  <a:t>www.m2m.com...</a:t>
                </a:r>
                <a:endParaRPr lang="en-AU" dirty="0">
                  <a:solidFill>
                    <a:schemeClr val="tx1"/>
                  </a:solidFill>
                </a:endParaRPr>
              </a:p>
            </p:txBody>
          </p:sp>
        </p:grpSp>
      </p:grpSp>
      <p:sp>
        <p:nvSpPr>
          <p:cNvPr id="114" name="TextBox 113"/>
          <p:cNvSpPr txBox="1"/>
          <p:nvPr/>
        </p:nvSpPr>
        <p:spPr>
          <a:xfrm>
            <a:off x="5811374" y="737090"/>
            <a:ext cx="883575" cy="261610"/>
          </a:xfrm>
          <a:prstGeom prst="rect">
            <a:avLst/>
          </a:prstGeom>
          <a:noFill/>
        </p:spPr>
        <p:txBody>
          <a:bodyPr wrap="none" rtlCol="0">
            <a:spAutoFit/>
          </a:bodyPr>
          <a:lstStyle/>
          <a:p>
            <a:r>
              <a:rPr lang="en-US" sz="1100" dirty="0" smtClean="0">
                <a:solidFill>
                  <a:srgbClr val="7F7F7F"/>
                </a:solidFill>
              </a:rPr>
              <a:t>for Business</a:t>
            </a:r>
            <a:endParaRPr lang="en-AU" sz="1200" dirty="0">
              <a:solidFill>
                <a:srgbClr val="7F7F7F"/>
              </a:solidFill>
            </a:endParaRPr>
          </a:p>
        </p:txBody>
      </p:sp>
      <p:sp>
        <p:nvSpPr>
          <p:cNvPr id="115" name="TextBox 114"/>
          <p:cNvSpPr txBox="1"/>
          <p:nvPr/>
        </p:nvSpPr>
        <p:spPr>
          <a:xfrm>
            <a:off x="5119313" y="3211419"/>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116" name="Rounded Rectangle 115"/>
          <p:cNvSpPr/>
          <p:nvPr/>
        </p:nvSpPr>
        <p:spPr>
          <a:xfrm>
            <a:off x="5214589" y="3495242"/>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johndoe@email.com</a:t>
            </a:r>
            <a:endParaRPr lang="en-AU" sz="1200" dirty="0">
              <a:solidFill>
                <a:srgbClr val="7F7F7F"/>
              </a:solidFill>
            </a:endParaRPr>
          </a:p>
        </p:txBody>
      </p:sp>
      <p:sp>
        <p:nvSpPr>
          <p:cNvPr id="117" name="TextBox 116"/>
          <p:cNvSpPr txBox="1"/>
          <p:nvPr/>
        </p:nvSpPr>
        <p:spPr>
          <a:xfrm>
            <a:off x="5119313" y="4083511"/>
            <a:ext cx="84510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118" name="Rounded Rectangle 117"/>
          <p:cNvSpPr/>
          <p:nvPr/>
        </p:nvSpPr>
        <p:spPr>
          <a:xfrm>
            <a:off x="5214589" y="4360510"/>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smtClean="0">
                <a:solidFill>
                  <a:srgbClr val="7F7F7F"/>
                </a:solidFill>
              </a:rPr>
              <a:t>●●●●●●</a:t>
            </a:r>
            <a:endParaRPr lang="en-AU" sz="1200" dirty="0">
              <a:solidFill>
                <a:srgbClr val="7F7F7F"/>
              </a:solidFill>
            </a:endParaRPr>
          </a:p>
        </p:txBody>
      </p:sp>
      <p:sp>
        <p:nvSpPr>
          <p:cNvPr id="119" name="TextBox 118"/>
          <p:cNvSpPr txBox="1"/>
          <p:nvPr/>
        </p:nvSpPr>
        <p:spPr>
          <a:xfrm>
            <a:off x="5214589" y="1643250"/>
            <a:ext cx="2718901" cy="692910"/>
          </a:xfrm>
          <a:prstGeom prst="rect">
            <a:avLst/>
          </a:prstGeom>
          <a:solidFill>
            <a:srgbClr val="28B2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algn="ct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dirty="0" smtClean="0"/>
              <a:t>Thank you for registering!</a:t>
            </a:r>
          </a:p>
          <a:p>
            <a:r>
              <a:rPr lang="en-US" sz="1400" dirty="0" smtClean="0"/>
              <a:t>Admin will soon grant you access.</a:t>
            </a:r>
            <a:endParaRPr lang="en-AU" sz="1400" dirty="0"/>
          </a:p>
        </p:txBody>
      </p:sp>
    </p:spTree>
    <p:extLst>
      <p:ext uri="{BB962C8B-B14F-4D97-AF65-F5344CB8AC3E}">
        <p14:creationId xmlns:p14="http://schemas.microsoft.com/office/powerpoint/2010/main" val="9724999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2" name="Group 61"/>
          <p:cNvGrpSpPr/>
          <p:nvPr/>
        </p:nvGrpSpPr>
        <p:grpSpPr>
          <a:xfrm>
            <a:off x="1217127" y="0"/>
            <a:ext cx="3366722" cy="6858000"/>
            <a:chOff x="4676834" y="0"/>
            <a:chExt cx="3366722" cy="6858000"/>
          </a:xfrm>
        </p:grpSpPr>
        <p:grpSp>
          <p:nvGrpSpPr>
            <p:cNvPr id="63" name="Group 62"/>
            <p:cNvGrpSpPr/>
            <p:nvPr/>
          </p:nvGrpSpPr>
          <p:grpSpPr>
            <a:xfrm>
              <a:off x="4840421"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4" name="Group 63"/>
            <p:cNvGrpSpPr/>
            <p:nvPr/>
          </p:nvGrpSpPr>
          <p:grpSpPr>
            <a:xfrm>
              <a:off x="4676834" y="0"/>
              <a:ext cx="3366722" cy="6858000"/>
              <a:chOff x="8666331" y="315797"/>
              <a:chExt cx="3366722" cy="6858000"/>
            </a:xfrm>
          </p:grpSpPr>
          <p:pic>
            <p:nvPicPr>
              <p:cNvPr id="65" name="Picture 64"/>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6" name="Picture 6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3" name="TextBox 72"/>
          <p:cNvSpPr txBox="1"/>
          <p:nvPr/>
        </p:nvSpPr>
        <p:spPr>
          <a:xfrm>
            <a:off x="1438771" y="1289456"/>
            <a:ext cx="2707793" cy="307777"/>
          </a:xfrm>
          <a:prstGeom prst="rect">
            <a:avLst/>
          </a:prstGeom>
          <a:noFill/>
        </p:spPr>
        <p:txBody>
          <a:bodyPr wrap="none" rtlCol="0">
            <a:spAutoFit/>
          </a:bodyPr>
          <a:lstStyle/>
          <a:p>
            <a:r>
              <a:rPr lang="en-US" sz="1400" b="1" dirty="0" smtClean="0">
                <a:solidFill>
                  <a:srgbClr val="3C4B34"/>
                </a:solidFill>
                <a:latin typeface="Comfortaa" pitchFamily="2" charset="0"/>
              </a:rPr>
              <a:t>List Your First e-Bike Fleet </a:t>
            </a:r>
            <a:endParaRPr lang="en-AU" sz="1400" b="1" dirty="0">
              <a:solidFill>
                <a:srgbClr val="3C4B34"/>
              </a:solidFill>
              <a:latin typeface="Comfortaa" pitchFamily="2"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smtClean="0"/>
              <a:t>Business Listing e-Bike Fleets</a:t>
            </a:r>
            <a:endParaRPr lang="en-AU" sz="4400" b="1" dirty="0"/>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smtClean="0">
                    <a:solidFill>
                      <a:schemeClr val="tx1"/>
                    </a:solidFill>
                  </a:rPr>
                  <a:t>www.m2m.com...</a:t>
                </a:r>
                <a:endParaRPr lang="en-AU" dirty="0">
                  <a:solidFill>
                    <a:schemeClr val="tx1"/>
                  </a:solidFill>
                </a:endParaRPr>
              </a:p>
            </p:txBody>
          </p:sp>
        </p:grpSp>
      </p:grpSp>
      <p:sp>
        <p:nvSpPr>
          <p:cNvPr id="81" name="TextBox 80"/>
          <p:cNvSpPr txBox="1"/>
          <p:nvPr/>
        </p:nvSpPr>
        <p:spPr>
          <a:xfrm>
            <a:off x="2137857" y="737090"/>
            <a:ext cx="883575" cy="261610"/>
          </a:xfrm>
          <a:prstGeom prst="rect">
            <a:avLst/>
          </a:prstGeom>
          <a:noFill/>
        </p:spPr>
        <p:txBody>
          <a:bodyPr wrap="none" rtlCol="0">
            <a:spAutoFit/>
          </a:bodyPr>
          <a:lstStyle/>
          <a:p>
            <a:r>
              <a:rPr lang="en-US" sz="1100" dirty="0" smtClean="0">
                <a:solidFill>
                  <a:srgbClr val="7F7F7F"/>
                </a:solidFill>
              </a:rPr>
              <a:t>for Business</a:t>
            </a:r>
            <a:endParaRPr lang="en-AU" sz="1200" dirty="0">
              <a:solidFill>
                <a:srgbClr val="7F7F7F"/>
              </a:solidFill>
            </a:endParaRPr>
          </a:p>
        </p:txBody>
      </p:sp>
      <p:sp>
        <p:nvSpPr>
          <p:cNvPr id="56" name="Rounded Rectangle 55"/>
          <p:cNvSpPr/>
          <p:nvPr/>
        </p:nvSpPr>
        <p:spPr>
          <a:xfrm>
            <a:off x="3902754"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smtClean="0">
                <a:solidFill>
                  <a:srgbClr val="AD56E1"/>
                </a:solidFill>
              </a:rPr>
              <a:t>● ● ●</a:t>
            </a:r>
            <a:endParaRPr lang="en-AU" sz="700" dirty="0">
              <a:solidFill>
                <a:srgbClr val="AD56E1"/>
              </a:solidFill>
            </a:endParaRPr>
          </a:p>
        </p:txBody>
      </p:sp>
      <p:sp>
        <p:nvSpPr>
          <p:cNvPr id="60" name="Freeform 59"/>
          <p:cNvSpPr/>
          <p:nvPr/>
        </p:nvSpPr>
        <p:spPr>
          <a:xfrm>
            <a:off x="2471044" y="3003469"/>
            <a:ext cx="755742" cy="755742"/>
          </a:xfrm>
          <a:custGeom>
            <a:avLst/>
            <a:gdLst>
              <a:gd name="connsiteX0" fmla="*/ 750652 w 1620000"/>
              <a:gd name="connsiteY0" fmla="*/ 377243 h 1620000"/>
              <a:gd name="connsiteX1" fmla="*/ 750652 w 1620000"/>
              <a:gd name="connsiteY1" fmla="*/ 750652 h 1620000"/>
              <a:gd name="connsiteX2" fmla="*/ 377243 w 1620000"/>
              <a:gd name="connsiteY2" fmla="*/ 750652 h 1620000"/>
              <a:gd name="connsiteX3" fmla="*/ 377243 w 1620000"/>
              <a:gd name="connsiteY3" fmla="*/ 869349 h 1620000"/>
              <a:gd name="connsiteX4" fmla="*/ 750652 w 1620000"/>
              <a:gd name="connsiteY4" fmla="*/ 869349 h 1620000"/>
              <a:gd name="connsiteX5" fmla="*/ 750652 w 1620000"/>
              <a:gd name="connsiteY5" fmla="*/ 1242758 h 1620000"/>
              <a:gd name="connsiteX6" fmla="*/ 869349 w 1620000"/>
              <a:gd name="connsiteY6" fmla="*/ 1242758 h 1620000"/>
              <a:gd name="connsiteX7" fmla="*/ 869349 w 1620000"/>
              <a:gd name="connsiteY7" fmla="*/ 869349 h 1620000"/>
              <a:gd name="connsiteX8" fmla="*/ 1242758 w 1620000"/>
              <a:gd name="connsiteY8" fmla="*/ 869349 h 1620000"/>
              <a:gd name="connsiteX9" fmla="*/ 1242758 w 1620000"/>
              <a:gd name="connsiteY9" fmla="*/ 750652 h 1620000"/>
              <a:gd name="connsiteX10" fmla="*/ 869349 w 1620000"/>
              <a:gd name="connsiteY10" fmla="*/ 750652 h 1620000"/>
              <a:gd name="connsiteX11" fmla="*/ 869349 w 1620000"/>
              <a:gd name="connsiteY11" fmla="*/ 377243 h 1620000"/>
              <a:gd name="connsiteX12" fmla="*/ 810000 w 1620000"/>
              <a:gd name="connsiteY12" fmla="*/ 0 h 1620000"/>
              <a:gd name="connsiteX13" fmla="*/ 1620000 w 1620000"/>
              <a:gd name="connsiteY13" fmla="*/ 810000 h 1620000"/>
              <a:gd name="connsiteX14" fmla="*/ 810000 w 1620000"/>
              <a:gd name="connsiteY14" fmla="*/ 1620000 h 1620000"/>
              <a:gd name="connsiteX15" fmla="*/ 0 w 1620000"/>
              <a:gd name="connsiteY15" fmla="*/ 810000 h 1620000"/>
              <a:gd name="connsiteX16" fmla="*/ 810000 w 1620000"/>
              <a:gd name="connsiteY16" fmla="*/ 0 h 16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0000" h="1620000">
                <a:moveTo>
                  <a:pt x="750652" y="377243"/>
                </a:moveTo>
                <a:lnTo>
                  <a:pt x="750652" y="750652"/>
                </a:lnTo>
                <a:lnTo>
                  <a:pt x="377243" y="750652"/>
                </a:lnTo>
                <a:lnTo>
                  <a:pt x="377243" y="869349"/>
                </a:lnTo>
                <a:lnTo>
                  <a:pt x="750652" y="869349"/>
                </a:lnTo>
                <a:lnTo>
                  <a:pt x="750652" y="1242758"/>
                </a:lnTo>
                <a:lnTo>
                  <a:pt x="869349" y="1242758"/>
                </a:lnTo>
                <a:lnTo>
                  <a:pt x="869349" y="869349"/>
                </a:lnTo>
                <a:lnTo>
                  <a:pt x="1242758" y="869349"/>
                </a:lnTo>
                <a:lnTo>
                  <a:pt x="1242758" y="750652"/>
                </a:lnTo>
                <a:lnTo>
                  <a:pt x="869349" y="750652"/>
                </a:lnTo>
                <a:lnTo>
                  <a:pt x="869349" y="377243"/>
                </a:lnTo>
                <a:close/>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sp>
        <p:nvSpPr>
          <p:cNvPr id="67" name="Rectangle 66"/>
          <p:cNvSpPr/>
          <p:nvPr/>
        </p:nvSpPr>
        <p:spPr>
          <a:xfrm>
            <a:off x="5103405" y="167323"/>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76" name="Group 75"/>
          <p:cNvGrpSpPr/>
          <p:nvPr/>
        </p:nvGrpSpPr>
        <p:grpSpPr>
          <a:xfrm>
            <a:off x="4952565" y="-2"/>
            <a:ext cx="3366722" cy="6858000"/>
            <a:chOff x="4676834" y="0"/>
            <a:chExt cx="3366722" cy="6858000"/>
          </a:xfrm>
        </p:grpSpPr>
        <p:grpSp>
          <p:nvGrpSpPr>
            <p:cNvPr id="77" name="Group 76"/>
            <p:cNvGrpSpPr/>
            <p:nvPr/>
          </p:nvGrpSpPr>
          <p:grpSpPr>
            <a:xfrm>
              <a:off x="4840421" y="235840"/>
              <a:ext cx="3029027" cy="958178"/>
              <a:chOff x="8366016" y="1852719"/>
              <a:chExt cx="2992003" cy="958178"/>
            </a:xfrm>
          </p:grpSpPr>
          <p:sp>
            <p:nvSpPr>
              <p:cNvPr id="84" name="Freeform 8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85" name="Group 84"/>
              <p:cNvGrpSpPr/>
              <p:nvPr/>
            </p:nvGrpSpPr>
            <p:grpSpPr>
              <a:xfrm>
                <a:off x="8366016" y="1868661"/>
                <a:ext cx="2052847" cy="942236"/>
                <a:chOff x="8366016" y="1851793"/>
                <a:chExt cx="2052847" cy="942236"/>
              </a:xfrm>
            </p:grpSpPr>
            <p:pic>
              <p:nvPicPr>
                <p:cNvPr id="86" name="Picture 8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87" name="TextBox 86"/>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78" name="Group 77"/>
            <p:cNvGrpSpPr/>
            <p:nvPr/>
          </p:nvGrpSpPr>
          <p:grpSpPr>
            <a:xfrm>
              <a:off x="4676834" y="0"/>
              <a:ext cx="3366722" cy="6858000"/>
              <a:chOff x="8666331" y="315797"/>
              <a:chExt cx="3366722" cy="6858000"/>
            </a:xfrm>
          </p:grpSpPr>
          <p:pic>
            <p:nvPicPr>
              <p:cNvPr id="80" name="Picture 79"/>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82" name="Picture 8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83" name="Rectangle 82"/>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88" name="TextBox 87"/>
          <p:cNvSpPr txBox="1"/>
          <p:nvPr/>
        </p:nvSpPr>
        <p:spPr>
          <a:xfrm>
            <a:off x="5174209" y="1289454"/>
            <a:ext cx="2412840" cy="307777"/>
          </a:xfrm>
          <a:prstGeom prst="rect">
            <a:avLst/>
          </a:prstGeom>
          <a:noFill/>
        </p:spPr>
        <p:txBody>
          <a:bodyPr wrap="none" rtlCol="0">
            <a:spAutoFit/>
          </a:bodyPr>
          <a:lstStyle/>
          <a:p>
            <a:r>
              <a:rPr lang="en-US" sz="1400" b="1" dirty="0" smtClean="0">
                <a:solidFill>
                  <a:srgbClr val="3C4B34"/>
                </a:solidFill>
                <a:latin typeface="Comfortaa" pitchFamily="2" charset="0"/>
              </a:rPr>
              <a:t>Your First e-Bike Fleets </a:t>
            </a:r>
            <a:endParaRPr lang="en-AU" sz="1400" b="1" dirty="0">
              <a:solidFill>
                <a:srgbClr val="3C4B34"/>
              </a:solidFill>
              <a:latin typeface="Comfortaa" pitchFamily="2" charset="0"/>
            </a:endParaRPr>
          </a:p>
        </p:txBody>
      </p:sp>
      <p:grpSp>
        <p:nvGrpSpPr>
          <p:cNvPr id="120" name="Group 119"/>
          <p:cNvGrpSpPr/>
          <p:nvPr/>
        </p:nvGrpSpPr>
        <p:grpSpPr>
          <a:xfrm>
            <a:off x="5355924" y="6094968"/>
            <a:ext cx="2559317" cy="376814"/>
            <a:chOff x="1620486" y="6094970"/>
            <a:chExt cx="2559317" cy="376814"/>
          </a:xfrm>
        </p:grpSpPr>
        <p:pic>
          <p:nvPicPr>
            <p:cNvPr id="121" name="Picture 120"/>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22" name="Picture 121"/>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23" name="Group 122"/>
            <p:cNvGrpSpPr/>
            <p:nvPr/>
          </p:nvGrpSpPr>
          <p:grpSpPr>
            <a:xfrm>
              <a:off x="2061631" y="6094970"/>
              <a:ext cx="1694123" cy="376814"/>
              <a:chOff x="5033065" y="5683638"/>
              <a:chExt cx="1694123" cy="376814"/>
            </a:xfrm>
          </p:grpSpPr>
          <p:pic>
            <p:nvPicPr>
              <p:cNvPr id="124" name="Picture 123"/>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25" name="Rectangle 124"/>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smtClean="0">
                    <a:solidFill>
                      <a:schemeClr val="tx1"/>
                    </a:solidFill>
                  </a:rPr>
                  <a:t>www.m2m.com...</a:t>
                </a:r>
                <a:endParaRPr lang="en-AU" dirty="0">
                  <a:solidFill>
                    <a:schemeClr val="tx1"/>
                  </a:solidFill>
                </a:endParaRPr>
              </a:p>
            </p:txBody>
          </p:sp>
        </p:grpSp>
      </p:grpSp>
      <p:sp>
        <p:nvSpPr>
          <p:cNvPr id="126" name="TextBox 125"/>
          <p:cNvSpPr txBox="1"/>
          <p:nvPr/>
        </p:nvSpPr>
        <p:spPr>
          <a:xfrm>
            <a:off x="5873295" y="737088"/>
            <a:ext cx="883575" cy="261610"/>
          </a:xfrm>
          <a:prstGeom prst="rect">
            <a:avLst/>
          </a:prstGeom>
          <a:noFill/>
        </p:spPr>
        <p:txBody>
          <a:bodyPr wrap="none" rtlCol="0">
            <a:spAutoFit/>
          </a:bodyPr>
          <a:lstStyle/>
          <a:p>
            <a:r>
              <a:rPr lang="en-US" sz="1100" dirty="0" smtClean="0">
                <a:solidFill>
                  <a:srgbClr val="7F7F7F"/>
                </a:solidFill>
              </a:rPr>
              <a:t>for Business</a:t>
            </a:r>
            <a:endParaRPr lang="en-AU" sz="1200" dirty="0">
              <a:solidFill>
                <a:srgbClr val="7F7F7F"/>
              </a:solidFill>
            </a:endParaRPr>
          </a:p>
        </p:txBody>
      </p:sp>
      <p:sp>
        <p:nvSpPr>
          <p:cNvPr id="127" name="Rounded Rectangle 126"/>
          <p:cNvSpPr/>
          <p:nvPr/>
        </p:nvSpPr>
        <p:spPr>
          <a:xfrm>
            <a:off x="7638192" y="689444"/>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smtClean="0">
                <a:solidFill>
                  <a:srgbClr val="AD56E1"/>
                </a:solidFill>
              </a:rPr>
              <a:t>● ● ●</a:t>
            </a:r>
            <a:endParaRPr lang="en-AU" sz="700" dirty="0">
              <a:solidFill>
                <a:srgbClr val="AD56E1"/>
              </a:solidFill>
            </a:endParaRPr>
          </a:p>
        </p:txBody>
      </p:sp>
      <p:sp>
        <p:nvSpPr>
          <p:cNvPr id="129" name="Rounded Rectangle 128"/>
          <p:cNvSpPr/>
          <p:nvPr/>
        </p:nvSpPr>
        <p:spPr>
          <a:xfrm>
            <a:off x="5293357" y="5620145"/>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smtClean="0">
                <a:solidFill>
                  <a:schemeClr val="bg1"/>
                </a:solidFill>
                <a:latin typeface="Comfortaa" pitchFamily="2" charset="0"/>
              </a:rPr>
              <a:t>List Another Fleet</a:t>
            </a:r>
            <a:endParaRPr lang="en-AU" sz="1300" b="1" dirty="0">
              <a:solidFill>
                <a:schemeClr val="bg1"/>
              </a:solidFill>
              <a:latin typeface="Comfortaa" pitchFamily="2" charset="0"/>
            </a:endParaRPr>
          </a:p>
        </p:txBody>
      </p:sp>
    </p:spTree>
    <p:extLst>
      <p:ext uri="{BB962C8B-B14F-4D97-AF65-F5344CB8AC3E}">
        <p14:creationId xmlns:p14="http://schemas.microsoft.com/office/powerpoint/2010/main" val="358880980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2" name="Group 61"/>
          <p:cNvGrpSpPr/>
          <p:nvPr/>
        </p:nvGrpSpPr>
        <p:grpSpPr>
          <a:xfrm>
            <a:off x="1217127" y="0"/>
            <a:ext cx="3366722" cy="6858000"/>
            <a:chOff x="4676834" y="0"/>
            <a:chExt cx="3366722" cy="6858000"/>
          </a:xfrm>
        </p:grpSpPr>
        <p:grpSp>
          <p:nvGrpSpPr>
            <p:cNvPr id="63" name="Group 62"/>
            <p:cNvGrpSpPr/>
            <p:nvPr/>
          </p:nvGrpSpPr>
          <p:grpSpPr>
            <a:xfrm>
              <a:off x="4840421"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4" name="Group 63"/>
            <p:cNvGrpSpPr/>
            <p:nvPr/>
          </p:nvGrpSpPr>
          <p:grpSpPr>
            <a:xfrm>
              <a:off x="4676834" y="0"/>
              <a:ext cx="3366722" cy="6858000"/>
              <a:chOff x="8666331" y="315797"/>
              <a:chExt cx="3366722" cy="6858000"/>
            </a:xfrm>
          </p:grpSpPr>
          <p:pic>
            <p:nvPicPr>
              <p:cNvPr id="65" name="Picture 64"/>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6" name="Picture 6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3" name="TextBox 72"/>
          <p:cNvSpPr txBox="1"/>
          <p:nvPr/>
        </p:nvSpPr>
        <p:spPr>
          <a:xfrm>
            <a:off x="1438771" y="1105208"/>
            <a:ext cx="1388522" cy="307777"/>
          </a:xfrm>
          <a:prstGeom prst="rect">
            <a:avLst/>
          </a:prstGeom>
          <a:noFill/>
        </p:spPr>
        <p:txBody>
          <a:bodyPr wrap="none" rtlCol="0">
            <a:spAutoFit/>
          </a:bodyPr>
          <a:lstStyle/>
          <a:p>
            <a:r>
              <a:rPr lang="en-US" sz="1400" b="1" dirty="0" smtClean="0">
                <a:solidFill>
                  <a:srgbClr val="3C4B34"/>
                </a:solidFill>
                <a:latin typeface="Comfortaa" pitchFamily="2" charset="0"/>
              </a:rPr>
              <a:t>e-Bike Fleet </a:t>
            </a:r>
            <a:endParaRPr lang="en-AU" sz="1400" b="1" dirty="0">
              <a:solidFill>
                <a:srgbClr val="3C4B34"/>
              </a:solidFill>
              <a:latin typeface="Comfortaa" pitchFamily="2"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smtClean="0"/>
              <a:t>Business List an e-Bike Fleet</a:t>
            </a:r>
            <a:endParaRPr lang="en-AU" sz="4400" b="1" dirty="0"/>
          </a:p>
        </p:txBody>
      </p:sp>
      <p:sp>
        <p:nvSpPr>
          <p:cNvPr id="81" name="TextBox 80"/>
          <p:cNvSpPr txBox="1"/>
          <p:nvPr/>
        </p:nvSpPr>
        <p:spPr>
          <a:xfrm>
            <a:off x="2137857" y="737090"/>
            <a:ext cx="883575" cy="261610"/>
          </a:xfrm>
          <a:prstGeom prst="rect">
            <a:avLst/>
          </a:prstGeom>
          <a:noFill/>
        </p:spPr>
        <p:txBody>
          <a:bodyPr wrap="none" rtlCol="0">
            <a:spAutoFit/>
          </a:bodyPr>
          <a:lstStyle/>
          <a:p>
            <a:r>
              <a:rPr lang="en-US" sz="1100" dirty="0" smtClean="0">
                <a:solidFill>
                  <a:srgbClr val="7F7F7F"/>
                </a:solidFill>
              </a:rPr>
              <a:t>for Business</a:t>
            </a:r>
            <a:endParaRPr lang="en-AU" sz="1200" dirty="0">
              <a:solidFill>
                <a:srgbClr val="7F7F7F"/>
              </a:solidFill>
            </a:endParaRPr>
          </a:p>
        </p:txBody>
      </p:sp>
      <p:sp>
        <p:nvSpPr>
          <p:cNvPr id="56" name="Rounded Rectangle 55"/>
          <p:cNvSpPr/>
          <p:nvPr/>
        </p:nvSpPr>
        <p:spPr>
          <a:xfrm>
            <a:off x="3902754"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smtClean="0">
                <a:solidFill>
                  <a:srgbClr val="AD56E1"/>
                </a:solidFill>
              </a:rPr>
              <a:t>● ● ●</a:t>
            </a:r>
            <a:endParaRPr lang="en-AU" sz="700" dirty="0">
              <a:solidFill>
                <a:srgbClr val="AD56E1"/>
              </a:solidFill>
            </a:endParaRPr>
          </a:p>
        </p:txBody>
      </p:sp>
      <p:sp>
        <p:nvSpPr>
          <p:cNvPr id="45" name="Rectangle 44"/>
          <p:cNvSpPr/>
          <p:nvPr/>
        </p:nvSpPr>
        <p:spPr>
          <a:xfrm>
            <a:off x="2539251" y="1254227"/>
            <a:ext cx="763261" cy="784795"/>
          </a:xfrm>
          <a:prstGeom prst="rect">
            <a:avLst/>
          </a:prstGeom>
        </p:spPr>
        <p:txBody>
          <a:bodyPr wrap="square">
            <a:spAutoFit/>
          </a:bodyPr>
          <a:lstStyle/>
          <a:p>
            <a:r>
              <a:rPr lang="en-AU" sz="4400" dirty="0">
                <a:solidFill>
                  <a:srgbClr val="AD56E1"/>
                </a:solidFill>
                <a:latin typeface="Arial" panose="020B0604020202020204" pitchFamily="34" charset="0"/>
              </a:rPr>
              <a:t>📷</a:t>
            </a:r>
            <a:endParaRPr lang="en-AU" sz="4400" dirty="0">
              <a:solidFill>
                <a:srgbClr val="AD56E1"/>
              </a:solidFill>
            </a:endParaRPr>
          </a:p>
        </p:txBody>
      </p:sp>
      <p:sp>
        <p:nvSpPr>
          <p:cNvPr id="46" name="Rectangle 45"/>
          <p:cNvSpPr/>
          <p:nvPr/>
        </p:nvSpPr>
        <p:spPr>
          <a:xfrm>
            <a:off x="2185454" y="1862454"/>
            <a:ext cx="1489510"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t>
            </a:r>
            <a:r>
              <a:rPr lang="en-US" sz="1050" dirty="0" smtClean="0">
                <a:solidFill>
                  <a:schemeClr val="tx1">
                    <a:lumMod val="65000"/>
                    <a:lumOff val="35000"/>
                  </a:schemeClr>
                </a:solidFill>
                <a:latin typeface="Lato" panose="020F0502020204030203" pitchFamily="34" charset="0"/>
              </a:rPr>
              <a:t>e-Bike’s </a:t>
            </a:r>
            <a:r>
              <a:rPr lang="en-US" sz="1050" dirty="0">
                <a:solidFill>
                  <a:schemeClr val="tx1">
                    <a:lumMod val="65000"/>
                    <a:lumOff val="35000"/>
                  </a:schemeClr>
                </a:solidFill>
                <a:latin typeface="Lato" panose="020F0502020204030203" pitchFamily="34" charset="0"/>
              </a:rPr>
              <a:t>Image</a:t>
            </a:r>
            <a:endParaRPr lang="en-AU" sz="1050" dirty="0"/>
          </a:p>
        </p:txBody>
      </p:sp>
      <p:sp>
        <p:nvSpPr>
          <p:cNvPr id="47" name="TextBox 46"/>
          <p:cNvSpPr txBox="1"/>
          <p:nvPr/>
        </p:nvSpPr>
        <p:spPr>
          <a:xfrm>
            <a:off x="1449637" y="2016341"/>
            <a:ext cx="96212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Fleet Name</a:t>
            </a:r>
            <a:endParaRPr lang="en-AU" sz="1200" dirty="0">
              <a:solidFill>
                <a:srgbClr val="3C4B34"/>
              </a:solidFill>
              <a:latin typeface="Lato" panose="020F0502020204030203" pitchFamily="34" charset="0"/>
            </a:endParaRPr>
          </a:p>
        </p:txBody>
      </p:sp>
      <p:sp>
        <p:nvSpPr>
          <p:cNvPr id="48" name="Rounded Rectangle 47"/>
          <p:cNvSpPr/>
          <p:nvPr/>
        </p:nvSpPr>
        <p:spPr>
          <a:xfrm>
            <a:off x="1544913" y="2293340"/>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Make - model</a:t>
            </a:r>
            <a:endParaRPr lang="en-AU" sz="1200" dirty="0">
              <a:solidFill>
                <a:srgbClr val="7F7F7F"/>
              </a:solidFill>
            </a:endParaRPr>
          </a:p>
        </p:txBody>
      </p:sp>
      <p:sp>
        <p:nvSpPr>
          <p:cNvPr id="49" name="TextBox 48"/>
          <p:cNvSpPr txBox="1"/>
          <p:nvPr/>
        </p:nvSpPr>
        <p:spPr>
          <a:xfrm>
            <a:off x="1431437" y="2707836"/>
            <a:ext cx="1229824"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Price Per Week</a:t>
            </a:r>
            <a:endParaRPr lang="en-AU" sz="1200" dirty="0">
              <a:solidFill>
                <a:srgbClr val="3C4B34"/>
              </a:solidFill>
              <a:latin typeface="Lato" panose="020F0502020204030203" pitchFamily="34" charset="0"/>
            </a:endParaRPr>
          </a:p>
        </p:txBody>
      </p:sp>
      <p:sp>
        <p:nvSpPr>
          <p:cNvPr id="51" name="Rounded Rectangle 50"/>
          <p:cNvSpPr/>
          <p:nvPr/>
        </p:nvSpPr>
        <p:spPr>
          <a:xfrm>
            <a:off x="1526713" y="298483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200" dirty="0">
                <a:solidFill>
                  <a:srgbClr val="7F7F7F"/>
                </a:solidFill>
              </a:rPr>
              <a:t>$</a:t>
            </a:r>
            <a:endParaRPr lang="en-AU" sz="1200" dirty="0">
              <a:solidFill>
                <a:srgbClr val="7F7F7F"/>
              </a:solidFill>
            </a:endParaRPr>
          </a:p>
        </p:txBody>
      </p:sp>
      <p:sp>
        <p:nvSpPr>
          <p:cNvPr id="52" name="TextBox 51"/>
          <p:cNvSpPr txBox="1"/>
          <p:nvPr/>
        </p:nvSpPr>
        <p:spPr>
          <a:xfrm>
            <a:off x="1426885" y="3399332"/>
            <a:ext cx="1274708"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a:t>
            </a:r>
            <a:r>
              <a:rPr lang="en-US" sz="1200" dirty="0" smtClean="0">
                <a:solidFill>
                  <a:srgbClr val="3C4B34"/>
                </a:solidFill>
                <a:latin typeface="Lato" panose="020F0502020204030203" pitchFamily="34" charset="0"/>
              </a:rPr>
              <a:t>-Bike Category</a:t>
            </a:r>
            <a:endParaRPr lang="en-AU" sz="1200" dirty="0">
              <a:solidFill>
                <a:srgbClr val="3C4B34"/>
              </a:solidFill>
              <a:latin typeface="Lato" panose="020F0502020204030203" pitchFamily="34" charset="0"/>
            </a:endParaRPr>
          </a:p>
        </p:txBody>
      </p:sp>
      <p:sp>
        <p:nvSpPr>
          <p:cNvPr id="53" name="Rounded Rectangle 52"/>
          <p:cNvSpPr/>
          <p:nvPr/>
        </p:nvSpPr>
        <p:spPr>
          <a:xfrm>
            <a:off x="1522161" y="3676331"/>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200" dirty="0" smtClean="0">
                <a:solidFill>
                  <a:srgbClr val="7F7F7F"/>
                </a:solidFill>
              </a:rPr>
              <a:t>v</a:t>
            </a:r>
            <a:endParaRPr lang="en-AU" sz="1200" dirty="0">
              <a:solidFill>
                <a:srgbClr val="7F7F7F"/>
              </a:solidFill>
            </a:endParaRPr>
          </a:p>
        </p:txBody>
      </p:sp>
      <p:sp>
        <p:nvSpPr>
          <p:cNvPr id="54" name="TextBox 53"/>
          <p:cNvSpPr txBox="1"/>
          <p:nvPr/>
        </p:nvSpPr>
        <p:spPr>
          <a:xfrm>
            <a:off x="1426885" y="4085283"/>
            <a:ext cx="1226618"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Pickup Address</a:t>
            </a:r>
            <a:endParaRPr lang="en-AU" sz="1200" dirty="0">
              <a:solidFill>
                <a:srgbClr val="3C4B34"/>
              </a:solidFill>
              <a:latin typeface="Lato" panose="020F0502020204030203" pitchFamily="34" charset="0"/>
            </a:endParaRPr>
          </a:p>
        </p:txBody>
      </p:sp>
      <p:sp>
        <p:nvSpPr>
          <p:cNvPr id="55" name="Rounded Rectangle 54"/>
          <p:cNvSpPr/>
          <p:nvPr/>
        </p:nvSpPr>
        <p:spPr>
          <a:xfrm>
            <a:off x="1522161" y="4362282"/>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smtClean="0">
                <a:solidFill>
                  <a:schemeClr val="bg1">
                    <a:lumMod val="50000"/>
                  </a:schemeClr>
                </a:solidFill>
                <a:latin typeface="Lato" panose="020F0502020204030203" pitchFamily="34" charset="0"/>
              </a:rPr>
              <a:t>📍</a:t>
            </a:r>
            <a:endParaRPr lang="en-AU" sz="1200" dirty="0">
              <a:solidFill>
                <a:schemeClr val="bg1">
                  <a:lumMod val="50000"/>
                </a:schemeClr>
              </a:solidFill>
              <a:latin typeface="Lato" panose="020F0502020204030203" pitchFamily="34" charset="0"/>
            </a:endParaRPr>
          </a:p>
        </p:txBody>
      </p:sp>
      <p:sp>
        <p:nvSpPr>
          <p:cNvPr id="57" name="TextBox 56"/>
          <p:cNvSpPr txBox="1"/>
          <p:nvPr/>
        </p:nvSpPr>
        <p:spPr>
          <a:xfrm>
            <a:off x="1426885" y="4771234"/>
            <a:ext cx="1970411"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Number of e-Bikes in Fleet</a:t>
            </a:r>
            <a:endParaRPr lang="en-AU" sz="1200" dirty="0">
              <a:solidFill>
                <a:srgbClr val="3C4B34"/>
              </a:solidFill>
              <a:latin typeface="Lato" panose="020F0502020204030203" pitchFamily="34" charset="0"/>
            </a:endParaRPr>
          </a:p>
        </p:txBody>
      </p:sp>
      <p:sp>
        <p:nvSpPr>
          <p:cNvPr id="58" name="Rounded Rectangle 57"/>
          <p:cNvSpPr/>
          <p:nvPr/>
        </p:nvSpPr>
        <p:spPr>
          <a:xfrm>
            <a:off x="1522161" y="504823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chemeClr val="bg1">
                  <a:lumMod val="50000"/>
                </a:schemeClr>
              </a:solidFill>
              <a:latin typeface="Lato" panose="020F0502020204030203" pitchFamily="34" charset="0"/>
            </a:endParaRPr>
          </a:p>
        </p:txBody>
      </p:sp>
      <p:sp>
        <p:nvSpPr>
          <p:cNvPr id="74" name="Rectangle 73"/>
          <p:cNvSpPr/>
          <p:nvPr/>
        </p:nvSpPr>
        <p:spPr>
          <a:xfrm>
            <a:off x="8849816"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75" name="Group 74"/>
          <p:cNvGrpSpPr/>
          <p:nvPr/>
        </p:nvGrpSpPr>
        <p:grpSpPr>
          <a:xfrm>
            <a:off x="8698976" y="0"/>
            <a:ext cx="3366722" cy="6858000"/>
            <a:chOff x="4676834" y="0"/>
            <a:chExt cx="3366722" cy="6858000"/>
          </a:xfrm>
        </p:grpSpPr>
        <p:grpSp>
          <p:nvGrpSpPr>
            <p:cNvPr id="79" name="Group 78"/>
            <p:cNvGrpSpPr/>
            <p:nvPr/>
          </p:nvGrpSpPr>
          <p:grpSpPr>
            <a:xfrm>
              <a:off x="4840421" y="235840"/>
              <a:ext cx="3029027" cy="958178"/>
              <a:chOff x="8366016" y="1852719"/>
              <a:chExt cx="2992003" cy="958178"/>
            </a:xfrm>
          </p:grpSpPr>
          <p:sp>
            <p:nvSpPr>
              <p:cNvPr id="93" name="Freeform 92"/>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94" name="Group 93"/>
              <p:cNvGrpSpPr/>
              <p:nvPr/>
            </p:nvGrpSpPr>
            <p:grpSpPr>
              <a:xfrm>
                <a:off x="8366016" y="1868661"/>
                <a:ext cx="2052847" cy="942236"/>
                <a:chOff x="8366016" y="1851793"/>
                <a:chExt cx="2052847" cy="942236"/>
              </a:xfrm>
            </p:grpSpPr>
            <p:pic>
              <p:nvPicPr>
                <p:cNvPr id="95" name="Picture 9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96" name="TextBox 95"/>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89" name="Group 88"/>
            <p:cNvGrpSpPr/>
            <p:nvPr/>
          </p:nvGrpSpPr>
          <p:grpSpPr>
            <a:xfrm>
              <a:off x="4676834" y="0"/>
              <a:ext cx="3366722" cy="6858000"/>
              <a:chOff x="8666331" y="315797"/>
              <a:chExt cx="3366722" cy="6858000"/>
            </a:xfrm>
          </p:grpSpPr>
          <p:pic>
            <p:nvPicPr>
              <p:cNvPr id="90" name="Picture 89"/>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91" name="Picture 9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92" name="Rectangle 91"/>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97" name="TextBox 96"/>
          <p:cNvSpPr txBox="1"/>
          <p:nvPr/>
        </p:nvSpPr>
        <p:spPr>
          <a:xfrm>
            <a:off x="8920620" y="1105208"/>
            <a:ext cx="1388522" cy="307777"/>
          </a:xfrm>
          <a:prstGeom prst="rect">
            <a:avLst/>
          </a:prstGeom>
          <a:noFill/>
        </p:spPr>
        <p:txBody>
          <a:bodyPr wrap="none" rtlCol="0">
            <a:spAutoFit/>
          </a:bodyPr>
          <a:lstStyle/>
          <a:p>
            <a:r>
              <a:rPr lang="en-US" sz="1400" b="1" dirty="0" smtClean="0">
                <a:solidFill>
                  <a:srgbClr val="3C4B34"/>
                </a:solidFill>
                <a:latin typeface="Comfortaa" pitchFamily="2" charset="0"/>
              </a:rPr>
              <a:t>e-Bike Fleet </a:t>
            </a:r>
            <a:endParaRPr lang="en-AU" sz="1400" b="1" dirty="0">
              <a:solidFill>
                <a:srgbClr val="3C4B34"/>
              </a:solidFill>
              <a:latin typeface="Comfortaa" pitchFamily="2" charset="0"/>
            </a:endParaRPr>
          </a:p>
        </p:txBody>
      </p:sp>
      <p:grpSp>
        <p:nvGrpSpPr>
          <p:cNvPr id="98" name="Group 97"/>
          <p:cNvGrpSpPr/>
          <p:nvPr/>
        </p:nvGrpSpPr>
        <p:grpSpPr>
          <a:xfrm>
            <a:off x="9102335" y="6047199"/>
            <a:ext cx="2559317" cy="376814"/>
            <a:chOff x="1620486" y="6094970"/>
            <a:chExt cx="2559317" cy="376814"/>
          </a:xfrm>
        </p:grpSpPr>
        <p:pic>
          <p:nvPicPr>
            <p:cNvPr id="99" name="Picture 9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00" name="Picture 99"/>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01" name="Group 100"/>
            <p:cNvGrpSpPr/>
            <p:nvPr/>
          </p:nvGrpSpPr>
          <p:grpSpPr>
            <a:xfrm>
              <a:off x="2061631" y="6094970"/>
              <a:ext cx="1694123" cy="376814"/>
              <a:chOff x="5033065" y="5683638"/>
              <a:chExt cx="1694123" cy="376814"/>
            </a:xfrm>
          </p:grpSpPr>
          <p:pic>
            <p:nvPicPr>
              <p:cNvPr id="102" name="Picture 101"/>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03" name="Rectangle 102"/>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smtClean="0">
                    <a:solidFill>
                      <a:schemeClr val="tx1"/>
                    </a:solidFill>
                  </a:rPr>
                  <a:t>www.m2m.com...</a:t>
                </a:r>
                <a:endParaRPr lang="en-AU" dirty="0">
                  <a:solidFill>
                    <a:schemeClr val="tx1"/>
                  </a:solidFill>
                </a:endParaRPr>
              </a:p>
            </p:txBody>
          </p:sp>
        </p:grpSp>
      </p:grpSp>
      <p:sp>
        <p:nvSpPr>
          <p:cNvPr id="104" name="TextBox 103"/>
          <p:cNvSpPr txBox="1"/>
          <p:nvPr/>
        </p:nvSpPr>
        <p:spPr>
          <a:xfrm>
            <a:off x="9619706" y="737090"/>
            <a:ext cx="883575" cy="261610"/>
          </a:xfrm>
          <a:prstGeom prst="rect">
            <a:avLst/>
          </a:prstGeom>
          <a:noFill/>
        </p:spPr>
        <p:txBody>
          <a:bodyPr wrap="none" rtlCol="0">
            <a:spAutoFit/>
          </a:bodyPr>
          <a:lstStyle/>
          <a:p>
            <a:r>
              <a:rPr lang="en-US" sz="1100" dirty="0" smtClean="0">
                <a:solidFill>
                  <a:srgbClr val="7F7F7F"/>
                </a:solidFill>
              </a:rPr>
              <a:t>for Business</a:t>
            </a:r>
            <a:endParaRPr lang="en-AU" sz="1200" dirty="0">
              <a:solidFill>
                <a:srgbClr val="7F7F7F"/>
              </a:solidFill>
            </a:endParaRPr>
          </a:p>
        </p:txBody>
      </p:sp>
      <p:sp>
        <p:nvSpPr>
          <p:cNvPr id="105" name="Rounded Rectangle 104"/>
          <p:cNvSpPr/>
          <p:nvPr/>
        </p:nvSpPr>
        <p:spPr>
          <a:xfrm>
            <a:off x="11384603"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smtClean="0">
                <a:solidFill>
                  <a:srgbClr val="AD56E1"/>
                </a:solidFill>
              </a:rPr>
              <a:t>● ● ●</a:t>
            </a:r>
            <a:endParaRPr lang="en-AU" sz="700" dirty="0">
              <a:solidFill>
                <a:srgbClr val="AD56E1"/>
              </a:solidFill>
            </a:endParaRPr>
          </a:p>
        </p:txBody>
      </p:sp>
      <p:sp>
        <p:nvSpPr>
          <p:cNvPr id="108" name="TextBox 107"/>
          <p:cNvSpPr txBox="1"/>
          <p:nvPr/>
        </p:nvSpPr>
        <p:spPr>
          <a:xfrm>
            <a:off x="8931486" y="3265114"/>
            <a:ext cx="96212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Fleet Name</a:t>
            </a:r>
            <a:endParaRPr lang="en-AU" sz="1200" dirty="0">
              <a:solidFill>
                <a:srgbClr val="3C4B34"/>
              </a:solidFill>
              <a:latin typeface="Lato" panose="020F0502020204030203" pitchFamily="34" charset="0"/>
            </a:endParaRPr>
          </a:p>
        </p:txBody>
      </p:sp>
      <p:sp>
        <p:nvSpPr>
          <p:cNvPr id="109" name="Rounded Rectangle 108"/>
          <p:cNvSpPr/>
          <p:nvPr/>
        </p:nvSpPr>
        <p:spPr>
          <a:xfrm>
            <a:off x="9026762" y="354211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3C4B34"/>
                </a:solidFill>
                <a:latin typeface="Lato" panose="020F0502020204030203" pitchFamily="34" charset="0"/>
              </a:rPr>
              <a:t>Fat Boy - Vagus</a:t>
            </a:r>
            <a:endParaRPr lang="en-AU" sz="1200" dirty="0">
              <a:solidFill>
                <a:srgbClr val="3C4B34"/>
              </a:solidFill>
              <a:latin typeface="Lato" panose="020F0502020204030203" pitchFamily="34" charset="0"/>
            </a:endParaRPr>
          </a:p>
        </p:txBody>
      </p:sp>
      <p:sp>
        <p:nvSpPr>
          <p:cNvPr id="110" name="TextBox 109"/>
          <p:cNvSpPr txBox="1"/>
          <p:nvPr/>
        </p:nvSpPr>
        <p:spPr>
          <a:xfrm>
            <a:off x="8913286" y="3956609"/>
            <a:ext cx="1229824"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Price Per Week</a:t>
            </a:r>
            <a:endParaRPr lang="en-AU" sz="1200" dirty="0">
              <a:solidFill>
                <a:srgbClr val="3C4B34"/>
              </a:solidFill>
              <a:latin typeface="Lato" panose="020F0502020204030203" pitchFamily="34" charset="0"/>
            </a:endParaRPr>
          </a:p>
        </p:txBody>
      </p:sp>
      <p:sp>
        <p:nvSpPr>
          <p:cNvPr id="111" name="Rounded Rectangle 110"/>
          <p:cNvSpPr/>
          <p:nvPr/>
        </p:nvSpPr>
        <p:spPr>
          <a:xfrm>
            <a:off x="9008562" y="4233608"/>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3C4B34"/>
                </a:solidFill>
                <a:latin typeface="Lato" panose="020F0502020204030203" pitchFamily="34" charset="0"/>
              </a:rPr>
              <a:t>$75 </a:t>
            </a:r>
            <a:endParaRPr lang="en-AU" sz="1200" dirty="0">
              <a:solidFill>
                <a:srgbClr val="3C4B34"/>
              </a:solidFill>
              <a:latin typeface="Lato" panose="020F0502020204030203" pitchFamily="34" charset="0"/>
            </a:endParaRPr>
          </a:p>
        </p:txBody>
      </p:sp>
      <p:sp>
        <p:nvSpPr>
          <p:cNvPr id="112" name="TextBox 111"/>
          <p:cNvSpPr txBox="1"/>
          <p:nvPr/>
        </p:nvSpPr>
        <p:spPr>
          <a:xfrm>
            <a:off x="8908734" y="4648105"/>
            <a:ext cx="1274708"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a:t>
            </a:r>
            <a:r>
              <a:rPr lang="en-US" sz="1200" dirty="0" smtClean="0">
                <a:solidFill>
                  <a:srgbClr val="3C4B34"/>
                </a:solidFill>
                <a:latin typeface="Lato" panose="020F0502020204030203" pitchFamily="34" charset="0"/>
              </a:rPr>
              <a:t>-Bike Category</a:t>
            </a:r>
            <a:endParaRPr lang="en-AU" sz="1200" dirty="0">
              <a:solidFill>
                <a:srgbClr val="3C4B34"/>
              </a:solidFill>
              <a:latin typeface="Lato" panose="020F0502020204030203" pitchFamily="34" charset="0"/>
            </a:endParaRPr>
          </a:p>
        </p:txBody>
      </p:sp>
      <p:sp>
        <p:nvSpPr>
          <p:cNvPr id="113" name="Rounded Rectangle 112"/>
          <p:cNvSpPr/>
          <p:nvPr/>
        </p:nvSpPr>
        <p:spPr>
          <a:xfrm>
            <a:off x="9004010" y="4925104"/>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200" dirty="0" smtClean="0">
                <a:solidFill>
                  <a:srgbClr val="3C4B34"/>
                </a:solidFill>
                <a:latin typeface="Lato" panose="020F0502020204030203" pitchFamily="34" charset="0"/>
              </a:rPr>
              <a:t>Road</a:t>
            </a:r>
            <a:r>
              <a:rPr lang="en-AU" sz="1200" dirty="0" smtClean="0">
                <a:solidFill>
                  <a:srgbClr val="3C4B34"/>
                </a:solidFill>
                <a:latin typeface="Lato" panose="020F0502020204030203" pitchFamily="34" charset="0"/>
              </a:rPr>
              <a:t>                                                                     </a:t>
            </a:r>
            <a:r>
              <a:rPr lang="en-US" sz="1200" dirty="0" smtClean="0">
                <a:solidFill>
                  <a:srgbClr val="7F7F7F"/>
                </a:solidFill>
              </a:rPr>
              <a:t>v</a:t>
            </a:r>
            <a:endParaRPr lang="en-AU" sz="1200" dirty="0">
              <a:solidFill>
                <a:srgbClr val="7F7F7F"/>
              </a:solidFill>
            </a:endParaRPr>
          </a:p>
        </p:txBody>
      </p:sp>
      <p:sp>
        <p:nvSpPr>
          <p:cNvPr id="114" name="TextBox 113"/>
          <p:cNvSpPr txBox="1"/>
          <p:nvPr/>
        </p:nvSpPr>
        <p:spPr>
          <a:xfrm>
            <a:off x="8908734" y="5334056"/>
            <a:ext cx="1226618"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Pickup Address</a:t>
            </a:r>
            <a:endParaRPr lang="en-AU" sz="1200" dirty="0">
              <a:solidFill>
                <a:srgbClr val="3C4B34"/>
              </a:solidFill>
              <a:latin typeface="Lato" panose="020F0502020204030203" pitchFamily="34" charset="0"/>
            </a:endParaRPr>
          </a:p>
        </p:txBody>
      </p:sp>
      <p:sp>
        <p:nvSpPr>
          <p:cNvPr id="115" name="Rounded Rectangle 114"/>
          <p:cNvSpPr/>
          <p:nvPr/>
        </p:nvSpPr>
        <p:spPr>
          <a:xfrm>
            <a:off x="9004010" y="561105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smtClean="0">
                <a:solidFill>
                  <a:schemeClr val="bg1">
                    <a:lumMod val="50000"/>
                  </a:schemeClr>
                </a:solidFill>
                <a:latin typeface="Lato" panose="020F0502020204030203" pitchFamily="34" charset="0"/>
              </a:rPr>
              <a:t>📍 MCIC Building, Kensington</a:t>
            </a:r>
            <a:endParaRPr lang="en-AU" sz="1200" dirty="0">
              <a:solidFill>
                <a:schemeClr val="bg1">
                  <a:lumMod val="50000"/>
                </a:schemeClr>
              </a:solidFill>
              <a:latin typeface="Lato" panose="020F0502020204030203" pitchFamily="34" charset="0"/>
            </a:endParaRPr>
          </a:p>
        </p:txBody>
      </p:sp>
      <p:pic>
        <p:nvPicPr>
          <p:cNvPr id="2" name="Picture 1"/>
          <p:cNvPicPr>
            <a:picLocks noChangeAspect="1"/>
          </p:cNvPicPr>
          <p:nvPr/>
        </p:nvPicPr>
        <p:blipFill>
          <a:blip r:embed="rId7"/>
          <a:stretch>
            <a:fillRect/>
          </a:stretch>
        </p:blipFill>
        <p:spPr>
          <a:xfrm>
            <a:off x="9040986" y="1360242"/>
            <a:ext cx="2688949" cy="1832631"/>
          </a:xfrm>
          <a:prstGeom prst="rect">
            <a:avLst/>
          </a:prstGeom>
        </p:spPr>
      </p:pic>
      <p:pic>
        <p:nvPicPr>
          <p:cNvPr id="10" name="Picture 9"/>
          <p:cNvPicPr>
            <a:picLocks noChangeAspect="1"/>
          </p:cNvPicPr>
          <p:nvPr/>
        </p:nvPicPr>
        <p:blipFill>
          <a:blip r:embed="rId8"/>
          <a:stretch>
            <a:fillRect/>
          </a:stretch>
        </p:blipFill>
        <p:spPr>
          <a:xfrm>
            <a:off x="11351312" y="2788087"/>
            <a:ext cx="350417" cy="350417"/>
          </a:xfrm>
          <a:prstGeom prst="rect">
            <a:avLst/>
          </a:prstGeom>
        </p:spPr>
      </p:pic>
      <p:sp>
        <p:nvSpPr>
          <p:cNvPr id="67" name="Rectangle 66"/>
          <p:cNvSpPr/>
          <p:nvPr/>
        </p:nvSpPr>
        <p:spPr>
          <a:xfrm>
            <a:off x="5083678" y="-175778"/>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76" name="Group 75"/>
          <p:cNvGrpSpPr/>
          <p:nvPr/>
        </p:nvGrpSpPr>
        <p:grpSpPr>
          <a:xfrm>
            <a:off x="4952565" y="26985"/>
            <a:ext cx="3366722" cy="6858000"/>
            <a:chOff x="4676834" y="0"/>
            <a:chExt cx="3366722" cy="6858000"/>
          </a:xfrm>
        </p:grpSpPr>
        <p:grpSp>
          <p:nvGrpSpPr>
            <p:cNvPr id="77" name="Group 76"/>
            <p:cNvGrpSpPr/>
            <p:nvPr/>
          </p:nvGrpSpPr>
          <p:grpSpPr>
            <a:xfrm>
              <a:off x="4840421" y="235840"/>
              <a:ext cx="3029027" cy="958178"/>
              <a:chOff x="8366016" y="1852719"/>
              <a:chExt cx="2992003" cy="958178"/>
            </a:xfrm>
          </p:grpSpPr>
          <p:sp>
            <p:nvSpPr>
              <p:cNvPr id="84" name="Freeform 8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85" name="Group 84"/>
              <p:cNvGrpSpPr/>
              <p:nvPr/>
            </p:nvGrpSpPr>
            <p:grpSpPr>
              <a:xfrm>
                <a:off x="8366016" y="1868661"/>
                <a:ext cx="2052847" cy="942236"/>
                <a:chOff x="8366016" y="1851793"/>
                <a:chExt cx="2052847" cy="942236"/>
              </a:xfrm>
            </p:grpSpPr>
            <p:pic>
              <p:nvPicPr>
                <p:cNvPr id="86" name="Picture 8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87" name="TextBox 86"/>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78" name="Group 77"/>
            <p:cNvGrpSpPr/>
            <p:nvPr/>
          </p:nvGrpSpPr>
          <p:grpSpPr>
            <a:xfrm>
              <a:off x="4676834" y="0"/>
              <a:ext cx="3366722" cy="6858000"/>
              <a:chOff x="8666331" y="315797"/>
              <a:chExt cx="3366722" cy="6858000"/>
            </a:xfrm>
          </p:grpSpPr>
          <p:pic>
            <p:nvPicPr>
              <p:cNvPr id="80" name="Picture 79"/>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82" name="Picture 8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83" name="Rectangle 82"/>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88" name="TextBox 87"/>
          <p:cNvSpPr txBox="1"/>
          <p:nvPr/>
        </p:nvSpPr>
        <p:spPr>
          <a:xfrm>
            <a:off x="5174209" y="1132193"/>
            <a:ext cx="1388522" cy="307777"/>
          </a:xfrm>
          <a:prstGeom prst="rect">
            <a:avLst/>
          </a:prstGeom>
          <a:noFill/>
        </p:spPr>
        <p:txBody>
          <a:bodyPr wrap="none" rtlCol="0">
            <a:spAutoFit/>
          </a:bodyPr>
          <a:lstStyle/>
          <a:p>
            <a:r>
              <a:rPr lang="en-US" sz="1400" b="1" dirty="0" smtClean="0">
                <a:solidFill>
                  <a:srgbClr val="3C4B34"/>
                </a:solidFill>
                <a:latin typeface="Comfortaa" pitchFamily="2" charset="0"/>
              </a:rPr>
              <a:t>e-Bike Fleet </a:t>
            </a:r>
            <a:endParaRPr lang="en-AU" sz="1400" b="1" dirty="0">
              <a:solidFill>
                <a:srgbClr val="3C4B34"/>
              </a:solidFill>
              <a:latin typeface="Comfortaa" pitchFamily="2" charset="0"/>
            </a:endParaRPr>
          </a:p>
        </p:txBody>
      </p:sp>
      <p:grpSp>
        <p:nvGrpSpPr>
          <p:cNvPr id="106" name="Group 105"/>
          <p:cNvGrpSpPr/>
          <p:nvPr/>
        </p:nvGrpSpPr>
        <p:grpSpPr>
          <a:xfrm>
            <a:off x="5355924" y="6121955"/>
            <a:ext cx="2559317" cy="376814"/>
            <a:chOff x="1620486" y="6094970"/>
            <a:chExt cx="2559317" cy="376814"/>
          </a:xfrm>
        </p:grpSpPr>
        <p:pic>
          <p:nvPicPr>
            <p:cNvPr id="107" name="Picture 106"/>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16" name="Picture 115"/>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17" name="Group 116"/>
            <p:cNvGrpSpPr/>
            <p:nvPr/>
          </p:nvGrpSpPr>
          <p:grpSpPr>
            <a:xfrm>
              <a:off x="2061631" y="6094970"/>
              <a:ext cx="1694123" cy="376814"/>
              <a:chOff x="5033065" y="5683638"/>
              <a:chExt cx="1694123" cy="376814"/>
            </a:xfrm>
          </p:grpSpPr>
          <p:pic>
            <p:nvPicPr>
              <p:cNvPr id="118" name="Picture 117"/>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19" name="Rectangle 118"/>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smtClean="0">
                    <a:solidFill>
                      <a:schemeClr val="tx1"/>
                    </a:solidFill>
                  </a:rPr>
                  <a:t>www.m2m.com...</a:t>
                </a:r>
                <a:endParaRPr lang="en-AU" dirty="0">
                  <a:solidFill>
                    <a:schemeClr val="tx1"/>
                  </a:solidFill>
                </a:endParaRPr>
              </a:p>
            </p:txBody>
          </p:sp>
        </p:grpSp>
      </p:grpSp>
      <p:sp>
        <p:nvSpPr>
          <p:cNvPr id="120" name="TextBox 119"/>
          <p:cNvSpPr txBox="1"/>
          <p:nvPr/>
        </p:nvSpPr>
        <p:spPr>
          <a:xfrm>
            <a:off x="5873295" y="764075"/>
            <a:ext cx="883575" cy="261610"/>
          </a:xfrm>
          <a:prstGeom prst="rect">
            <a:avLst/>
          </a:prstGeom>
          <a:noFill/>
        </p:spPr>
        <p:txBody>
          <a:bodyPr wrap="none" rtlCol="0">
            <a:spAutoFit/>
          </a:bodyPr>
          <a:lstStyle/>
          <a:p>
            <a:r>
              <a:rPr lang="en-US" sz="1100" dirty="0" smtClean="0">
                <a:solidFill>
                  <a:srgbClr val="7F7F7F"/>
                </a:solidFill>
              </a:rPr>
              <a:t>for Business</a:t>
            </a:r>
            <a:endParaRPr lang="en-AU" sz="1200" dirty="0">
              <a:solidFill>
                <a:srgbClr val="7F7F7F"/>
              </a:solidFill>
            </a:endParaRPr>
          </a:p>
        </p:txBody>
      </p:sp>
      <p:sp>
        <p:nvSpPr>
          <p:cNvPr id="121" name="Rounded Rectangle 120"/>
          <p:cNvSpPr/>
          <p:nvPr/>
        </p:nvSpPr>
        <p:spPr>
          <a:xfrm>
            <a:off x="7638192" y="716431"/>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smtClean="0">
                <a:solidFill>
                  <a:srgbClr val="AD56E1"/>
                </a:solidFill>
              </a:rPr>
              <a:t>● ● ●</a:t>
            </a:r>
            <a:endParaRPr lang="en-AU" sz="700" dirty="0">
              <a:solidFill>
                <a:srgbClr val="AD56E1"/>
              </a:solidFill>
            </a:endParaRPr>
          </a:p>
        </p:txBody>
      </p:sp>
      <p:sp>
        <p:nvSpPr>
          <p:cNvPr id="122" name="Rectangle 121"/>
          <p:cNvSpPr/>
          <p:nvPr/>
        </p:nvSpPr>
        <p:spPr>
          <a:xfrm>
            <a:off x="6274689" y="1281212"/>
            <a:ext cx="763261" cy="784795"/>
          </a:xfrm>
          <a:prstGeom prst="rect">
            <a:avLst/>
          </a:prstGeom>
        </p:spPr>
        <p:txBody>
          <a:bodyPr wrap="square">
            <a:spAutoFit/>
          </a:bodyPr>
          <a:lstStyle/>
          <a:p>
            <a:r>
              <a:rPr lang="en-AU" sz="4400" dirty="0">
                <a:solidFill>
                  <a:srgbClr val="AD56E1"/>
                </a:solidFill>
                <a:latin typeface="Arial" panose="020B0604020202020204" pitchFamily="34" charset="0"/>
              </a:rPr>
              <a:t>📷</a:t>
            </a:r>
            <a:endParaRPr lang="en-AU" sz="4400" dirty="0">
              <a:solidFill>
                <a:srgbClr val="AD56E1"/>
              </a:solidFill>
            </a:endParaRPr>
          </a:p>
        </p:txBody>
      </p:sp>
      <p:sp>
        <p:nvSpPr>
          <p:cNvPr id="123" name="Rectangle 122"/>
          <p:cNvSpPr/>
          <p:nvPr/>
        </p:nvSpPr>
        <p:spPr>
          <a:xfrm>
            <a:off x="5920892" y="1889439"/>
            <a:ext cx="1489510"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t>
            </a:r>
            <a:r>
              <a:rPr lang="en-US" sz="1050" dirty="0" smtClean="0">
                <a:solidFill>
                  <a:schemeClr val="tx1">
                    <a:lumMod val="65000"/>
                    <a:lumOff val="35000"/>
                  </a:schemeClr>
                </a:solidFill>
                <a:latin typeface="Lato" panose="020F0502020204030203" pitchFamily="34" charset="0"/>
              </a:rPr>
              <a:t>e-Bike’s </a:t>
            </a:r>
            <a:r>
              <a:rPr lang="en-US" sz="1050" dirty="0">
                <a:solidFill>
                  <a:schemeClr val="tx1">
                    <a:lumMod val="65000"/>
                    <a:lumOff val="35000"/>
                  </a:schemeClr>
                </a:solidFill>
                <a:latin typeface="Lato" panose="020F0502020204030203" pitchFamily="34" charset="0"/>
              </a:rPr>
              <a:t>Image</a:t>
            </a:r>
            <a:endParaRPr lang="en-AU" sz="1050" dirty="0"/>
          </a:p>
        </p:txBody>
      </p:sp>
      <p:sp>
        <p:nvSpPr>
          <p:cNvPr id="134" name="Rounded Rectangle 133"/>
          <p:cNvSpPr/>
          <p:nvPr/>
        </p:nvSpPr>
        <p:spPr>
          <a:xfrm>
            <a:off x="5257599" y="5637094"/>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smtClean="0">
                <a:solidFill>
                  <a:schemeClr val="bg1"/>
                </a:solidFill>
                <a:latin typeface="Comfortaa" pitchFamily="2" charset="0"/>
              </a:rPr>
              <a:t>Roll out Fleet</a:t>
            </a:r>
            <a:endParaRPr lang="en-AU" sz="1300" b="1" dirty="0">
              <a:solidFill>
                <a:schemeClr val="bg1"/>
              </a:solidFill>
              <a:latin typeface="Comfortaa" pitchFamily="2" charset="0"/>
            </a:endParaRPr>
          </a:p>
        </p:txBody>
      </p:sp>
      <p:sp>
        <p:nvSpPr>
          <p:cNvPr id="3" name="Rounded Rectangle 2"/>
          <p:cNvSpPr/>
          <p:nvPr/>
        </p:nvSpPr>
        <p:spPr>
          <a:xfrm>
            <a:off x="4291311" y="2160983"/>
            <a:ext cx="55335" cy="3812617"/>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5" name="Rounded Rectangle 134"/>
          <p:cNvSpPr/>
          <p:nvPr/>
        </p:nvSpPr>
        <p:spPr>
          <a:xfrm>
            <a:off x="4288121" y="2164463"/>
            <a:ext cx="55335" cy="1469929"/>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Rounded Rectangle 136"/>
          <p:cNvSpPr/>
          <p:nvPr/>
        </p:nvSpPr>
        <p:spPr>
          <a:xfrm>
            <a:off x="8019164" y="2174541"/>
            <a:ext cx="55335" cy="3812617"/>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8" name="Rounded Rectangle 137"/>
          <p:cNvSpPr/>
          <p:nvPr/>
        </p:nvSpPr>
        <p:spPr>
          <a:xfrm>
            <a:off x="8014577" y="3272987"/>
            <a:ext cx="55335" cy="1469929"/>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Rounded Rectangle 138"/>
          <p:cNvSpPr/>
          <p:nvPr/>
        </p:nvSpPr>
        <p:spPr>
          <a:xfrm>
            <a:off x="11773189" y="3339032"/>
            <a:ext cx="55335" cy="286447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Rounded Rectangle 139"/>
          <p:cNvSpPr/>
          <p:nvPr/>
        </p:nvSpPr>
        <p:spPr>
          <a:xfrm>
            <a:off x="11782285" y="3334549"/>
            <a:ext cx="55335" cy="912710"/>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Rectangle 1"/>
          <p:cNvSpPr>
            <a:spLocks noChangeArrowheads="1"/>
          </p:cNvSpPr>
          <p:nvPr/>
        </p:nvSpPr>
        <p:spPr bwMode="auto">
          <a:xfrm>
            <a:off x="5584605" y="2151751"/>
            <a:ext cx="24418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eaLnBrk="0" fontAlgn="base" hangingPunct="0">
              <a:spcBef>
                <a:spcPct val="0"/>
              </a:spcBef>
              <a:spcAft>
                <a:spcPct val="0"/>
              </a:spcAft>
            </a:pPr>
            <a:r>
              <a:rPr lang="en-US" sz="1200" dirty="0">
                <a:solidFill>
                  <a:srgbClr val="3C4B34"/>
                </a:solidFill>
                <a:latin typeface="Lato" panose="020F0502020204030203" pitchFamily="34" charset="0"/>
              </a:rPr>
              <a:t>I confirm that all bikes in this fleet meet legal requirements, safety standards, and manufacturer specifications for use on public roads in NSW.</a:t>
            </a:r>
            <a:endParaRPr lang="en-US" altLang="en-US" sz="1200" dirty="0">
              <a:solidFill>
                <a:srgbClr val="3C4B34"/>
              </a:solidFill>
              <a:latin typeface="Lato" panose="020F0502020204030203" pitchFamily="34" charset="0"/>
            </a:endParaRPr>
          </a:p>
        </p:txBody>
      </p:sp>
      <p:sp>
        <p:nvSpPr>
          <p:cNvPr id="142" name="Rounded Rectangle 141"/>
          <p:cNvSpPr/>
          <p:nvPr/>
        </p:nvSpPr>
        <p:spPr>
          <a:xfrm>
            <a:off x="7648631" y="3209081"/>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43" name="Rounded Rectangle 142"/>
          <p:cNvSpPr/>
          <p:nvPr/>
        </p:nvSpPr>
        <p:spPr>
          <a:xfrm>
            <a:off x="7784124" y="3195366"/>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44" name="Rectangle 143"/>
          <p:cNvSpPr/>
          <p:nvPr/>
        </p:nvSpPr>
        <p:spPr>
          <a:xfrm>
            <a:off x="5269014" y="2238891"/>
            <a:ext cx="252000" cy="252000"/>
          </a:xfrm>
          <a:prstGeom prst="rect">
            <a:avLst/>
          </a:prstGeom>
          <a:solidFill>
            <a:srgbClr val="E9E0FF"/>
          </a:solid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5" name="Rectangle 1"/>
          <p:cNvSpPr>
            <a:spLocks noChangeArrowheads="1"/>
          </p:cNvSpPr>
          <p:nvPr/>
        </p:nvSpPr>
        <p:spPr bwMode="auto">
          <a:xfrm>
            <a:off x="1846254" y="5581529"/>
            <a:ext cx="24418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eaLnBrk="0" fontAlgn="base" hangingPunct="0">
              <a:spcBef>
                <a:spcPct val="0"/>
              </a:spcBef>
              <a:spcAft>
                <a:spcPct val="0"/>
              </a:spcAft>
            </a:pPr>
            <a:r>
              <a:rPr lang="en-US" sz="1200" dirty="0">
                <a:solidFill>
                  <a:srgbClr val="3C4B34"/>
                </a:solidFill>
                <a:latin typeface="Lato" panose="020F0502020204030203" pitchFamily="34" charset="0"/>
              </a:rPr>
              <a:t>I confirm that all bikes in this fleet meet legal requirements, safety standards, and manufacturer specifications for use on public roads in NSW.</a:t>
            </a:r>
            <a:endParaRPr lang="en-US" altLang="en-US" sz="1200" dirty="0">
              <a:solidFill>
                <a:srgbClr val="3C4B34"/>
              </a:solidFill>
              <a:latin typeface="Lato" panose="020F0502020204030203" pitchFamily="34" charset="0"/>
            </a:endParaRPr>
          </a:p>
        </p:txBody>
      </p:sp>
      <p:sp>
        <p:nvSpPr>
          <p:cNvPr id="146" name="Rectangle 145"/>
          <p:cNvSpPr/>
          <p:nvPr/>
        </p:nvSpPr>
        <p:spPr>
          <a:xfrm>
            <a:off x="1530663" y="5668669"/>
            <a:ext cx="252000" cy="252000"/>
          </a:xfrm>
          <a:prstGeom prst="rect">
            <a:avLst/>
          </a:prstGeom>
          <a:solidFill>
            <a:srgbClr val="E9E0FF"/>
          </a:solid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smtClean="0">
                    <a:solidFill>
                      <a:schemeClr val="tx1"/>
                    </a:solidFill>
                  </a:rPr>
                  <a:t>www.m2m.com...</a:t>
                </a:r>
                <a:endParaRPr lang="en-AU" dirty="0">
                  <a:solidFill>
                    <a:schemeClr val="tx1"/>
                  </a:solidFill>
                </a:endParaRPr>
              </a:p>
            </p:txBody>
          </p:sp>
        </p:grpSp>
      </p:grpSp>
      <p:sp>
        <p:nvSpPr>
          <p:cNvPr id="6" name="Rectangle 2"/>
          <p:cNvSpPr>
            <a:spLocks noChangeArrowheads="1"/>
          </p:cNvSpPr>
          <p:nvPr/>
        </p:nvSpPr>
        <p:spPr bwMode="auto">
          <a:xfrm>
            <a:off x="5302698" y="3086076"/>
            <a:ext cx="2827293" cy="24006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3C4B34"/>
                </a:solidFill>
                <a:latin typeface="Lato" panose="020F0502020204030203" pitchFamily="34" charset="0"/>
              </a:rPr>
              <a:t>Motor power within legal 250 W limit</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3C4B34"/>
                </a:solidFill>
                <a:latin typeface="Lato" panose="020F0502020204030203" pitchFamily="34" charset="0"/>
              </a:rPr>
              <a:t>Motor assist limited to 25 km/h</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3C4B34"/>
                </a:solidFill>
                <a:latin typeface="Lato" panose="020F0502020204030203" pitchFamily="34" charset="0"/>
              </a:rPr>
              <a:t>Pedal assist engages only </a:t>
            </a:r>
            <a:r>
              <a:rPr lang="en-US" altLang="en-US" sz="1000" dirty="0" smtClean="0">
                <a:solidFill>
                  <a:srgbClr val="3C4B34"/>
                </a:solidFill>
                <a:latin typeface="Lato" panose="020F0502020204030203" pitchFamily="34" charset="0"/>
              </a:rPr>
              <a:t>on </a:t>
            </a:r>
            <a:r>
              <a:rPr lang="en-US" altLang="en-US" sz="1000" dirty="0" err="1" smtClean="0">
                <a:solidFill>
                  <a:srgbClr val="3C4B34"/>
                </a:solidFill>
                <a:latin typeface="Lato" panose="020F0502020204030203" pitchFamily="34" charset="0"/>
              </a:rPr>
              <a:t>pedalling</a:t>
            </a:r>
            <a:endParaRPr lang="en-US" altLang="en-US" sz="1000" dirty="0">
              <a:solidFill>
                <a:srgbClr val="3C4B34"/>
              </a:solidFill>
              <a:latin typeface="Lato" panose="020F0502020204030203" pitchFamily="34" charset="0"/>
            </a:endParaRP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3C4B34"/>
                </a:solidFill>
                <a:latin typeface="Lato" panose="020F0502020204030203" pitchFamily="34" charset="0"/>
              </a:rPr>
              <a:t>Battery </a:t>
            </a:r>
            <a:r>
              <a:rPr lang="en-US" altLang="en-US" sz="1000" dirty="0" smtClean="0">
                <a:solidFill>
                  <a:srgbClr val="3C4B34"/>
                </a:solidFill>
                <a:latin typeface="Lato" panose="020F0502020204030203" pitchFamily="34" charset="0"/>
              </a:rPr>
              <a:t>of Australian </a:t>
            </a:r>
            <a:r>
              <a:rPr lang="en-US" altLang="en-US" sz="1000" dirty="0">
                <a:solidFill>
                  <a:srgbClr val="3C4B34"/>
                </a:solidFill>
                <a:latin typeface="Lato" panose="020F0502020204030203" pitchFamily="34" charset="0"/>
              </a:rPr>
              <a:t>safety standards</a:t>
            </a:r>
          </a:p>
          <a:p>
            <a:pPr lvl="0" eaLnBrk="0" fontAlgn="base" hangingPunct="0">
              <a:lnSpc>
                <a:spcPct val="150000"/>
              </a:lnSpc>
              <a:spcBef>
                <a:spcPct val="0"/>
              </a:spcBef>
              <a:spcAft>
                <a:spcPct val="0"/>
              </a:spcAft>
            </a:pPr>
            <a:r>
              <a:rPr lang="en-US" altLang="en-US" sz="1000" dirty="0">
                <a:solidFill>
                  <a:srgbClr val="3C4B34"/>
                </a:solidFill>
                <a:latin typeface="Lato" panose="020F0502020204030203" pitchFamily="34" charset="0"/>
              </a:rPr>
              <a:t>Charger certified </a:t>
            </a:r>
            <a:r>
              <a:rPr lang="en-US" altLang="en-US" sz="1000" dirty="0" smtClean="0">
                <a:solidFill>
                  <a:srgbClr val="3C4B34"/>
                </a:solidFill>
                <a:latin typeface="Lato" panose="020F0502020204030203" pitchFamily="34" charset="0"/>
              </a:rPr>
              <a:t>&amp; </a:t>
            </a:r>
            <a:r>
              <a:rPr lang="en-US" altLang="en-US" sz="1000" dirty="0">
                <a:solidFill>
                  <a:srgbClr val="3C4B34"/>
                </a:solidFill>
                <a:latin typeface="Lato" panose="020F0502020204030203" pitchFamily="34" charset="0"/>
              </a:rPr>
              <a:t>battery </a:t>
            </a:r>
            <a:r>
              <a:rPr lang="en-US" altLang="en-US" sz="1000" dirty="0" smtClean="0">
                <a:solidFill>
                  <a:srgbClr val="3C4B34"/>
                </a:solidFill>
                <a:latin typeface="Lato" panose="020F0502020204030203" pitchFamily="34" charset="0"/>
              </a:rPr>
              <a:t>compatible</a:t>
            </a:r>
            <a:endParaRPr lang="en-US" altLang="en-US" sz="1000" dirty="0">
              <a:solidFill>
                <a:srgbClr val="3C4B34"/>
              </a:solidFill>
              <a:latin typeface="Lato" panose="020F0502020204030203" pitchFamily="34" charset="0"/>
            </a:endParaRP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3C4B34"/>
                </a:solidFill>
                <a:latin typeface="Lato" panose="020F0502020204030203" pitchFamily="34" charset="0"/>
              </a:rPr>
              <a:t>Electrical </a:t>
            </a:r>
            <a:r>
              <a:rPr lang="en-US" altLang="en-US" sz="1000" dirty="0" smtClean="0">
                <a:solidFill>
                  <a:srgbClr val="3C4B34"/>
                </a:solidFill>
                <a:latin typeface="Lato" panose="020F0502020204030203" pitchFamily="34" charset="0"/>
              </a:rPr>
              <a:t>protections: BMS + thermal</a:t>
            </a:r>
            <a:endParaRPr lang="en-US" altLang="en-US" sz="1000" dirty="0">
              <a:solidFill>
                <a:srgbClr val="3C4B34"/>
              </a:solidFill>
              <a:latin typeface="Lato" panose="020F0502020204030203" pitchFamily="34" charset="0"/>
            </a:endParaRP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3C4B34"/>
                </a:solidFill>
                <a:latin typeface="Lato" panose="020F0502020204030203" pitchFamily="34" charset="0"/>
              </a:rPr>
              <a:t>Braking </a:t>
            </a:r>
            <a:r>
              <a:rPr lang="en-US" altLang="en-US" sz="1000" dirty="0" smtClean="0">
                <a:solidFill>
                  <a:srgbClr val="3C4B34"/>
                </a:solidFill>
                <a:latin typeface="Lato" panose="020F0502020204030203" pitchFamily="34" charset="0"/>
              </a:rPr>
              <a:t>system of </a:t>
            </a:r>
            <a:r>
              <a:rPr lang="en-US" altLang="en-US" sz="1000" dirty="0">
                <a:solidFill>
                  <a:srgbClr val="3C4B34"/>
                </a:solidFill>
                <a:latin typeface="Lato" panose="020F0502020204030203" pitchFamily="34" charset="0"/>
              </a:rPr>
              <a:t>safety standards</a:t>
            </a:r>
          </a:p>
          <a:p>
            <a:pPr marL="0" marR="0" lvl="0" indent="0" algn="l" defTabSz="914400" rtl="0" eaLnBrk="0" fontAlgn="base" latinLnBrk="0" hangingPunct="0">
              <a:lnSpc>
                <a:spcPct val="150000"/>
              </a:lnSpc>
              <a:spcBef>
                <a:spcPct val="0"/>
              </a:spcBef>
              <a:spcAft>
                <a:spcPct val="0"/>
              </a:spcAft>
              <a:buClrTx/>
              <a:buSzTx/>
              <a:tabLst/>
            </a:pPr>
            <a:r>
              <a:rPr lang="en-US" altLang="en-US" sz="1000" dirty="0" smtClean="0">
                <a:solidFill>
                  <a:srgbClr val="3C4B34"/>
                </a:solidFill>
                <a:latin typeface="Lato" panose="020F0502020204030203" pitchFamily="34" charset="0"/>
              </a:rPr>
              <a:t>Frame &amp; </a:t>
            </a:r>
            <a:r>
              <a:rPr lang="en-US" altLang="en-US" sz="1000" dirty="0">
                <a:solidFill>
                  <a:srgbClr val="3C4B34"/>
                </a:solidFill>
                <a:latin typeface="Lato" panose="020F0502020204030203" pitchFamily="34" charset="0"/>
              </a:rPr>
              <a:t>structure meet </a:t>
            </a:r>
            <a:r>
              <a:rPr lang="en-US" altLang="en-US" sz="1000" dirty="0" smtClean="0">
                <a:solidFill>
                  <a:srgbClr val="3C4B34"/>
                </a:solidFill>
                <a:latin typeface="Lato" panose="020F0502020204030203" pitchFamily="34" charset="0"/>
              </a:rPr>
              <a:t>specs</a:t>
            </a:r>
            <a:endParaRPr lang="en-US" altLang="en-US" sz="1000" dirty="0">
              <a:solidFill>
                <a:srgbClr val="3C4B34"/>
              </a:solidFill>
              <a:latin typeface="Lato" panose="020F0502020204030203" pitchFamily="34" charset="0"/>
            </a:endParaRPr>
          </a:p>
          <a:p>
            <a:pPr lvl="0" eaLnBrk="0" fontAlgn="base" hangingPunct="0">
              <a:lnSpc>
                <a:spcPct val="150000"/>
              </a:lnSpc>
              <a:spcBef>
                <a:spcPct val="0"/>
              </a:spcBef>
              <a:spcAft>
                <a:spcPct val="0"/>
              </a:spcAft>
            </a:pPr>
            <a:r>
              <a:rPr lang="en-US" altLang="en-US" sz="1000" dirty="0">
                <a:solidFill>
                  <a:srgbClr val="3C4B34"/>
                </a:solidFill>
                <a:latin typeface="Lato" panose="020F0502020204030203" pitchFamily="34" charset="0"/>
              </a:rPr>
              <a:t>Speed limiter </a:t>
            </a:r>
            <a:r>
              <a:rPr lang="en-US" altLang="en-US" sz="1000" dirty="0" smtClean="0">
                <a:solidFill>
                  <a:srgbClr val="3C4B34"/>
                </a:solidFill>
                <a:latin typeface="Lato" panose="020F0502020204030203" pitchFamily="34" charset="0"/>
              </a:rPr>
              <a:t>is </a:t>
            </a:r>
            <a:r>
              <a:rPr lang="en-US" altLang="en-US" sz="1000" dirty="0">
                <a:solidFill>
                  <a:srgbClr val="3C4B34"/>
                </a:solidFill>
                <a:latin typeface="Lato" panose="020F0502020204030203" pitchFamily="34" charset="0"/>
              </a:rPr>
              <a:t>tampering </a:t>
            </a:r>
            <a:r>
              <a:rPr lang="en-US" altLang="en-US" sz="1000" dirty="0" smtClean="0">
                <a:solidFill>
                  <a:srgbClr val="3C4B34"/>
                </a:solidFill>
                <a:latin typeface="Lato" panose="020F0502020204030203" pitchFamily="34" charset="0"/>
              </a:rPr>
              <a:t>secure</a:t>
            </a:r>
            <a:endParaRPr lang="en-US" altLang="en-US" sz="1000" dirty="0">
              <a:solidFill>
                <a:srgbClr val="3C4B34"/>
              </a:solidFill>
              <a:latin typeface="Lato" panose="020F0502020204030203" pitchFamily="34" charset="0"/>
            </a:endParaRP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3C4B34"/>
                </a:solidFill>
                <a:latin typeface="Lato" panose="020F0502020204030203" pitchFamily="34" charset="0"/>
              </a:rPr>
              <a:t>Compliance labels </a:t>
            </a:r>
            <a:r>
              <a:rPr lang="en-US" altLang="en-US" sz="1000" dirty="0" smtClean="0">
                <a:solidFill>
                  <a:srgbClr val="3C4B34"/>
                </a:solidFill>
                <a:latin typeface="Lato" panose="020F0502020204030203" pitchFamily="34" charset="0"/>
              </a:rPr>
              <a:t>&amp; serial # present</a:t>
            </a:r>
            <a:endParaRPr lang="en-US" altLang="en-US" sz="1000" dirty="0">
              <a:solidFill>
                <a:srgbClr val="3C4B34"/>
              </a:solidFill>
              <a:latin typeface="Lato" panose="020F0502020204030203" pitchFamily="34" charset="0"/>
            </a:endParaRPr>
          </a:p>
        </p:txBody>
      </p:sp>
      <p:sp>
        <p:nvSpPr>
          <p:cNvPr id="147" name="Rounded Rectangle 146"/>
          <p:cNvSpPr/>
          <p:nvPr/>
        </p:nvSpPr>
        <p:spPr>
          <a:xfrm>
            <a:off x="7644079" y="3416073"/>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48" name="Rounded Rectangle 147"/>
          <p:cNvSpPr/>
          <p:nvPr/>
        </p:nvSpPr>
        <p:spPr>
          <a:xfrm>
            <a:off x="7779572" y="3402358"/>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49" name="Rounded Rectangle 148"/>
          <p:cNvSpPr/>
          <p:nvPr/>
        </p:nvSpPr>
        <p:spPr>
          <a:xfrm>
            <a:off x="7657727" y="3689033"/>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0" name="Rounded Rectangle 149"/>
          <p:cNvSpPr/>
          <p:nvPr/>
        </p:nvSpPr>
        <p:spPr>
          <a:xfrm>
            <a:off x="7793220" y="3675318"/>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1" name="Rounded Rectangle 150"/>
          <p:cNvSpPr/>
          <p:nvPr/>
        </p:nvSpPr>
        <p:spPr>
          <a:xfrm>
            <a:off x="7653175" y="3896025"/>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2" name="Rounded Rectangle 151"/>
          <p:cNvSpPr/>
          <p:nvPr/>
        </p:nvSpPr>
        <p:spPr>
          <a:xfrm>
            <a:off x="7788668" y="3882310"/>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3" name="Rounded Rectangle 152"/>
          <p:cNvSpPr/>
          <p:nvPr/>
        </p:nvSpPr>
        <p:spPr>
          <a:xfrm>
            <a:off x="7644079" y="4125418"/>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4" name="Rounded Rectangle 153"/>
          <p:cNvSpPr/>
          <p:nvPr/>
        </p:nvSpPr>
        <p:spPr>
          <a:xfrm>
            <a:off x="7779572" y="4111703"/>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5" name="Rounded Rectangle 154"/>
          <p:cNvSpPr/>
          <p:nvPr/>
        </p:nvSpPr>
        <p:spPr>
          <a:xfrm>
            <a:off x="7639527" y="4332410"/>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6" name="Rounded Rectangle 155"/>
          <p:cNvSpPr/>
          <p:nvPr/>
        </p:nvSpPr>
        <p:spPr>
          <a:xfrm>
            <a:off x="7775020" y="4318695"/>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7" name="Rounded Rectangle 156"/>
          <p:cNvSpPr/>
          <p:nvPr/>
        </p:nvSpPr>
        <p:spPr>
          <a:xfrm>
            <a:off x="7653175" y="4605370"/>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8" name="Rounded Rectangle 157"/>
          <p:cNvSpPr/>
          <p:nvPr/>
        </p:nvSpPr>
        <p:spPr>
          <a:xfrm>
            <a:off x="7788668" y="4591655"/>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9" name="Rounded Rectangle 158"/>
          <p:cNvSpPr/>
          <p:nvPr/>
        </p:nvSpPr>
        <p:spPr>
          <a:xfrm>
            <a:off x="7648623" y="4812362"/>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0" name="Rounded Rectangle 159"/>
          <p:cNvSpPr/>
          <p:nvPr/>
        </p:nvSpPr>
        <p:spPr>
          <a:xfrm>
            <a:off x="7784116" y="4798647"/>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1" name="Rounded Rectangle 160"/>
          <p:cNvSpPr/>
          <p:nvPr/>
        </p:nvSpPr>
        <p:spPr>
          <a:xfrm>
            <a:off x="7648623" y="5037554"/>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2" name="Rounded Rectangle 161"/>
          <p:cNvSpPr/>
          <p:nvPr/>
        </p:nvSpPr>
        <p:spPr>
          <a:xfrm>
            <a:off x="7784116" y="5023839"/>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3" name="Rounded Rectangle 162"/>
          <p:cNvSpPr/>
          <p:nvPr/>
        </p:nvSpPr>
        <p:spPr>
          <a:xfrm>
            <a:off x="7644071" y="5244546"/>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4" name="Rounded Rectangle 163"/>
          <p:cNvSpPr/>
          <p:nvPr/>
        </p:nvSpPr>
        <p:spPr>
          <a:xfrm>
            <a:off x="7779564" y="5230831"/>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Tree>
    <p:extLst>
      <p:ext uri="{BB962C8B-B14F-4D97-AF65-F5344CB8AC3E}">
        <p14:creationId xmlns:p14="http://schemas.microsoft.com/office/powerpoint/2010/main" val="22421252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5437</TotalTime>
  <Words>2109</Words>
  <Application>Microsoft Office PowerPoint</Application>
  <PresentationFormat>Widescreen</PresentationFormat>
  <Paragraphs>722</Paragraphs>
  <Slides>26</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vt:i4>
      </vt:variant>
    </vt:vector>
  </HeadingPairs>
  <TitlesOfParts>
    <vt:vector size="34" baseType="lpstr">
      <vt:lpstr>Arial</vt:lpstr>
      <vt:lpstr>Calibri</vt:lpstr>
      <vt:lpstr>Calibri Light</vt:lpstr>
      <vt:lpstr>Comfortaa</vt:lpstr>
      <vt:lpstr>French Script MT</vt:lpstr>
      <vt:lpstr>Google Sans</vt:lpstr>
      <vt:lpstr>Lato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User</dc:creator>
  <cp:lastModifiedBy>User</cp:lastModifiedBy>
  <cp:revision>200</cp:revision>
  <dcterms:created xsi:type="dcterms:W3CDTF">2025-12-22T08:11:41Z</dcterms:created>
  <dcterms:modified xsi:type="dcterms:W3CDTF">2026-02-19T05:37:50Z</dcterms:modified>
</cp:coreProperties>
</file>