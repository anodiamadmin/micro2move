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2" r:id="rId3"/>
    <p:sldId id="281" r:id="rId4"/>
    <p:sldId id="280" r:id="rId5"/>
    <p:sldId id="263" r:id="rId6"/>
    <p:sldId id="262" r:id="rId7"/>
    <p:sldId id="265" r:id="rId8"/>
    <p:sldId id="266" r:id="rId9"/>
    <p:sldId id="268" r:id="rId10"/>
    <p:sldId id="267" r:id="rId11"/>
    <p:sldId id="269" r:id="rId12"/>
    <p:sldId id="270" r:id="rId13"/>
    <p:sldId id="271" r:id="rId14"/>
    <p:sldId id="272" r:id="rId15"/>
    <p:sldId id="274" r:id="rId16"/>
    <p:sldId id="273" r:id="rId17"/>
    <p:sldId id="283" r:id="rId18"/>
    <p:sldId id="284" r:id="rId19"/>
    <p:sldId id="285" r:id="rId20"/>
    <p:sldId id="286" r:id="rId21"/>
    <p:sldId id="278" r:id="rId22"/>
    <p:sldId id="279" r:id="rId23"/>
    <p:sldId id="275" r:id="rId24"/>
    <p:sldId id="276" r:id="rId25"/>
    <p:sldId id="277" r:id="rId26"/>
    <p:sldId id="258"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510E4"/>
    <a:srgbClr val="00FF80"/>
    <a:srgbClr val="008EFF"/>
    <a:srgbClr val="C0C000"/>
    <a:srgbClr val="C0FF00"/>
    <a:srgbClr val="007FFF"/>
    <a:srgbClr val="F4E1FF"/>
    <a:srgbClr val="FFEBFF"/>
    <a:srgbClr val="506445"/>
    <a:srgbClr val="FFF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60"/>
  </p:normalViewPr>
  <p:slideViewPr>
    <p:cSldViewPr snapToGrid="0">
      <p:cViewPr varScale="1">
        <p:scale>
          <a:sx n="70" d="100"/>
          <a:sy n="70" d="100"/>
        </p:scale>
        <p:origin x="525" y="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13/01/2026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13/01/2026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13/01/2026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13/01/2026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13/01/2026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13/01/2026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13/01/2026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13/01/2026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13/01/2026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13/01/2026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13/01/2026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13/01/2026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jp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3.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2.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5.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6.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7.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7.png"/><Relationship Id="rId7" Type="http://schemas.openxmlformats.org/officeDocument/2006/relationships/image" Target="../media/image19.png"/><Relationship Id="rId2" Type="http://schemas.openxmlformats.org/officeDocument/2006/relationships/image" Target="../media/image28.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15.png"/><Relationship Id="rId4" Type="http://schemas.openxmlformats.org/officeDocument/2006/relationships/image" Target="../media/image8.png"/><Relationship Id="rId9"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7119" y="0"/>
            <a:ext cx="6858000" cy="685800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81534" y="1071350"/>
            <a:ext cx="3338978" cy="3338978"/>
          </a:xfrm>
          <a:prstGeom prst="rect">
            <a:avLst/>
          </a:prstGeom>
        </p:spPr>
      </p:pic>
      <p:sp>
        <p:nvSpPr>
          <p:cNvPr id="13" name="TextBox 12"/>
          <p:cNvSpPr txBox="1"/>
          <p:nvPr/>
        </p:nvSpPr>
        <p:spPr>
          <a:xfrm rot="16200000">
            <a:off x="-3045810" y="3044278"/>
            <a:ext cx="6858000" cy="769441"/>
          </a:xfrm>
          <a:prstGeom prst="rect">
            <a:avLst/>
          </a:prstGeom>
          <a:noFill/>
        </p:spPr>
        <p:txBody>
          <a:bodyPr wrap="square" rtlCol="0">
            <a:spAutoFit/>
          </a:bodyPr>
          <a:lstStyle/>
          <a:p>
            <a:r>
              <a:rPr lang="en-US" sz="4400" b="1" dirty="0" smtClean="0"/>
              <a:t>Logo</a:t>
            </a:r>
            <a:endParaRPr lang="en-AU" sz="4400" b="1" dirty="0"/>
          </a:p>
        </p:txBody>
      </p:sp>
    </p:spTree>
    <p:extLst>
      <p:ext uri="{BB962C8B-B14F-4D97-AF65-F5344CB8AC3E}">
        <p14:creationId xmlns:p14="http://schemas.microsoft.com/office/powerpoint/2010/main" val="27151288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a:xfrm>
            <a:off x="1014548" y="175259"/>
            <a:ext cx="11177452" cy="66827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3013" y="1088693"/>
            <a:ext cx="4762500" cy="4762500"/>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5364" y="623960"/>
            <a:ext cx="4286250" cy="42862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Logo Blank BG</a:t>
            </a:r>
            <a:endParaRPr lang="en-AU" sz="4400" b="1" dirty="0"/>
          </a:p>
        </p:txBody>
      </p:sp>
    </p:spTree>
    <p:extLst>
      <p:ext uri="{BB962C8B-B14F-4D97-AF65-F5344CB8AC3E}">
        <p14:creationId xmlns:p14="http://schemas.microsoft.com/office/powerpoint/2010/main" val="423776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74828" y="-2"/>
            <a:ext cx="3596483" cy="6858000"/>
          </a:xfrm>
          <a:prstGeom prst="rect">
            <a:avLst/>
          </a:prstGeom>
        </p:spPr>
      </p:pic>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16772" y="0"/>
            <a:ext cx="3424708" cy="685800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Splash Screen, Landing Page</a:t>
            </a:r>
            <a:endParaRPr lang="en-AU" sz="4400" b="1" dirty="0"/>
          </a:p>
        </p:txBody>
      </p:sp>
    </p:spTree>
    <p:extLst>
      <p:ext uri="{BB962C8B-B14F-4D97-AF65-F5344CB8AC3E}">
        <p14:creationId xmlns:p14="http://schemas.microsoft.com/office/powerpoint/2010/main" val="2940405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1014548" y="175260"/>
            <a:ext cx="10293531"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6" name="Group 15"/>
          <p:cNvGrpSpPr/>
          <p:nvPr/>
        </p:nvGrpSpPr>
        <p:grpSpPr>
          <a:xfrm>
            <a:off x="6333672"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23" name="Picture 22"/>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101454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smtClean="0"/>
              <a:t>No/ Blank Bottom </a:t>
            </a:r>
            <a:r>
              <a:rPr lang="en-US" sz="4400" b="1" dirty="0" err="1" smtClean="0"/>
              <a:t>Nav</a:t>
            </a:r>
            <a:endParaRPr lang="en-AU" sz="4400" b="1" dirty="0"/>
          </a:p>
        </p:txBody>
      </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smtClean="0"/>
              <a:t>Bottom </a:t>
            </a:r>
            <a:r>
              <a:rPr lang="en-US" sz="4400" b="1" dirty="0" err="1" smtClean="0"/>
              <a:t>Nav</a:t>
            </a:r>
            <a:r>
              <a:rPr lang="en-US" sz="4400" b="1" dirty="0" smtClean="0"/>
              <a:t> My Rides, Bikes</a:t>
            </a:r>
            <a:endParaRPr lang="en-AU" sz="4400" b="1" dirty="0"/>
          </a:p>
        </p:txBody>
      </p:sp>
    </p:spTree>
    <p:extLst>
      <p:ext uri="{BB962C8B-B14F-4D97-AF65-F5344CB8AC3E}">
        <p14:creationId xmlns:p14="http://schemas.microsoft.com/office/powerpoint/2010/main" val="4173789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angle 64"/>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smtClean="0"/>
              <a:t>Bottom </a:t>
            </a:r>
            <a:r>
              <a:rPr lang="en-US" sz="4400" b="1" dirty="0" err="1" smtClean="0"/>
              <a:t>Nav</a:t>
            </a:r>
            <a:r>
              <a:rPr lang="en-US" sz="4400" b="1" dirty="0" smtClean="0"/>
              <a:t> Explore Profile</a:t>
            </a:r>
            <a:endParaRPr lang="en-AU" sz="4400" b="1" dirty="0"/>
          </a:p>
        </p:txBody>
      </p:sp>
    </p:spTree>
    <p:extLst>
      <p:ext uri="{BB962C8B-B14F-4D97-AF65-F5344CB8AC3E}">
        <p14:creationId xmlns:p14="http://schemas.microsoft.com/office/powerpoint/2010/main" val="16170938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ounded Rectangle 17"/>
          <p:cNvSpPr/>
          <p:nvPr/>
        </p:nvSpPr>
        <p:spPr>
          <a:xfrm>
            <a:off x="6830870" y="1562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7" name="Rounded Rectangle 16"/>
          <p:cNvSpPr/>
          <p:nvPr/>
        </p:nvSpPr>
        <p:spPr>
          <a:xfrm>
            <a:off x="1304641" y="15621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5" name="Picture 4"/>
          <p:cNvPicPr>
            <a:picLocks noChangeAspect="1"/>
          </p:cNvPicPr>
          <p:nvPr/>
        </p:nvPicPr>
        <p:blipFill>
          <a:blip r:embed="rId4"/>
          <a:stretch>
            <a:fillRect/>
          </a:stretch>
        </p:blipFill>
        <p:spPr>
          <a:xfrm>
            <a:off x="1518285" y="1374325"/>
            <a:ext cx="2801118" cy="3324188"/>
          </a:xfrm>
          <a:prstGeom prst="rect">
            <a:avLst/>
          </a:prstGeom>
        </p:spPr>
      </p:pic>
      <p:grpSp>
        <p:nvGrpSpPr>
          <p:cNvPr id="9" name="Group 8"/>
          <p:cNvGrpSpPr/>
          <p:nvPr/>
        </p:nvGrpSpPr>
        <p:grpSpPr>
          <a:xfrm>
            <a:off x="6768759" y="0"/>
            <a:ext cx="3374571" cy="6858000"/>
            <a:chOff x="1231559" y="0"/>
            <a:chExt cx="3374571" cy="6858000"/>
          </a:xfrm>
        </p:grpSpPr>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11" name="Picture 1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2" name="TextBox 11"/>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3" name="Picture 12"/>
          <p:cNvPicPr>
            <a:picLocks noChangeAspect="1"/>
          </p:cNvPicPr>
          <p:nvPr/>
        </p:nvPicPr>
        <p:blipFill>
          <a:blip r:embed="rId4"/>
          <a:stretch>
            <a:fillRect/>
          </a:stretch>
        </p:blipFill>
        <p:spPr>
          <a:xfrm>
            <a:off x="7055485" y="1374325"/>
            <a:ext cx="2801118" cy="3324188"/>
          </a:xfrm>
          <a:prstGeom prst="rect">
            <a:avLst/>
          </a:prstGeom>
        </p:spPr>
      </p:pic>
      <p:sp>
        <p:nvSpPr>
          <p:cNvPr id="7" name="TextBox 6"/>
          <p:cNvSpPr txBox="1"/>
          <p:nvPr/>
        </p:nvSpPr>
        <p:spPr>
          <a:xfrm>
            <a:off x="7656286" y="1960676"/>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7895771" y="2751051"/>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Screens</a:t>
            </a:r>
            <a:endParaRPr lang="en-AU" sz="4400" b="1" dirty="0"/>
          </a:p>
        </p:txBody>
      </p:sp>
    </p:spTree>
    <p:extLst>
      <p:ext uri="{BB962C8B-B14F-4D97-AF65-F5344CB8AC3E}">
        <p14:creationId xmlns:p14="http://schemas.microsoft.com/office/powerpoint/2010/main" val="3102565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ounded Rectangle 95"/>
          <p:cNvSpPr/>
          <p:nvPr/>
        </p:nvSpPr>
        <p:spPr>
          <a:xfrm>
            <a:off x="8840188" y="1155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7" name="TextBox 6"/>
          <p:cNvSpPr txBox="1"/>
          <p:nvPr/>
        </p:nvSpPr>
        <p:spPr>
          <a:xfrm>
            <a:off x="7127958" y="1617297"/>
            <a:ext cx="96532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name.</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TextBox 29"/>
            <p:cNvSpPr txBox="1"/>
            <p:nvPr/>
          </p:nvSpPr>
          <p:spPr>
            <a:xfrm>
              <a:off x="1499677" y="462222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31" name="TextBox 30"/>
            <p:cNvSpPr txBox="1"/>
            <p:nvPr/>
          </p:nvSpPr>
          <p:spPr>
            <a:xfrm>
              <a:off x="2982582" y="454602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33" name="Rectangle 32"/>
            <p:cNvSpPr/>
            <p:nvPr/>
          </p:nvSpPr>
          <p:spPr>
            <a:xfrm>
              <a:off x="3378918" y="491535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506445"/>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40" name="Rounded Rectangle 39"/>
          <p:cNvSpPr/>
          <p:nvPr/>
        </p:nvSpPr>
        <p:spPr>
          <a:xfrm>
            <a:off x="5296284" y="184277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41" name="TextBox 40"/>
          <p:cNvSpPr txBox="1"/>
          <p:nvPr/>
        </p:nvSpPr>
        <p:spPr>
          <a:xfrm>
            <a:off x="529628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42" name="Rounded Rectangle 41"/>
          <p:cNvSpPr/>
          <p:nvPr/>
        </p:nvSpPr>
        <p:spPr>
          <a:xfrm>
            <a:off x="5296284" y="248938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43" name="TextBox 42"/>
          <p:cNvSpPr txBox="1"/>
          <p:nvPr/>
        </p:nvSpPr>
        <p:spPr>
          <a:xfrm>
            <a:off x="5296284" y="224316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44" name="Rounded Rectangle 43"/>
          <p:cNvSpPr/>
          <p:nvPr/>
        </p:nvSpPr>
        <p:spPr>
          <a:xfrm>
            <a:off x="5296284" y="31340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45" name="TextBox 44"/>
          <p:cNvSpPr txBox="1"/>
          <p:nvPr/>
        </p:nvSpPr>
        <p:spPr>
          <a:xfrm>
            <a:off x="5296284" y="288784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46" name="Rounded Rectangle 45"/>
          <p:cNvSpPr/>
          <p:nvPr/>
        </p:nvSpPr>
        <p:spPr>
          <a:xfrm>
            <a:off x="5296284" y="378037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47" name="TextBox 46"/>
          <p:cNvSpPr txBox="1"/>
          <p:nvPr/>
        </p:nvSpPr>
        <p:spPr>
          <a:xfrm>
            <a:off x="5296284" y="353415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48" name="Rectangle 47"/>
          <p:cNvSpPr/>
          <p:nvPr/>
        </p:nvSpPr>
        <p:spPr>
          <a:xfrm>
            <a:off x="5334296" y="432133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TextBox 48"/>
          <p:cNvSpPr txBox="1"/>
          <p:nvPr/>
        </p:nvSpPr>
        <p:spPr>
          <a:xfrm>
            <a:off x="5527720" y="432133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a:t>
            </a:r>
            <a:r>
              <a:rPr lang="en-US" sz="900" dirty="0">
                <a:latin typeface="Lato" panose="020F0502020204030203" pitchFamily="34" charset="0"/>
              </a:rPr>
              <a:t>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50" name="Rounded Rectangle 49"/>
          <p:cNvSpPr/>
          <p:nvPr/>
        </p:nvSpPr>
        <p:spPr>
          <a:xfrm>
            <a:off x="5296284" y="478264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1" name="Rounded Rectangle 50"/>
          <p:cNvSpPr/>
          <p:nvPr/>
        </p:nvSpPr>
        <p:spPr>
          <a:xfrm>
            <a:off x="6679580" y="478264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2" name="TextBox 51"/>
          <p:cNvSpPr txBox="1"/>
          <p:nvPr/>
        </p:nvSpPr>
        <p:spPr>
          <a:xfrm>
            <a:off x="5248717" y="489654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53" name="TextBox 52"/>
          <p:cNvSpPr txBox="1"/>
          <p:nvPr/>
        </p:nvSpPr>
        <p:spPr>
          <a:xfrm>
            <a:off x="6731622" y="482034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54" name="Rectangle 53"/>
          <p:cNvSpPr/>
          <p:nvPr/>
        </p:nvSpPr>
        <p:spPr>
          <a:xfrm>
            <a:off x="5722683" y="5160572"/>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55" name="Rectangle 54"/>
          <p:cNvSpPr/>
          <p:nvPr/>
        </p:nvSpPr>
        <p:spPr>
          <a:xfrm>
            <a:off x="7127958" y="518967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56" name="Rounded Rectangle 55"/>
          <p:cNvSpPr/>
          <p:nvPr/>
        </p:nvSpPr>
        <p:spPr>
          <a:xfrm>
            <a:off x="5296284" y="616431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61" name="TextBox 60"/>
          <p:cNvSpPr txBox="1"/>
          <p:nvPr/>
        </p:nvSpPr>
        <p:spPr>
          <a:xfrm>
            <a:off x="6092221" y="2235001"/>
            <a:ext cx="2056973"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Age should be 16 years or more.</a:t>
            </a:r>
            <a:endParaRPr lang="en-AU" sz="1100" dirty="0">
              <a:solidFill>
                <a:srgbClr val="FF0000"/>
              </a:solidFill>
              <a:latin typeface="Lato" panose="020F0502020204030203" pitchFamily="34" charset="0"/>
            </a:endParaRPr>
          </a:p>
        </p:txBody>
      </p:sp>
      <p:sp>
        <p:nvSpPr>
          <p:cNvPr id="62" name="TextBox 61"/>
          <p:cNvSpPr txBox="1"/>
          <p:nvPr/>
        </p:nvSpPr>
        <p:spPr>
          <a:xfrm>
            <a:off x="7127958" y="2889837"/>
            <a:ext cx="96051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a:t>
            </a:r>
            <a:endParaRPr lang="en-AU" sz="1100" dirty="0">
              <a:solidFill>
                <a:srgbClr val="FF0000"/>
              </a:solidFill>
              <a:latin typeface="Lato" panose="020F0502020204030203" pitchFamily="34" charset="0"/>
            </a:endParaRPr>
          </a:p>
        </p:txBody>
      </p:sp>
      <p:sp>
        <p:nvSpPr>
          <p:cNvPr id="63" name="TextBox 62"/>
          <p:cNvSpPr txBox="1"/>
          <p:nvPr/>
        </p:nvSpPr>
        <p:spPr>
          <a:xfrm>
            <a:off x="6727705" y="3034014"/>
            <a:ext cx="137409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Email already exists.</a:t>
            </a:r>
            <a:endParaRPr lang="en-AU" sz="1100" dirty="0">
              <a:solidFill>
                <a:srgbClr val="FF0000"/>
              </a:solidFill>
              <a:latin typeface="Lato" panose="020F0502020204030203" pitchFamily="34" charset="0"/>
            </a:endParaRPr>
          </a:p>
        </p:txBody>
      </p:sp>
      <p:sp>
        <p:nvSpPr>
          <p:cNvPr id="64" name="TextBox 63"/>
          <p:cNvSpPr txBox="1"/>
          <p:nvPr/>
        </p:nvSpPr>
        <p:spPr>
          <a:xfrm>
            <a:off x="6891738" y="3545157"/>
            <a:ext cx="1205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password.</a:t>
            </a:r>
            <a:endParaRPr lang="en-AU" sz="1100" dirty="0">
              <a:solidFill>
                <a:srgbClr val="FF0000"/>
              </a:solidFill>
              <a:latin typeface="Lato" panose="020F0502020204030203" pitchFamily="34" charset="0"/>
            </a:endParaRPr>
          </a:p>
        </p:txBody>
      </p:sp>
      <p:sp>
        <p:nvSpPr>
          <p:cNvPr id="65" name="TextBox 64"/>
          <p:cNvSpPr txBox="1"/>
          <p:nvPr/>
        </p:nvSpPr>
        <p:spPr>
          <a:xfrm>
            <a:off x="5527720" y="4482847"/>
            <a:ext cx="2400016"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You must accept Terms &amp; Conditions.</a:t>
            </a:r>
            <a:endParaRPr lang="en-AU" sz="1100" dirty="0">
              <a:solidFill>
                <a:srgbClr val="FF0000"/>
              </a:solidFill>
              <a:latin typeface="Lato" panose="020F0502020204030203" pitchFamily="34" charset="0"/>
            </a:endParaRPr>
          </a:p>
        </p:txBody>
      </p:sp>
      <p:sp>
        <p:nvSpPr>
          <p:cNvPr id="66" name="TextBox 65"/>
          <p:cNvSpPr txBox="1"/>
          <p:nvPr/>
        </p:nvSpPr>
        <p:spPr>
          <a:xfrm>
            <a:off x="5311423" y="5616849"/>
            <a:ext cx="2270173" cy="584775"/>
          </a:xfrm>
          <a:prstGeom prst="rect">
            <a:avLst/>
          </a:prstGeom>
          <a:noFill/>
        </p:spPr>
        <p:txBody>
          <a:bodyPr wrap="none" rtlCol="0">
            <a:spAutoFit/>
          </a:bodyPr>
          <a:lstStyle/>
          <a:p>
            <a:r>
              <a:rPr lang="en-US" sz="1050" dirty="0">
                <a:solidFill>
                  <a:srgbClr val="FF0000"/>
                </a:solidFill>
                <a:latin typeface="Lato" panose="020F0502020204030203" pitchFamily="34" charset="0"/>
              </a:rPr>
              <a:t>Selfie does not match with Govt. ID.</a:t>
            </a:r>
            <a:br>
              <a:rPr lang="en-US" sz="1050" dirty="0">
                <a:solidFill>
                  <a:srgbClr val="FF0000"/>
                </a:solidFill>
                <a:latin typeface="Lato" panose="020F0502020204030203" pitchFamily="34" charset="0"/>
              </a:rPr>
            </a:br>
            <a:r>
              <a:rPr lang="en-US" sz="1050" dirty="0">
                <a:solidFill>
                  <a:srgbClr val="FF0000"/>
                </a:solidFill>
                <a:latin typeface="Lato" panose="020F0502020204030203" pitchFamily="34" charset="0"/>
              </a:rPr>
              <a:t>Invalid Govt. ID</a:t>
            </a:r>
          </a:p>
          <a:p>
            <a:r>
              <a:rPr lang="en-US" sz="1050" dirty="0">
                <a:solidFill>
                  <a:srgbClr val="FF0000"/>
                </a:solidFill>
                <a:latin typeface="Lato" panose="020F0502020204030203" pitchFamily="34" charset="0"/>
              </a:rPr>
              <a:t>Other validation errors.</a:t>
            </a:r>
            <a:endParaRPr lang="en-AU" sz="1100" dirty="0">
              <a:solidFill>
                <a:srgbClr val="FF0000"/>
              </a:solidFill>
              <a:latin typeface="Lato" panose="020F0502020204030203" pitchFamily="34" charset="0"/>
            </a:endParaRPr>
          </a:p>
        </p:txBody>
      </p:sp>
      <p:grpSp>
        <p:nvGrpSpPr>
          <p:cNvPr id="93" name="Group 92"/>
          <p:cNvGrpSpPr/>
          <p:nvPr/>
        </p:nvGrpSpPr>
        <p:grpSpPr>
          <a:xfrm>
            <a:off x="8797320" y="7620"/>
            <a:ext cx="3374571" cy="6858000"/>
            <a:chOff x="8797320" y="0"/>
            <a:chExt cx="3374571" cy="6858000"/>
          </a:xfrm>
        </p:grpSpPr>
        <p:grpSp>
          <p:nvGrpSpPr>
            <p:cNvPr id="68" name="Group 67"/>
            <p:cNvGrpSpPr/>
            <p:nvPr/>
          </p:nvGrpSpPr>
          <p:grpSpPr>
            <a:xfrm>
              <a:off x="8797320" y="0"/>
              <a:ext cx="3374571" cy="6858000"/>
              <a:chOff x="1231559" y="0"/>
              <a:chExt cx="3374571" cy="6858000"/>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89" name="Picture 8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Terms &amp; Conditions</a:t>
              </a:r>
              <a:endParaRPr lang="en-AU" b="1" dirty="0">
                <a:solidFill>
                  <a:srgbClr val="506445"/>
                </a:solidFill>
                <a:latin typeface="Comfortaa" pitchFamily="2" charset="0"/>
              </a:endParaRPr>
            </a:p>
          </p:txBody>
        </p:sp>
        <p:sp>
          <p:nvSpPr>
            <p:cNvPr id="86" name="Rounded Rectangle 85"/>
            <p:cNvSpPr/>
            <p:nvPr/>
          </p:nvSpPr>
          <p:spPr>
            <a:xfrm>
              <a:off x="9113005"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1" name="TextBox 90"/>
            <p:cNvSpPr txBox="1"/>
            <p:nvPr/>
          </p:nvSpPr>
          <p:spPr>
            <a:xfrm>
              <a:off x="9059244" y="1488169"/>
              <a:ext cx="2858436" cy="3785652"/>
            </a:xfrm>
            <a:prstGeom prst="rect">
              <a:avLst/>
            </a:prstGeom>
            <a:noFill/>
          </p:spPr>
          <p:txBody>
            <a:bodyPr wrap="square" rtlCol="0">
              <a:spAutoFit/>
            </a:bodyPr>
            <a:lstStyle/>
            <a:p>
              <a:pPr algn="just"/>
              <a:r>
                <a:rPr lang="en-US" sz="12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You are responsible for complying with all local laws regarding biking and ensuring your safety while using our service. We are not liable for any injuries or damages sustained while using the service. For more information on our privacy policy and user </a:t>
              </a:r>
              <a:r>
                <a:rPr lang="en-US" sz="1200" dirty="0" smtClean="0">
                  <a:solidFill>
                    <a:srgbClr val="506445"/>
                  </a:solidFill>
                  <a:latin typeface="Lato" panose="020F0502020204030203" pitchFamily="34" charset="0"/>
                </a:rPr>
                <a:t>responsibility…</a:t>
              </a:r>
              <a:r>
                <a:rPr lang="en-US" sz="1200" dirty="0" smtClean="0">
                  <a:latin typeface="Lato" panose="020F0502020204030203" pitchFamily="34" charset="0"/>
                </a:rPr>
                <a:t> </a:t>
              </a:r>
              <a:r>
                <a:rPr lang="en-US" sz="1200" dirty="0">
                  <a:solidFill>
                    <a:srgbClr val="9510E4"/>
                  </a:solidFill>
                  <a:latin typeface="Lato" panose="020F0502020204030203" pitchFamily="34" charset="0"/>
                </a:rPr>
                <a:t>Read more</a:t>
              </a:r>
              <a:endParaRPr lang="en-AU" sz="1200" dirty="0">
                <a:solidFill>
                  <a:srgbClr val="9510E4"/>
                </a:solidFill>
                <a:latin typeface="Lato" panose="020F0502020204030203" pitchFamily="34" charset="0"/>
              </a:endParaRPr>
            </a:p>
          </p:txBody>
        </p:sp>
      </p:grpSp>
      <p:sp>
        <p:nvSpPr>
          <p:cNvPr id="97" name="Freeform 96"/>
          <p:cNvSpPr/>
          <p:nvPr/>
        </p:nvSpPr>
        <p:spPr>
          <a:xfrm>
            <a:off x="2093812" y="4984229"/>
            <a:ext cx="218912" cy="21891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Rounded Rectangle 82"/>
          <p:cNvSpPr/>
          <p:nvPr/>
        </p:nvSpPr>
        <p:spPr>
          <a:xfrm>
            <a:off x="4695387" y="251798"/>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13" name="Rectangle 112"/>
          <p:cNvSpPr/>
          <p:nvPr/>
        </p:nvSpPr>
        <p:spPr>
          <a:xfrm>
            <a:off x="4602652" y="1840458"/>
            <a:ext cx="3164399" cy="3261106"/>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List Screens</a:t>
            </a:r>
            <a:endParaRPr lang="en-AU" sz="4400" b="1" dirty="0"/>
          </a:p>
        </p:txBody>
      </p:sp>
      <p:grpSp>
        <p:nvGrpSpPr>
          <p:cNvPr id="9" name="Group 8"/>
          <p:cNvGrpSpPr/>
          <p:nvPr/>
        </p:nvGrpSpPr>
        <p:grpSpPr>
          <a:xfrm>
            <a:off x="967292" y="-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93" name="Group 92"/>
            <p:cNvGrpSpPr/>
            <p:nvPr/>
          </p:nvGrpSpPr>
          <p:grpSpPr>
            <a:xfrm>
              <a:off x="8188075" y="463241"/>
              <a:ext cx="2849326" cy="1024928"/>
              <a:chOff x="8957695" y="463241"/>
              <a:chExt cx="2849326" cy="1024928"/>
            </a:xfrm>
          </p:grpSpPr>
          <p:grpSp>
            <p:nvGrpSpPr>
              <p:cNvPr id="68" name="Group 67"/>
              <p:cNvGrpSpPr/>
              <p:nvPr/>
            </p:nvGrpSpPr>
            <p:grpSpPr>
              <a:xfrm>
                <a:off x="895769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79" name="Freeform 78"/>
            <p:cNvSpPr/>
            <p:nvPr/>
          </p:nvSpPr>
          <p:spPr>
            <a:xfrm>
              <a:off x="9287106" y="2572950"/>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80" name="TextBox 79"/>
            <p:cNvSpPr txBox="1"/>
            <p:nvPr/>
          </p:nvSpPr>
          <p:spPr>
            <a:xfrm>
              <a:off x="8719364" y="1982973"/>
              <a:ext cx="1991250"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List your first E-bike</a:t>
              </a:r>
              <a:endParaRPr lang="en-AU" sz="1600" dirty="0">
                <a:solidFill>
                  <a:srgbClr val="506445"/>
                </a:solidFill>
                <a:latin typeface="Lato" panose="020F0502020204030203" pitchFamily="34" charset="0"/>
              </a:endParaRPr>
            </a:p>
          </p:txBody>
        </p:sp>
        <p:sp>
          <p:nvSpPr>
            <p:cNvPr id="5" name="TextBox 4"/>
            <p:cNvSpPr txBox="1"/>
            <p:nvPr/>
          </p:nvSpPr>
          <p:spPr>
            <a:xfrm>
              <a:off x="8152383" y="3867481"/>
              <a:ext cx="3025187" cy="1384995"/>
            </a:xfrm>
            <a:prstGeom prst="rect">
              <a:avLst/>
            </a:prstGeom>
            <a:noFill/>
          </p:spPr>
          <p:txBody>
            <a:bodyPr wrap="none" rtlCol="0">
              <a:spAutoFit/>
            </a:bodyPr>
            <a:lstStyle/>
            <a:p>
              <a:pPr algn="ctr"/>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Earn money while your bike is not in use.</a:t>
              </a:r>
            </a:p>
            <a:p>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KYC-verified users with ratings &amp; trip history.</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Digital waivers &amp; per-ride insurance options.</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Set pricing, availability, and approvals in-app.</a:t>
              </a:r>
              <a:endParaRPr lang="en-AU" sz="1050" dirty="0">
                <a:solidFill>
                  <a:srgbClr val="506445"/>
                </a:solidFill>
                <a:latin typeface="Lato" panose="020F0502020204030203" pitchFamily="34" charset="0"/>
              </a:endParaRPr>
            </a:p>
          </p:txBody>
        </p:sp>
      </p:grpSp>
      <p:grpSp>
        <p:nvGrpSpPr>
          <p:cNvPr id="106" name="Group 105"/>
          <p:cNvGrpSpPr/>
          <p:nvPr/>
        </p:nvGrpSpPr>
        <p:grpSpPr>
          <a:xfrm>
            <a:off x="4707951" y="463239"/>
            <a:ext cx="2435973" cy="778707"/>
            <a:chOff x="1391934" y="463241"/>
            <a:chExt cx="2435973" cy="778707"/>
          </a:xfrm>
        </p:grpSpPr>
        <p:pic>
          <p:nvPicPr>
            <p:cNvPr id="108" name="Picture 10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09" name="TextBox 108"/>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11" name="TextBox 110"/>
          <p:cNvSpPr txBox="1"/>
          <p:nvPr/>
        </p:nvSpPr>
        <p:spPr>
          <a:xfrm>
            <a:off x="4729230" y="1118835"/>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sp>
        <p:nvSpPr>
          <p:cNvPr id="112" name="TextBox 111"/>
          <p:cNvSpPr txBox="1"/>
          <p:nvPr/>
        </p:nvSpPr>
        <p:spPr>
          <a:xfrm>
            <a:off x="5521048" y="1457821"/>
            <a:ext cx="1327608"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Your E-bikes</a:t>
            </a:r>
            <a:endParaRPr lang="en-AU" sz="1600" dirty="0">
              <a:solidFill>
                <a:srgbClr val="506445"/>
              </a:solidFill>
              <a:latin typeface="Lato" panose="020F0502020204030203" pitchFamily="34" charset="0"/>
            </a:endParaRPr>
          </a:p>
        </p:txBody>
      </p:sp>
      <p:grpSp>
        <p:nvGrpSpPr>
          <p:cNvPr id="27" name="Group 26"/>
          <p:cNvGrpSpPr/>
          <p:nvPr/>
        </p:nvGrpSpPr>
        <p:grpSpPr>
          <a:xfrm>
            <a:off x="4637863" y="1851908"/>
            <a:ext cx="3164399" cy="1259652"/>
            <a:chOff x="4637863" y="1851908"/>
            <a:chExt cx="3164399" cy="1259652"/>
          </a:xfrm>
        </p:grpSpPr>
        <p:sp>
          <p:nvSpPr>
            <p:cNvPr id="114" name="Rectangle 113"/>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 name="Straight Connector 10"/>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4853565" y="1883256"/>
              <a:ext cx="867545" cy="276999"/>
            </a:xfrm>
            <a:prstGeom prst="rect">
              <a:avLst/>
            </a:prstGeom>
            <a:noFill/>
          </p:spPr>
          <p:txBody>
            <a:bodyPr wrap="none" rtlCol="0">
              <a:spAutoFit/>
            </a:bodyPr>
            <a:lstStyle/>
            <a:p>
              <a:r>
                <a:rPr lang="en-US" sz="1200" b="1" dirty="0">
                  <a:solidFill>
                    <a:srgbClr val="9510E4"/>
                  </a:solidFill>
                  <a:latin typeface="Comfortaa" pitchFamily="2" charset="0"/>
                </a:rPr>
                <a:t>Owen-A1</a:t>
              </a:r>
              <a:endParaRPr lang="en-AU" sz="1200" b="1" dirty="0">
                <a:solidFill>
                  <a:srgbClr val="9510E4"/>
                </a:solidFill>
                <a:latin typeface="Comfortaa" pitchFamily="2" charset="0"/>
              </a:endParaRPr>
            </a:p>
          </p:txBody>
        </p:sp>
        <p:pic>
          <p:nvPicPr>
            <p:cNvPr id="116" name="Picture 11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 name="5-Point Star 1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7" name="5-Point Star 116"/>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9" name="5-Point Star 11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0" name="5-Point Star 119"/>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1" name="5-Point Star 12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12"/>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2026 – 31 Dec, 2027</a:t>
              </a:r>
              <a:endParaRPr lang="en-AU" sz="1050" dirty="0"/>
            </a:p>
          </p:txBody>
        </p:sp>
        <p:sp>
          <p:nvSpPr>
            <p:cNvPr id="15" name="Rectangle 14"/>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Road</a:t>
              </a:r>
            </a:p>
            <a:p>
              <a:pPr>
                <a:lnSpc>
                  <a:spcPct val="150000"/>
                </a:lnSpc>
              </a:pPr>
              <a:r>
                <a:rPr lang="en-US" sz="1000" b="1" dirty="0">
                  <a:solidFill>
                    <a:srgbClr val="9510E4"/>
                  </a:solidFill>
                  <a:latin typeface="Lato" panose="020F0502020204030203" pitchFamily="34" charset="0"/>
                </a:rPr>
                <a:t>$/Wk  73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22" name="Group 121"/>
          <p:cNvGrpSpPr/>
          <p:nvPr/>
        </p:nvGrpSpPr>
        <p:grpSpPr>
          <a:xfrm>
            <a:off x="4645799" y="3124378"/>
            <a:ext cx="3164399" cy="1259652"/>
            <a:chOff x="4637863" y="1851908"/>
            <a:chExt cx="3164399" cy="1259652"/>
          </a:xfrm>
        </p:grpSpPr>
        <p:sp>
          <p:nvSpPr>
            <p:cNvPr id="123" name="Rectangle 122"/>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24" name="Straight Connector 123"/>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5" name="TextBox 124"/>
            <p:cNvSpPr txBox="1"/>
            <p:nvPr/>
          </p:nvSpPr>
          <p:spPr>
            <a:xfrm>
              <a:off x="4853565" y="1883256"/>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26" name="Picture 12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7" name="5-Point Star 126"/>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8" name="5-Point Star 127"/>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9" name="5-Point Star 12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5-Point Star 129"/>
            <p:cNvSpPr/>
            <p:nvPr/>
          </p:nvSpPr>
          <p:spPr>
            <a:xfrm>
              <a:off x="5357556" y="2881142"/>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5-Point Star 13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2" name="Rectangle 131"/>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33" name="Rectangle 132"/>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46" name="Group 145"/>
          <p:cNvGrpSpPr/>
          <p:nvPr/>
        </p:nvGrpSpPr>
        <p:grpSpPr>
          <a:xfrm>
            <a:off x="4742101" y="4401856"/>
            <a:ext cx="3164399" cy="1259652"/>
            <a:chOff x="4637863" y="1851908"/>
            <a:chExt cx="3164399" cy="1259652"/>
          </a:xfrm>
        </p:grpSpPr>
        <p:sp>
          <p:nvSpPr>
            <p:cNvPr id="147" name="Rectangle 14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48" name="Straight Connector 147"/>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9" name="TextBox 148"/>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50" name="Picture 149"/>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51" name="5-Point Star 150"/>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2" name="5-Point Star 151"/>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3" name="5-Point Star 152"/>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5-Point Star 153"/>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5-Point Star 154"/>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6" name="Rectangle 155"/>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57" name="Rectangle 156"/>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pic>
        <p:nvPicPr>
          <p:cNvPr id="158" name="Picture 157"/>
          <p:cNvPicPr>
            <a:picLocks noChangeAspect="1"/>
          </p:cNvPicPr>
          <p:nvPr/>
        </p:nvPicPr>
        <p:blipFill rotWithShape="1">
          <a:blip r:embed="rId5"/>
          <a:srcRect l="28965" r="6291" b="7480"/>
          <a:stretch/>
        </p:blipFill>
        <p:spPr>
          <a:xfrm>
            <a:off x="4932035" y="345731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159" name="Picture 158"/>
          <p:cNvPicPr>
            <a:picLocks noChangeAspect="1"/>
          </p:cNvPicPr>
          <p:nvPr/>
        </p:nvPicPr>
        <p:blipFill>
          <a:blip r:embed="rId6"/>
          <a:stretch>
            <a:fillRect/>
          </a:stretch>
        </p:blipFill>
        <p:spPr>
          <a:xfrm>
            <a:off x="5014807" y="4737954"/>
            <a:ext cx="698070" cy="657635"/>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37" name="Rectangle 36"/>
          <p:cNvSpPr/>
          <p:nvPr/>
        </p:nvSpPr>
        <p:spPr>
          <a:xfrm>
            <a:off x="4625053" y="5094260"/>
            <a:ext cx="3190017" cy="582956"/>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Rounded Rectangle 109"/>
          <p:cNvSpPr/>
          <p:nvPr/>
        </p:nvSpPr>
        <p:spPr>
          <a:xfrm>
            <a:off x="4813253" y="51941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grpSp>
        <p:nvGrpSpPr>
          <p:cNvPr id="85" name="Group 84"/>
          <p:cNvGrpSpPr/>
          <p:nvPr/>
        </p:nvGrpSpPr>
        <p:grpSpPr>
          <a:xfrm>
            <a:off x="4497568" y="-2"/>
            <a:ext cx="3374571" cy="6858000"/>
            <a:chOff x="8817429" y="0"/>
            <a:chExt cx="3374571" cy="6858000"/>
          </a:xfrm>
        </p:grpSpPr>
        <p:grpSp>
          <p:nvGrpSpPr>
            <p:cNvPr id="98" name="Group 97"/>
            <p:cNvGrpSpPr/>
            <p:nvPr/>
          </p:nvGrpSpPr>
          <p:grpSpPr>
            <a:xfrm>
              <a:off x="8817429" y="0"/>
              <a:ext cx="3374571" cy="6858000"/>
              <a:chOff x="6333672" y="0"/>
              <a:chExt cx="3374571" cy="6858000"/>
            </a:xfrm>
          </p:grpSpPr>
          <p:pic>
            <p:nvPicPr>
              <p:cNvPr id="104" name="Picture 10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5" name="Freeform 10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99" name="TextBox 98"/>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100" name="TextBox 99"/>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101" name="TextBox 100"/>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102" name="Oval 101"/>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03" name="TextBox 102"/>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3478570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List an E-Bike Screens</a:t>
            </a:r>
            <a:endParaRPr lang="en-AU" sz="4400" b="1" dirty="0"/>
          </a:p>
        </p:txBody>
      </p:sp>
      <p:grpSp>
        <p:nvGrpSpPr>
          <p:cNvPr id="6" name="Group 5"/>
          <p:cNvGrpSpPr/>
          <p:nvPr/>
        </p:nvGrpSpPr>
        <p:grpSpPr>
          <a:xfrm>
            <a:off x="92608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1" name="Rectangle 80"/>
            <p:cNvSpPr/>
            <p:nvPr/>
          </p:nvSpPr>
          <p:spPr>
            <a:xfrm>
              <a:off x="2977458" y="928129"/>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82" name="Rectangle 81"/>
            <p:cNvSpPr/>
            <p:nvPr/>
          </p:nvSpPr>
          <p:spPr>
            <a:xfrm>
              <a:off x="2532778" y="1482149"/>
              <a:ext cx="1813317"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Your E-Bike’s Image</a:t>
              </a:r>
              <a:endParaRPr lang="en-AU" sz="1050" dirty="0"/>
            </a:p>
          </p:txBody>
        </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Owen’s Bike</a:t>
              </a:r>
              <a:endParaRPr lang="en-AU" dirty="0">
                <a:solidFill>
                  <a:schemeClr val="bg1">
                    <a:lumMod val="65000"/>
                  </a:schemeClr>
                </a:solidFill>
                <a:latin typeface="Lato" panose="020F0502020204030203" pitchFamily="34" charset="0"/>
              </a:endParaRPr>
            </a:p>
          </p:txBody>
        </p:sp>
        <p:sp>
          <p:nvSpPr>
            <p:cNvPr id="86" name="TextBox 85"/>
            <p:cNvSpPr txBox="1"/>
            <p:nvPr/>
          </p:nvSpPr>
          <p:spPr>
            <a:xfrm>
              <a:off x="2037079" y="1712148"/>
              <a:ext cx="1449436"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Give Your E-Bike a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70</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Road</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7844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a:solidFill>
                    <a:schemeClr val="bg1">
                      <a:lumMod val="50000"/>
                    </a:schemeClr>
                  </a:solidFill>
                  <a:latin typeface="Lato" panose="020F0502020204030203" pitchFamily="34" charset="0"/>
                </a:rPr>
                <a:t>📍</a:t>
              </a:r>
              <a:endParaRPr lang="en-AU" sz="1200" dirty="0">
                <a:solidFill>
                  <a:schemeClr val="bg1">
                    <a:lumMod val="50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187" name="Rectangle 186"/>
          <p:cNvSpPr/>
          <p:nvPr/>
        </p:nvSpPr>
        <p:spPr>
          <a:xfrm>
            <a:off x="4796359" y="1774229"/>
            <a:ext cx="3164399" cy="3656651"/>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9" name="Rectangle 188"/>
          <p:cNvSpPr/>
          <p:nvPr/>
        </p:nvSpPr>
        <p:spPr>
          <a:xfrm>
            <a:off x="5206894" y="1285146"/>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190" name="Rectangle 189"/>
          <p:cNvSpPr/>
          <p:nvPr/>
        </p:nvSpPr>
        <p:spPr>
          <a:xfrm>
            <a:off x="4952949" y="1900818"/>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191" name="Rounded Rectangle 190"/>
          <p:cNvSpPr/>
          <p:nvPr/>
        </p:nvSpPr>
        <p:spPr>
          <a:xfrm>
            <a:off x="7320636" y="192222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2" name="Rounded Rectangle 191"/>
          <p:cNvSpPr/>
          <p:nvPr/>
        </p:nvSpPr>
        <p:spPr>
          <a:xfrm>
            <a:off x="7492328" y="190013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3" name="Rounded Rectangle 192"/>
          <p:cNvSpPr/>
          <p:nvPr/>
        </p:nvSpPr>
        <p:spPr>
          <a:xfrm>
            <a:off x="7320636" y="2424769"/>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4" name="Rounded Rectangle 193"/>
          <p:cNvSpPr/>
          <p:nvPr/>
        </p:nvSpPr>
        <p:spPr>
          <a:xfrm>
            <a:off x="7492328" y="24026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5" name="Rounded Rectangle 194"/>
          <p:cNvSpPr/>
          <p:nvPr/>
        </p:nvSpPr>
        <p:spPr>
          <a:xfrm>
            <a:off x="7328428" y="292731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6" name="Rounded Rectangle 195"/>
          <p:cNvSpPr/>
          <p:nvPr/>
        </p:nvSpPr>
        <p:spPr>
          <a:xfrm>
            <a:off x="7332480" y="2905225"/>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7" name="Rounded Rectangle 196"/>
          <p:cNvSpPr/>
          <p:nvPr/>
        </p:nvSpPr>
        <p:spPr>
          <a:xfrm>
            <a:off x="7320636" y="341276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8" name="Rounded Rectangle 197"/>
          <p:cNvSpPr/>
          <p:nvPr/>
        </p:nvSpPr>
        <p:spPr>
          <a:xfrm>
            <a:off x="7492328" y="339067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9" name="Rounded Rectangle 198"/>
          <p:cNvSpPr/>
          <p:nvPr/>
        </p:nvSpPr>
        <p:spPr>
          <a:xfrm>
            <a:off x="7320636" y="393425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0" name="Rounded Rectangle 199"/>
          <p:cNvSpPr/>
          <p:nvPr/>
        </p:nvSpPr>
        <p:spPr>
          <a:xfrm>
            <a:off x="7324688" y="3912162"/>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1" name="Rounded Rectangle 200"/>
          <p:cNvSpPr/>
          <p:nvPr/>
        </p:nvSpPr>
        <p:spPr>
          <a:xfrm>
            <a:off x="7328428" y="439643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2" name="Rounded Rectangle 201"/>
          <p:cNvSpPr/>
          <p:nvPr/>
        </p:nvSpPr>
        <p:spPr>
          <a:xfrm>
            <a:off x="7500120" y="43743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3" name="Rounded Rectangle 202"/>
          <p:cNvSpPr/>
          <p:nvPr/>
        </p:nvSpPr>
        <p:spPr>
          <a:xfrm>
            <a:off x="7320636" y="494345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4" name="Rounded Rectangle 203"/>
          <p:cNvSpPr/>
          <p:nvPr/>
        </p:nvSpPr>
        <p:spPr>
          <a:xfrm>
            <a:off x="7324688" y="4921364"/>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175" name="Group 174"/>
          <p:cNvGrpSpPr/>
          <p:nvPr/>
        </p:nvGrpSpPr>
        <p:grpSpPr>
          <a:xfrm>
            <a:off x="4887052" y="463241"/>
            <a:ext cx="2435973" cy="778707"/>
            <a:chOff x="1391934" y="463241"/>
            <a:chExt cx="2435973" cy="778707"/>
          </a:xfrm>
        </p:grpSpPr>
        <p:pic>
          <p:nvPicPr>
            <p:cNvPr id="185" name="Picture 1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86" name="TextBox 185"/>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176" name="Group 175"/>
          <p:cNvGrpSpPr/>
          <p:nvPr/>
        </p:nvGrpSpPr>
        <p:grpSpPr>
          <a:xfrm>
            <a:off x="4676669" y="0"/>
            <a:ext cx="3374571" cy="6858000"/>
            <a:chOff x="8817429" y="0"/>
            <a:chExt cx="3374571" cy="6858000"/>
          </a:xfrm>
        </p:grpSpPr>
        <p:grpSp>
          <p:nvGrpSpPr>
            <p:cNvPr id="177" name="Group 176"/>
            <p:cNvGrpSpPr/>
            <p:nvPr/>
          </p:nvGrpSpPr>
          <p:grpSpPr>
            <a:xfrm>
              <a:off x="8817429" y="0"/>
              <a:ext cx="3374571" cy="6858000"/>
              <a:chOff x="6333672" y="0"/>
              <a:chExt cx="3374571" cy="6858000"/>
            </a:xfrm>
          </p:grpSpPr>
          <p:pic>
            <p:nvPicPr>
              <p:cNvPr id="183" name="Picture 18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84" name="Freeform 18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78" name="TextBox 177"/>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79" name="TextBox 178"/>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80" name="TextBox 179"/>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81" name="Oval 180"/>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82" name="TextBox 181"/>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16252579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Edit an E-Bike</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833406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Calendar</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grpSp>
        <p:nvGrpSpPr>
          <p:cNvPr id="11" name="Group 10"/>
          <p:cNvGrpSpPr/>
          <p:nvPr/>
        </p:nvGrpSpPr>
        <p:grpSpPr>
          <a:xfrm>
            <a:off x="1807005" y="2839985"/>
            <a:ext cx="2164227" cy="1939609"/>
            <a:chOff x="1807005" y="2839985"/>
            <a:chExt cx="2164227" cy="1939609"/>
          </a:xfrm>
        </p:grpSpPr>
        <p:pic>
          <p:nvPicPr>
            <p:cNvPr id="2" name="Picture 1"/>
            <p:cNvPicPr>
              <a:picLocks noChangeAspect="1"/>
            </p:cNvPicPr>
            <p:nvPr/>
          </p:nvPicPr>
          <p:blipFill>
            <a:blip r:embed="rId6"/>
            <a:stretch>
              <a:fillRect/>
            </a:stretch>
          </p:blipFill>
          <p:spPr>
            <a:xfrm>
              <a:off x="1807005" y="2839985"/>
              <a:ext cx="2164227" cy="1939609"/>
            </a:xfrm>
            <a:prstGeom prst="rect">
              <a:avLst/>
            </a:prstGeom>
            <a:ln w="12700">
              <a:solidFill>
                <a:srgbClr val="9510E4"/>
              </a:solidFill>
            </a:ln>
          </p:spPr>
        </p:pic>
        <p:sp>
          <p:nvSpPr>
            <p:cNvPr id="40" name="Freeform 39"/>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1" name="Freeform 40"/>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Rectangle 9"/>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845018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540659"/>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5"/>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633524" y="4065155"/>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5"/>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10079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 xmlns:a16="http://schemas.microsoft.com/office/drawing/2014/main"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6"/>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b="1" dirty="0" smtClean="0">
                  <a:solidFill>
                    <a:schemeClr val="bg1">
                      <a:lumMod val="95000"/>
                    </a:schemeClr>
                  </a:solidFill>
                  <a:latin typeface="Lato" panose="020F0502020204030203" pitchFamily="34" charset="0"/>
                </a:rPr>
                <a:t>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49244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7"/>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49203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pic>
        <p:nvPicPr>
          <p:cNvPr id="64" name="Picture 6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4"/>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b="1" dirty="0" smtClean="0">
                <a:solidFill>
                  <a:schemeClr val="bg1">
                    <a:lumMod val="95000"/>
                  </a:schemeClr>
                </a:solidFill>
                <a:latin typeface="Lato" panose="020F0502020204030203" pitchFamily="34" charset="0"/>
              </a:rPr>
              <a:t>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smtClean="0">
                <a:solidFill>
                  <a:schemeClr val="bg1">
                    <a:lumMod val="50000"/>
                  </a:schemeClr>
                </a:solidFill>
                <a:latin typeface="Lato" panose="020F0502020204030203" pitchFamily="34" charset="0"/>
              </a:rPr>
              <a:t>23/01/2017</a:t>
            </a:r>
          </a:p>
          <a:p>
            <a:pPr>
              <a:lnSpc>
                <a:spcPct val="200000"/>
              </a:lnSpc>
            </a:pPr>
            <a:r>
              <a:rPr lang="en-US" sz="1000" b="1" dirty="0" smtClean="0">
                <a:solidFill>
                  <a:srgbClr val="9510E4"/>
                </a:solidFill>
                <a:latin typeface="Lato" panose="020F0502020204030203" pitchFamily="34" charset="0"/>
              </a:rPr>
              <a:t>                   </a:t>
            </a:r>
            <a:r>
              <a:rPr lang="en-US" sz="1000" b="1" u="sng" dirty="0" smtClean="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sp>
        <p:nvSpPr>
          <p:cNvPr id="53" name="TextBox 52"/>
          <p:cNvSpPr txBox="1"/>
          <p:nvPr/>
        </p:nvSpPr>
        <p:spPr>
          <a:xfrm>
            <a:off x="962401" y="3597573"/>
            <a:ext cx="678180" cy="369332"/>
          </a:xfrm>
          <a:prstGeom prst="rect">
            <a:avLst/>
          </a:prstGeom>
          <a:noFill/>
        </p:spPr>
        <p:txBody>
          <a:bodyPr wrap="square" rtlCol="0">
            <a:spAutoFit/>
          </a:bodyPr>
          <a:lstStyle/>
          <a:p>
            <a:pPr algn="ctr"/>
            <a:r>
              <a:rPr lang="en-AU" b="1" dirty="0" smtClean="0">
                <a:solidFill>
                  <a:srgbClr val="9510E4"/>
                </a:solidFill>
              </a:rPr>
              <a:t>👤</a:t>
            </a:r>
            <a:endParaRPr lang="en-AU" sz="1000" b="1" dirty="0">
              <a:solidFill>
                <a:srgbClr val="9510E4"/>
              </a:solidFill>
            </a:endParaRPr>
          </a:p>
        </p:txBody>
      </p:sp>
      <p:pic>
        <p:nvPicPr>
          <p:cNvPr id="78" name="Picture 7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Owen </a:t>
            </a:r>
            <a:r>
              <a:rPr lang="en-US" b="1" dirty="0" err="1" smtClean="0">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5"/>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smtClean="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a:t>
            </a:r>
            <a:r>
              <a:rPr lang="en-US" sz="1300" b="1" dirty="0" smtClean="0">
                <a:solidFill>
                  <a:srgbClr val="9510E4"/>
                </a:solidFill>
                <a:latin typeface="Lato" panose="020F0502020204030203" pitchFamily="34" charset="0"/>
              </a:rPr>
              <a:t>Listed:     </a:t>
            </a:r>
            <a:r>
              <a:rPr lang="en-US" sz="1300" b="1" dirty="0" smtClean="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smtClean="0">
                <a:solidFill>
                  <a:schemeClr val="bg1">
                    <a:lumMod val="50000"/>
                  </a:schemeClr>
                </a:solidFill>
                <a:latin typeface="Lato" panose="020F0502020204030203" pitchFamily="34" charset="0"/>
              </a:rPr>
              <a:t>                          </a:t>
            </a:r>
            <a:r>
              <a:rPr lang="en-US" sz="1300" dirty="0" smtClean="0">
                <a:solidFill>
                  <a:srgbClr val="9510E4"/>
                </a:solidFill>
                <a:latin typeface="Lato" panose="020F0502020204030203" pitchFamily="34" charset="0"/>
              </a:rPr>
              <a:t>(</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smtClean="0">
              <a:solidFill>
                <a:srgbClr val="9510E4"/>
              </a:solidFill>
            </a:endParaRPr>
          </a:p>
          <a:p>
            <a:pPr algn="just"/>
            <a:r>
              <a:rPr lang="en-US" sz="1300" b="1" u="sng" dirty="0" smtClean="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9992953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a:t>
            </a:r>
            <a:r>
              <a:rPr lang="en-US" sz="4400" b="1" dirty="0" smtClean="0"/>
              <a:t>E-Bike </a:t>
            </a:r>
            <a:r>
              <a:rPr lang="en-US" sz="4400" b="1" dirty="0"/>
              <a:t>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43053"/>
            <a:ext cx="3208020" cy="5726259"/>
          </a:xfrm>
          <a:prstGeom prst="rect">
            <a:avLst/>
          </a:prstGeom>
        </p:spPr>
      </p:pic>
      <p:sp>
        <p:nvSpPr>
          <p:cNvPr id="18" name="Rectangle 17"/>
          <p:cNvSpPr/>
          <p:nvPr/>
        </p:nvSpPr>
        <p:spPr>
          <a:xfrm>
            <a:off x="5960091" y="2361063"/>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0"/>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4" name="Oval 23"/>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5" name="TextBox 24"/>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8" name="Rounded Rectangle 27"/>
          <p:cNvSpPr/>
          <p:nvPr/>
        </p:nvSpPr>
        <p:spPr>
          <a:xfrm>
            <a:off x="6183499"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45940"/>
            <a:ext cx="2973891" cy="246221"/>
          </a:xfrm>
          <a:prstGeom prst="rect">
            <a:avLst/>
          </a:prstGeom>
        </p:spPr>
        <p:txBody>
          <a:bodyPr wrap="none">
            <a:spAutoFit/>
          </a:bodyPr>
          <a:lstStyle/>
          <a:p>
            <a:r>
              <a:rPr lang="en-US" sz="1000" dirty="0" smtClean="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a:t>
            </a:r>
            <a:r>
              <a:rPr lang="en-US" sz="4000" b="1" dirty="0" smtClean="0"/>
              <a:t>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b="1" dirty="0" smtClean="0">
                <a:solidFill>
                  <a:schemeClr val="bg1">
                    <a:lumMod val="95000"/>
                  </a:schemeClr>
                </a:solidFill>
                <a:latin typeface="Lato" panose="020F0502020204030203" pitchFamily="34" charset="0"/>
              </a:rPr>
              <a:t>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smtClean="0">
                <a:solidFill>
                  <a:schemeClr val="bg1">
                    <a:lumMod val="50000"/>
                  </a:schemeClr>
                </a:solidFill>
                <a:latin typeface="Lato" panose="020F0502020204030203" pitchFamily="34" charset="0"/>
              </a:rPr>
              <a:t>23/01/2017</a:t>
            </a:r>
          </a:p>
          <a:p>
            <a:pPr>
              <a:lnSpc>
                <a:spcPct val="200000"/>
              </a:lnSpc>
            </a:pPr>
            <a:r>
              <a:rPr lang="en-US" sz="1000" b="1" dirty="0" smtClean="0">
                <a:solidFill>
                  <a:srgbClr val="9510E4"/>
                </a:solidFill>
                <a:latin typeface="Lato" panose="020F0502020204030203" pitchFamily="34" charset="0"/>
              </a:rPr>
              <a:t>                   </a:t>
            </a:r>
            <a:r>
              <a:rPr lang="en-US" sz="1000" b="1" u="sng" dirty="0" smtClean="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smtClean="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smtClean="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smtClean="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smtClean="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65" name="Oval 64"/>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6" name="TextBox 65"/>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b="1" dirty="0" smtClean="0">
                <a:solidFill>
                  <a:schemeClr val="bg1">
                    <a:lumMod val="95000"/>
                  </a:schemeClr>
                </a:solidFill>
                <a:latin typeface="Lato" panose="020F0502020204030203" pitchFamily="34" charset="0"/>
              </a:rPr>
              <a:t>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smtClean="0">
                <a:solidFill>
                  <a:srgbClr val="9510E4"/>
                </a:solidFill>
                <a:latin typeface="Lato" panose="020F0502020204030203" pitchFamily="34" charset="0"/>
              </a:rPr>
              <a:t>Price		</a:t>
            </a:r>
            <a:r>
              <a:rPr lang="en-US" sz="1000" dirty="0" smtClean="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smtClean="0">
                <a:solidFill>
                  <a:schemeClr val="bg1">
                    <a:lumMod val="50000"/>
                  </a:schemeClr>
                </a:solidFill>
                <a:latin typeface="Lato" panose="020F0502020204030203" pitchFamily="34" charset="0"/>
              </a:rPr>
              <a:t> </a:t>
            </a:r>
            <a:r>
              <a:rPr lang="en-US" sz="1000" b="1" dirty="0" smtClean="0">
                <a:solidFill>
                  <a:srgbClr val="9510E4"/>
                </a:solidFill>
                <a:latin typeface="Lato" panose="020F0502020204030203" pitchFamily="34" charset="0"/>
              </a:rPr>
              <a:t>charge	   </a:t>
            </a:r>
            <a:r>
              <a:rPr lang="en-US" sz="1000" dirty="0" smtClean="0">
                <a:solidFill>
                  <a:schemeClr val="bg1">
                    <a:lumMod val="50000"/>
                  </a:schemeClr>
                </a:solidFill>
                <a:latin typeface="Lato" panose="020F0502020204030203" pitchFamily="34" charset="0"/>
              </a:rPr>
              <a:t>$29.35</a:t>
            </a:r>
            <a:endParaRPr lang="en-US" sz="1000" dirty="0">
              <a:solidFill>
                <a:schemeClr val="bg1">
                  <a:lumMod val="50000"/>
                </a:schemeClr>
              </a:solidFill>
              <a:latin typeface="Lato" panose="020F0502020204030203" pitchFamily="34" charset="0"/>
            </a:endParaRPr>
          </a:p>
          <a:p>
            <a:pPr lvl="1"/>
            <a:r>
              <a:rPr lang="en-US" sz="1000" b="1" dirty="0" smtClean="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smtClean="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a:t>
            </a:r>
            <a:r>
              <a:rPr lang="en-US" sz="1100" dirty="0" smtClean="0">
                <a:solidFill>
                  <a:schemeClr val="bg1">
                    <a:lumMod val="50000"/>
                  </a:schemeClr>
                </a:solidFill>
              </a:rPr>
              <a:t>of</a:t>
            </a:r>
            <a:r>
              <a:rPr lang="en-US" sz="1100" dirty="0" smtClean="0">
                <a:solidFill>
                  <a:schemeClr val="tx1">
                    <a:lumMod val="65000"/>
                    <a:lumOff val="35000"/>
                  </a:schemeClr>
                </a:solidFill>
                <a:latin typeface="Lato" panose="020F0502020204030203" pitchFamily="34" charset="0"/>
              </a:rPr>
              <a:t>…</a:t>
            </a:r>
            <a:r>
              <a:rPr lang="en-US" sz="1100" dirty="0" smtClean="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smtClean="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smtClean="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a:t>
            </a:r>
            <a:r>
              <a:rPr lang="en-US" sz="3600" b="1" dirty="0" smtClean="0"/>
              <a:t>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b="1" dirty="0" smtClean="0">
                <a:solidFill>
                  <a:schemeClr val="bg1">
                    <a:lumMod val="95000"/>
                  </a:schemeClr>
                </a:solidFill>
                <a:latin typeface="Lato" panose="020F0502020204030203" pitchFamily="34" charset="0"/>
              </a:rPr>
              <a:t>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smtClean="0">
                <a:solidFill>
                  <a:schemeClr val="bg1">
                    <a:lumMod val="50000"/>
                  </a:schemeClr>
                </a:solidFill>
                <a:latin typeface="Lato" panose="020F0502020204030203" pitchFamily="34" charset="0"/>
              </a:rPr>
              <a:t>23/01/2017</a:t>
            </a:r>
          </a:p>
          <a:p>
            <a:pPr>
              <a:lnSpc>
                <a:spcPct val="200000"/>
              </a:lnSpc>
            </a:pPr>
            <a:r>
              <a:rPr lang="en-US" sz="1000" b="1" dirty="0" smtClean="0">
                <a:solidFill>
                  <a:srgbClr val="9510E4"/>
                </a:solidFill>
                <a:latin typeface="Lato" panose="020F0502020204030203" pitchFamily="34" charset="0"/>
              </a:rPr>
              <a:t>                   </a:t>
            </a:r>
            <a:r>
              <a:rPr lang="en-US" sz="1000" b="1" u="sng" dirty="0" smtClean="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smtClean="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smtClean="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smtClean="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smtClean="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smtClean="0">
                <a:solidFill>
                  <a:srgbClr val="506445"/>
                </a:solidFill>
                <a:latin typeface="Lato" panose="020F0502020204030203" pitchFamily="34" charset="0"/>
              </a:rPr>
              <a:t>Tyres </a:t>
            </a:r>
            <a:r>
              <a:rPr lang="en-US" sz="1100" b="1" dirty="0">
                <a:solidFill>
                  <a:srgbClr val="506445"/>
                </a:solidFill>
                <a:latin typeface="Lato" panose="020F0502020204030203" pitchFamily="34" charset="0"/>
              </a:rPr>
              <a:t>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537209" y="586652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3" name="Oval 112"/>
          <p:cNvSpPr/>
          <p:nvPr/>
        </p:nvSpPr>
        <p:spPr>
          <a:xfrm>
            <a:off x="6034445" y="585938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2" name="TextBox 111"/>
          <p:cNvSpPr txBox="1"/>
          <p:nvPr/>
        </p:nvSpPr>
        <p:spPr>
          <a:xfrm>
            <a:off x="5836169" y="586545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smtClean="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10169797" y="587562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9667033" y="5868485"/>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9468757" y="5874549"/>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t>
            </a:r>
            <a:r>
              <a:rPr lang="en-US" sz="1050" dirty="0" smtClean="0">
                <a:solidFill>
                  <a:schemeClr val="tx1">
                    <a:lumMod val="65000"/>
                    <a:lumOff val="35000"/>
                  </a:schemeClr>
                </a:solidFill>
                <a:latin typeface="Lato" panose="020F0502020204030203" pitchFamily="34" charset="0"/>
              </a:rPr>
              <a:t>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smtClean="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a:t>
            </a:r>
            <a:r>
              <a:rPr lang="en-US" sz="3600" b="1" dirty="0" smtClean="0"/>
              <a:t>E-Bike Current  Booking</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b="1" dirty="0" smtClean="0">
                <a:solidFill>
                  <a:schemeClr val="bg1">
                    <a:lumMod val="95000"/>
                  </a:schemeClr>
                </a:solidFill>
                <a:latin typeface="Lato" panose="020F0502020204030203" pitchFamily="34" charset="0"/>
              </a:rPr>
              <a:t>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smtClean="0">
                <a:solidFill>
                  <a:schemeClr val="bg1">
                    <a:lumMod val="50000"/>
                  </a:schemeClr>
                </a:solidFill>
                <a:latin typeface="Lato" panose="020F0502020204030203" pitchFamily="34" charset="0"/>
              </a:rPr>
              <a:t>23/01/2017</a:t>
            </a:r>
          </a:p>
          <a:p>
            <a:pPr>
              <a:lnSpc>
                <a:spcPct val="200000"/>
              </a:lnSpc>
            </a:pPr>
            <a:r>
              <a:rPr lang="en-US" sz="1000" b="1" dirty="0" smtClean="0">
                <a:solidFill>
                  <a:srgbClr val="9510E4"/>
                </a:solidFill>
                <a:latin typeface="Lato" panose="020F0502020204030203" pitchFamily="34" charset="0"/>
              </a:rPr>
              <a:t>                   </a:t>
            </a:r>
            <a:r>
              <a:rPr lang="en-US" sz="1000" b="1" u="sng" dirty="0" smtClean="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smtClean="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smtClean="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smtClean="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smtClean="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smtClean="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t>
            </a:r>
            <a:r>
              <a:rPr lang="en-US" sz="1050" dirty="0" smtClean="0">
                <a:solidFill>
                  <a:schemeClr val="tx1">
                    <a:lumMod val="65000"/>
                    <a:lumOff val="35000"/>
                  </a:schemeClr>
                </a:solidFill>
                <a:latin typeface="Lato" panose="020F0502020204030203" pitchFamily="34" charset="0"/>
              </a:rPr>
              <a:t>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smtClean="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a:t>
              </a:r>
              <a:r>
                <a:rPr lang="en-US" sz="1200" b="1" dirty="0" smtClean="0">
                  <a:solidFill>
                    <a:srgbClr val="506445"/>
                  </a:solidFill>
                  <a:latin typeface="Lato" panose="020F0502020204030203" pitchFamily="34" charset="0"/>
                </a:rPr>
                <a:t>Insurance</a:t>
              </a:r>
              <a:endParaRPr lang="en-AU" sz="1200" b="1" dirty="0">
                <a:solidFill>
                  <a:srgbClr val="506445"/>
                </a:solidFill>
                <a:latin typeface="Lato" panose="020F0502020204030203" pitchFamily="34" charset="0"/>
              </a:endParaRPr>
            </a:p>
          </p:txBody>
        </p:sp>
      </p:gr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smtClean="0">
                <a:solidFill>
                  <a:srgbClr val="9510E4"/>
                </a:solidFill>
                <a:latin typeface="Lato" panose="020F0502020204030203" pitchFamily="34" charset="0"/>
              </a:rPr>
              <a:t>Report an Incident</a:t>
            </a:r>
            <a:r>
              <a:rPr lang="en-US" sz="900" dirty="0" smtClean="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smtClean="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a:t>
            </a:r>
            <a:r>
              <a:rPr lang="en-US" sz="1100" dirty="0" smtClean="0">
                <a:solidFill>
                  <a:schemeClr val="bg1">
                    <a:lumMod val="50000"/>
                  </a:schemeClr>
                </a:solidFill>
              </a:rPr>
              <a:t>of </a:t>
            </a:r>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a:t>
            </a:r>
            <a:r>
              <a:rPr lang="en-US" sz="1100" dirty="0" smtClean="0">
                <a:solidFill>
                  <a:schemeClr val="bg1">
                    <a:lumMod val="50000"/>
                  </a:schemeClr>
                </a:solidFill>
              </a:rPr>
              <a:t>unknown</a:t>
            </a:r>
            <a:r>
              <a:rPr lang="en-US" sz="1100" dirty="0" smtClean="0">
                <a:solidFill>
                  <a:schemeClr val="tx1">
                    <a:lumMod val="65000"/>
                    <a:lumOff val="35000"/>
                  </a:schemeClr>
                </a:solidFill>
                <a:latin typeface="Lato" panose="020F0502020204030203" pitchFamily="34" charset="0"/>
              </a:rPr>
              <a:t>…</a:t>
            </a:r>
            <a:r>
              <a:rPr lang="en-US" sz="1100" dirty="0" smtClean="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402965" y="587525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4" name="Oval 133"/>
          <p:cNvSpPr/>
          <p:nvPr/>
        </p:nvSpPr>
        <p:spPr>
          <a:xfrm>
            <a:off x="9900201" y="586811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5" name="TextBox 134"/>
          <p:cNvSpPr txBox="1"/>
          <p:nvPr/>
        </p:nvSpPr>
        <p:spPr>
          <a:xfrm>
            <a:off x="9701925" y="587418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smtClean="0">
                <a:solidFill>
                  <a:schemeClr val="tx1">
                    <a:lumMod val="65000"/>
                    <a:lumOff val="35000"/>
                  </a:schemeClr>
                </a:solidFill>
                <a:latin typeface="Lato" panose="020F0502020204030203" pitchFamily="34" charset="0"/>
              </a:rPr>
              <a:t>Incident Category</a:t>
            </a:r>
            <a:endParaRPr lang="en-AU" sz="1050" dirty="0"/>
          </a:p>
        </p:txBody>
      </p:sp>
    </p:spTree>
    <p:extLst>
      <p:ext uri="{BB962C8B-B14F-4D97-AF65-F5344CB8AC3E}">
        <p14:creationId xmlns:p14="http://schemas.microsoft.com/office/powerpoint/2010/main" val="16137756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a:t>
            </a:r>
            <a:r>
              <a:rPr lang="en-US" sz="3600" b="1" dirty="0" smtClean="0"/>
              <a:t>E-Bike Return</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b="1" dirty="0" smtClean="0">
                <a:solidFill>
                  <a:schemeClr val="bg1">
                    <a:lumMod val="95000"/>
                  </a:schemeClr>
                </a:solidFill>
                <a:latin typeface="Lato" panose="020F0502020204030203" pitchFamily="34" charset="0"/>
              </a:rPr>
              <a:t>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smtClean="0">
                <a:solidFill>
                  <a:schemeClr val="bg1">
                    <a:lumMod val="50000"/>
                  </a:schemeClr>
                </a:solidFill>
                <a:latin typeface="Lato" panose="020F0502020204030203" pitchFamily="34" charset="0"/>
              </a:rPr>
              <a:t>23/01/2017</a:t>
            </a:r>
          </a:p>
          <a:p>
            <a:pPr>
              <a:lnSpc>
                <a:spcPct val="200000"/>
              </a:lnSpc>
            </a:pPr>
            <a:r>
              <a:rPr lang="en-US" sz="1000" b="1" dirty="0" smtClean="0">
                <a:solidFill>
                  <a:srgbClr val="9510E4"/>
                </a:solidFill>
                <a:latin typeface="Lato" panose="020F0502020204030203" pitchFamily="34" charset="0"/>
              </a:rPr>
              <a:t>                   </a:t>
            </a:r>
            <a:r>
              <a:rPr lang="en-US" sz="1000" b="1" u="sng" dirty="0" smtClean="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smtClean="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smtClean="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smtClean="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smtClean="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smtClean="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t>
            </a:r>
            <a:r>
              <a:rPr lang="en-US" sz="1050" dirty="0" smtClean="0">
                <a:solidFill>
                  <a:schemeClr val="tx1">
                    <a:lumMod val="65000"/>
                    <a:lumOff val="35000"/>
                  </a:schemeClr>
                </a:solidFill>
                <a:latin typeface="Lato" panose="020F0502020204030203" pitchFamily="34" charset="0"/>
              </a:rPr>
              <a:t>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smtClean="0">
                <a:solidFill>
                  <a:schemeClr val="tx1">
                    <a:lumMod val="65000"/>
                    <a:lumOff val="35000"/>
                  </a:schemeClr>
                </a:solidFill>
                <a:latin typeface="Lato" panose="020F0502020204030203" pitchFamily="34" charset="0"/>
              </a:rPr>
              <a:t>Leave a comment</a:t>
            </a:r>
            <a:endParaRPr lang="en-AU" sz="1050" dirty="0"/>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smtClean="0">
                <a:solidFill>
                  <a:srgbClr val="9510E4"/>
                </a:solidFill>
                <a:latin typeface="Lato" panose="020F0502020204030203" pitchFamily="34" charset="0"/>
              </a:rPr>
              <a:t>Report an Incident</a:t>
            </a:r>
            <a:r>
              <a:rPr lang="en-US" sz="900" dirty="0" smtClean="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smtClean="0">
                <a:solidFill>
                  <a:schemeClr val="tx1">
                    <a:lumMod val="65000"/>
                    <a:lumOff val="35000"/>
                  </a:schemeClr>
                </a:solidFill>
                <a:latin typeface="Lato" panose="020F0502020204030203" pitchFamily="34" charset="0"/>
              </a:rPr>
              <a:t>Rate your experience</a:t>
            </a:r>
            <a:endParaRPr lang="en-AU" sz="1050" dirty="0"/>
          </a:p>
        </p:txBody>
      </p:sp>
    </p:spTree>
    <p:extLst>
      <p:ext uri="{BB962C8B-B14F-4D97-AF65-F5344CB8AC3E}">
        <p14:creationId xmlns:p14="http://schemas.microsoft.com/office/powerpoint/2010/main" val="4098316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smtClean="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smtClean="0">
                <a:solidFill>
                  <a:srgbClr val="506445"/>
                </a:solidFill>
                <a:latin typeface="Lato" panose="020F0502020204030203" pitchFamily="34" charset="0"/>
              </a:rPr>
              <a:t>Maps</a:t>
            </a:r>
            <a:endParaRPr lang="en-US" sz="1000" b="1" dirty="0">
              <a:solidFill>
                <a:srgbClr val="506445"/>
              </a:solidFill>
              <a:latin typeface="Lato" panose="020F0502020204030203" pitchFamily="34" charset="0"/>
            </a:endParaRPr>
          </a:p>
          <a:p>
            <a:pPr algn="ctr">
              <a:lnSpc>
                <a:spcPct val="150000"/>
              </a:lnSpc>
            </a:pPr>
            <a:r>
              <a:rPr lang="en-US" sz="1000" b="1" u="sng" dirty="0" smtClean="0">
                <a:solidFill>
                  <a:srgbClr val="9510E4"/>
                </a:solidFill>
                <a:latin typeface="Lato" panose="020F0502020204030203" pitchFamily="34" charset="0"/>
              </a:rPr>
              <a:t>Info</a:t>
            </a:r>
          </a:p>
          <a:p>
            <a:pPr algn="ctr">
              <a:lnSpc>
                <a:spcPct val="150000"/>
              </a:lnSpc>
            </a:pPr>
            <a:r>
              <a:rPr lang="en-US" sz="1000" b="1" u="sng" dirty="0" smtClean="0">
                <a:solidFill>
                  <a:srgbClr val="9510E4"/>
                </a:solidFill>
                <a:latin typeface="Lato" panose="020F0502020204030203" pitchFamily="34" charset="0"/>
              </a:rPr>
              <a:t>Community Update</a:t>
            </a:r>
            <a:endParaRPr lang="en-US" sz="1000" b="1" u="sng" dirty="0">
              <a:solidFill>
                <a:srgbClr val="9510E4"/>
              </a:solidFill>
              <a:latin typeface="Lato" panose="020F0502020204030203" pitchFamily="34" charset="0"/>
            </a:endParaRPr>
          </a:p>
          <a:p>
            <a:pPr algn="ctr">
              <a:lnSpc>
                <a:spcPct val="150000"/>
              </a:lnSpc>
            </a:pPr>
            <a:r>
              <a:rPr lang="en-US" sz="1000" b="1" u="sng" dirty="0" smtClean="0">
                <a:solidFill>
                  <a:srgbClr val="9510E4"/>
                </a:solidFill>
                <a:latin typeface="Lato" panose="020F0502020204030203" pitchFamily="34" charset="0"/>
              </a:rPr>
              <a:t>Ask AI</a:t>
            </a:r>
            <a:r>
              <a:rPr lang="en-US" sz="1000" b="1" dirty="0" smtClean="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smtClean="0">
                <a:solidFill>
                  <a:srgbClr val="506445"/>
                </a:solidFill>
                <a:latin typeface="Lato" panose="020F0502020204030203" pitchFamily="34" charset="0"/>
              </a:rPr>
              <a:t>Maps</a:t>
            </a:r>
            <a:endParaRPr lang="en-US" sz="1000" b="1" dirty="0">
              <a:solidFill>
                <a:srgbClr val="506445"/>
              </a:solidFill>
              <a:latin typeface="Lato" panose="020F0502020204030203" pitchFamily="34" charset="0"/>
            </a:endParaRPr>
          </a:p>
          <a:p>
            <a:pPr algn="ctr">
              <a:lnSpc>
                <a:spcPct val="150000"/>
              </a:lnSpc>
            </a:pPr>
            <a:r>
              <a:rPr lang="en-US" sz="1000" b="1" u="sng" dirty="0" smtClean="0">
                <a:solidFill>
                  <a:srgbClr val="9510E4"/>
                </a:solidFill>
                <a:latin typeface="Lato" panose="020F0502020204030203" pitchFamily="34" charset="0"/>
              </a:rPr>
              <a:t>Info</a:t>
            </a:r>
          </a:p>
          <a:p>
            <a:pPr algn="ctr">
              <a:lnSpc>
                <a:spcPct val="150000"/>
              </a:lnSpc>
            </a:pPr>
            <a:r>
              <a:rPr lang="en-US" sz="1000" b="1" u="sng" dirty="0" smtClean="0">
                <a:solidFill>
                  <a:srgbClr val="9510E4"/>
                </a:solidFill>
                <a:latin typeface="Lato" panose="020F0502020204030203" pitchFamily="34" charset="0"/>
              </a:rPr>
              <a:t>Community Update</a:t>
            </a:r>
            <a:endParaRPr lang="en-US" sz="1000" b="1" u="sng" dirty="0">
              <a:solidFill>
                <a:srgbClr val="9510E4"/>
              </a:solidFill>
              <a:latin typeface="Lato" panose="020F0502020204030203" pitchFamily="34" charset="0"/>
            </a:endParaRPr>
          </a:p>
          <a:p>
            <a:pPr algn="ctr">
              <a:lnSpc>
                <a:spcPct val="150000"/>
              </a:lnSpc>
            </a:pPr>
            <a:r>
              <a:rPr lang="en-US" sz="1000" b="1" u="sng" dirty="0" smtClean="0">
                <a:solidFill>
                  <a:srgbClr val="9510E4"/>
                </a:solidFill>
                <a:latin typeface="Lato" panose="020F0502020204030203" pitchFamily="34" charset="0"/>
              </a:rPr>
              <a:t>Ask AI</a:t>
            </a:r>
            <a:r>
              <a:rPr lang="en-US" sz="1000" b="1" dirty="0" smtClean="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smtClean="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smtClean="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smtClean="0">
                <a:solidFill>
                  <a:srgbClr val="506445"/>
                </a:solidFill>
                <a:latin typeface="Lato" panose="020F0502020204030203" pitchFamily="34" charset="0"/>
              </a:rPr>
              <a:t>Maps</a:t>
            </a:r>
            <a:endParaRPr lang="en-US" sz="1000" b="1" dirty="0">
              <a:solidFill>
                <a:srgbClr val="506445"/>
              </a:solidFill>
              <a:latin typeface="Lato" panose="020F0502020204030203" pitchFamily="34" charset="0"/>
            </a:endParaRPr>
          </a:p>
          <a:p>
            <a:pPr algn="ctr">
              <a:lnSpc>
                <a:spcPct val="150000"/>
              </a:lnSpc>
            </a:pPr>
            <a:r>
              <a:rPr lang="en-US" sz="1000" b="1" u="sng" dirty="0" smtClean="0">
                <a:solidFill>
                  <a:srgbClr val="9510E4"/>
                </a:solidFill>
                <a:latin typeface="Lato" panose="020F0502020204030203" pitchFamily="34" charset="0"/>
              </a:rPr>
              <a:t>Info</a:t>
            </a:r>
          </a:p>
          <a:p>
            <a:pPr algn="ctr">
              <a:lnSpc>
                <a:spcPct val="150000"/>
              </a:lnSpc>
            </a:pPr>
            <a:r>
              <a:rPr lang="en-US" sz="1000" b="1" u="sng" dirty="0" smtClean="0">
                <a:solidFill>
                  <a:srgbClr val="9510E4"/>
                </a:solidFill>
                <a:latin typeface="Lato" panose="020F0502020204030203" pitchFamily="34" charset="0"/>
              </a:rPr>
              <a:t>Community Update</a:t>
            </a:r>
            <a:endParaRPr lang="en-US" sz="1000" b="1" u="sng" dirty="0">
              <a:solidFill>
                <a:srgbClr val="9510E4"/>
              </a:solidFill>
              <a:latin typeface="Lato" panose="020F0502020204030203" pitchFamily="34" charset="0"/>
            </a:endParaRPr>
          </a:p>
          <a:p>
            <a:pPr algn="ctr">
              <a:lnSpc>
                <a:spcPct val="150000"/>
              </a:lnSpc>
            </a:pPr>
            <a:r>
              <a:rPr lang="en-US" sz="1000" b="1" u="sng" dirty="0" smtClean="0">
                <a:solidFill>
                  <a:srgbClr val="9510E4"/>
                </a:solidFill>
                <a:latin typeface="Lato" panose="020F0502020204030203" pitchFamily="34" charset="0"/>
              </a:rPr>
              <a:t>Ask AI</a:t>
            </a:r>
            <a:r>
              <a:rPr lang="en-US" sz="1000" b="1" dirty="0" smtClean="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smtClean="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smtClean="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smtClean="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smtClean="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smtClean="0">
                <a:solidFill>
                  <a:srgbClr val="506445"/>
                </a:solidFill>
                <a:latin typeface="Lato" panose="020F0502020204030203" pitchFamily="34" charset="0"/>
              </a:rPr>
              <a:t>Current Charging Stations</a:t>
            </a:r>
          </a:p>
          <a:p>
            <a:pPr>
              <a:lnSpc>
                <a:spcPct val="200000"/>
              </a:lnSpc>
            </a:pPr>
            <a:r>
              <a:rPr lang="en-US" sz="1200" b="1" dirty="0" smtClean="0">
                <a:solidFill>
                  <a:srgbClr val="506445"/>
                </a:solidFill>
                <a:latin typeface="Lato" panose="020F0502020204030203" pitchFamily="34" charset="0"/>
              </a:rPr>
              <a:t>Future Charging Stations</a:t>
            </a:r>
          </a:p>
          <a:p>
            <a:pPr>
              <a:lnSpc>
                <a:spcPct val="200000"/>
              </a:lnSpc>
            </a:pPr>
            <a:r>
              <a:rPr lang="en-US" sz="1200" b="1" dirty="0" smtClean="0">
                <a:solidFill>
                  <a:srgbClr val="506445"/>
                </a:solidFill>
                <a:latin typeface="Lato" panose="020F0502020204030203" pitchFamily="34" charset="0"/>
              </a:rPr>
              <a:t>Dedicated Bike Stations</a:t>
            </a:r>
          </a:p>
          <a:p>
            <a:pPr>
              <a:lnSpc>
                <a:spcPct val="200000"/>
              </a:lnSpc>
            </a:pPr>
            <a:r>
              <a:rPr lang="en-US" sz="1200" b="1" dirty="0" smtClean="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smtClean="0">
                <a:solidFill>
                  <a:srgbClr val="506445"/>
                </a:solidFill>
                <a:latin typeface="Lato" panose="020F0502020204030203" pitchFamily="34" charset="0"/>
              </a:rPr>
              <a:t>Current Charging Stations</a:t>
            </a:r>
          </a:p>
          <a:p>
            <a:pPr>
              <a:lnSpc>
                <a:spcPct val="200000"/>
              </a:lnSpc>
            </a:pPr>
            <a:r>
              <a:rPr lang="en-US" sz="1200" b="1" dirty="0" smtClean="0">
                <a:solidFill>
                  <a:srgbClr val="506445"/>
                </a:solidFill>
                <a:latin typeface="Lato" panose="020F0502020204030203" pitchFamily="34" charset="0"/>
              </a:rPr>
              <a:t>Future Charging Stations</a:t>
            </a:r>
          </a:p>
          <a:p>
            <a:pPr>
              <a:lnSpc>
                <a:spcPct val="200000"/>
              </a:lnSpc>
            </a:pPr>
            <a:r>
              <a:rPr lang="en-US" sz="1200" b="1" dirty="0" smtClean="0">
                <a:solidFill>
                  <a:srgbClr val="506445"/>
                </a:solidFill>
                <a:latin typeface="Lato" panose="020F0502020204030203" pitchFamily="34" charset="0"/>
              </a:rPr>
              <a:t>Dedicated Bike Stations</a:t>
            </a:r>
          </a:p>
          <a:p>
            <a:pPr>
              <a:lnSpc>
                <a:spcPct val="200000"/>
              </a:lnSpc>
            </a:pPr>
            <a:r>
              <a:rPr lang="en-US" sz="1200" b="1" dirty="0" smtClean="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smtClean="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smtClean="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smtClean="0">
                <a:solidFill>
                  <a:srgbClr val="9510E4"/>
                </a:solidFill>
                <a:latin typeface="Lato" panose="020F0502020204030203" pitchFamily="34" charset="0"/>
              </a:rPr>
              <a:t>Ask AI</a:t>
            </a:r>
            <a:r>
              <a:rPr lang="en-US" sz="1000" b="1" dirty="0" smtClean="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smtClean="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smtClean="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smtClean="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p>
          <a:p>
            <a:pPr>
              <a:lnSpc>
                <a:spcPct val="150000"/>
              </a:lnSpc>
            </a:pPr>
            <a:r>
              <a:rPr lang="en-US" sz="1600" b="1" dirty="0" smtClean="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smtClean="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smtClean="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smtClean="0">
                <a:solidFill>
                  <a:srgbClr val="506445"/>
                </a:solidFill>
                <a:latin typeface="Lato" panose="020F0502020204030203" pitchFamily="34" charset="0"/>
              </a:rPr>
              <a:t>Ask AI</a:t>
            </a:r>
            <a:r>
              <a:rPr lang="en-US" sz="1000" b="1" dirty="0" smtClean="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smtClean="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smtClean="0">
                <a:solidFill>
                  <a:srgbClr val="506445"/>
                </a:solidFill>
                <a:latin typeface="Lato" panose="020F0502020204030203" pitchFamily="34" charset="0"/>
              </a:rPr>
              <a:t>Name:   </a:t>
            </a:r>
            <a:r>
              <a:rPr lang="en-US" sz="1200" dirty="0" smtClean="0">
                <a:solidFill>
                  <a:srgbClr val="506445"/>
                </a:solidFill>
                <a:latin typeface="Lato" panose="020F0502020204030203" pitchFamily="34" charset="0"/>
              </a:rPr>
              <a:t>John Doe</a:t>
            </a:r>
            <a:endParaRPr lang="en-US" sz="1200" dirty="0">
              <a:solidFill>
                <a:srgbClr val="506445"/>
              </a:solidFill>
              <a:latin typeface="Lato" panose="020F0502020204030203" pitchFamily="34" charset="0"/>
            </a:endParaRPr>
          </a:p>
          <a:p>
            <a:endParaRPr lang="en-US" sz="1200" b="1" dirty="0" smtClean="0">
              <a:solidFill>
                <a:srgbClr val="506445"/>
              </a:solidFill>
              <a:latin typeface="Lato" panose="020F0502020204030203" pitchFamily="34" charset="0"/>
            </a:endParaRPr>
          </a:p>
          <a:p>
            <a:r>
              <a:rPr lang="en-US" sz="1200" b="1" dirty="0" smtClean="0">
                <a:solidFill>
                  <a:srgbClr val="506445"/>
                </a:solidFill>
                <a:latin typeface="Lato" panose="020F0502020204030203" pitchFamily="34" charset="0"/>
              </a:rPr>
              <a:t>Email:    </a:t>
            </a:r>
            <a:r>
              <a:rPr lang="en-US" sz="1200" u="sng" dirty="0" smtClean="0">
                <a:solidFill>
                  <a:srgbClr val="506445"/>
                </a:solidFill>
                <a:latin typeface="Lato" panose="020F0502020204030203" pitchFamily="34" charset="0"/>
              </a:rPr>
              <a:t>john@micro2move.com</a:t>
            </a:r>
            <a:endParaRPr lang="en-US" sz="1200" u="sng" dirty="0">
              <a:solidFill>
                <a:srgbClr val="506445"/>
              </a:solidFill>
              <a:latin typeface="Lato" panose="020F0502020204030203" pitchFamily="34" charset="0"/>
            </a:endParaRPr>
          </a:p>
          <a:p>
            <a:endParaRPr lang="en-US" sz="1200" b="1" dirty="0" smtClean="0">
              <a:solidFill>
                <a:srgbClr val="506445"/>
              </a:solidFill>
              <a:latin typeface="Lato" panose="020F0502020204030203" pitchFamily="34" charset="0"/>
            </a:endParaRPr>
          </a:p>
          <a:p>
            <a:r>
              <a:rPr lang="en-US" sz="1200" b="1" dirty="0" smtClean="0">
                <a:solidFill>
                  <a:srgbClr val="506445"/>
                </a:solidFill>
                <a:latin typeface="Lato" panose="020F0502020204030203" pitchFamily="34" charset="0"/>
              </a:rPr>
              <a:t>Bikes Listed:</a:t>
            </a:r>
          </a:p>
          <a:p>
            <a:endParaRPr lang="en-US" sz="500" b="1" dirty="0" smtClean="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a:t>
            </a:r>
            <a:r>
              <a:rPr lang="en-US" sz="1200" dirty="0" smtClean="0">
                <a:solidFill>
                  <a:srgbClr val="506445"/>
                </a:solidFill>
                <a:latin typeface="Lato" panose="020F0502020204030203" pitchFamily="34" charset="0"/>
              </a:rPr>
              <a:t>   Listed Bikes:             5</a:t>
            </a:r>
          </a:p>
          <a:p>
            <a:r>
              <a:rPr lang="en-US" sz="1200" dirty="0" smtClean="0">
                <a:solidFill>
                  <a:srgbClr val="506445"/>
                </a:solidFill>
                <a:latin typeface="Lato" panose="020F0502020204030203" pitchFamily="34" charset="0"/>
              </a:rPr>
              <a:t>    Renter Ratings:                             (71)</a:t>
            </a:r>
          </a:p>
          <a:p>
            <a:endParaRPr lang="en-US" sz="1200" b="1" dirty="0" smtClean="0">
              <a:solidFill>
                <a:srgbClr val="506445"/>
              </a:solidFill>
              <a:latin typeface="Lato" panose="020F0502020204030203" pitchFamily="34" charset="0"/>
            </a:endParaRPr>
          </a:p>
          <a:p>
            <a:r>
              <a:rPr lang="en-US" sz="1200" b="1" dirty="0" smtClean="0">
                <a:solidFill>
                  <a:srgbClr val="506445"/>
                </a:solidFill>
                <a:latin typeface="Lato" panose="020F0502020204030203" pitchFamily="34" charset="0"/>
              </a:rPr>
              <a:t>Bikes Rented:</a:t>
            </a:r>
          </a:p>
          <a:p>
            <a:endParaRPr lang="en-US" sz="200" b="1" dirty="0" smtClean="0">
              <a:solidFill>
                <a:srgbClr val="506445"/>
              </a:solidFill>
              <a:latin typeface="Lato" panose="020F0502020204030203" pitchFamily="34" charset="0"/>
            </a:endParaRPr>
          </a:p>
          <a:p>
            <a:r>
              <a:rPr lang="en-US" sz="1200" b="1" dirty="0" smtClean="0">
                <a:solidFill>
                  <a:srgbClr val="506445"/>
                </a:solidFill>
                <a:latin typeface="Lato" panose="020F0502020204030203" pitchFamily="34" charset="0"/>
              </a:rPr>
              <a:t>    </a:t>
            </a:r>
            <a:r>
              <a:rPr lang="en-US" sz="1200" dirty="0" smtClean="0">
                <a:solidFill>
                  <a:srgbClr val="506445"/>
                </a:solidFill>
                <a:latin typeface="Lato" panose="020F0502020204030203" pitchFamily="34" charset="0"/>
              </a:rPr>
              <a:t>Owner </a:t>
            </a:r>
            <a:r>
              <a:rPr lang="en-US" sz="1200" dirty="0">
                <a:solidFill>
                  <a:srgbClr val="506445"/>
                </a:solidFill>
                <a:latin typeface="Lato" panose="020F0502020204030203" pitchFamily="34" charset="0"/>
              </a:rPr>
              <a:t>R</a:t>
            </a:r>
            <a:r>
              <a:rPr lang="en-US" sz="1200" dirty="0" smtClean="0">
                <a:solidFill>
                  <a:srgbClr val="506445"/>
                </a:solidFill>
                <a:latin typeface="Lato" panose="020F0502020204030203" pitchFamily="34" charset="0"/>
              </a:rPr>
              <a:t>atings:                           (12)  </a:t>
            </a:r>
          </a:p>
          <a:p>
            <a:endParaRPr lang="en-US" sz="1200" b="1" dirty="0">
              <a:solidFill>
                <a:srgbClr val="506445"/>
              </a:solidFill>
              <a:latin typeface="Lato" panose="020F0502020204030203" pitchFamily="34" charset="0"/>
            </a:endParaRPr>
          </a:p>
          <a:p>
            <a:r>
              <a:rPr lang="en-US" sz="1200" b="1" dirty="0" smtClean="0">
                <a:solidFill>
                  <a:srgbClr val="506445"/>
                </a:solidFill>
                <a:latin typeface="Lato" panose="020F0502020204030203" pitchFamily="34" charset="0"/>
              </a:rPr>
              <a:t>Joined micro2move on: </a:t>
            </a:r>
            <a:r>
              <a:rPr lang="en-US" sz="1200" dirty="0" smtClean="0">
                <a:solidFill>
                  <a:srgbClr val="506445"/>
                </a:solidFill>
                <a:latin typeface="Lato" panose="020F0502020204030203" pitchFamily="34" charset="0"/>
              </a:rPr>
              <a:t>21 Jan, 2026</a:t>
            </a:r>
            <a:endParaRPr lang="en-US" sz="1200" b="1" dirty="0" smtClean="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r>
              <a:rPr lang="en-US" sz="1200" b="1" dirty="0" smtClean="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smtClean="0">
                <a:solidFill>
                  <a:srgbClr val="9510E4"/>
                </a:solidFill>
                <a:latin typeface="Lato" panose="020F0502020204030203" pitchFamily="34" charset="0"/>
              </a:rPr>
              <a:t>In-App  Lessons</a:t>
            </a:r>
            <a:r>
              <a:rPr lang="en-US" sz="1200" b="1" dirty="0" smtClean="0">
                <a:solidFill>
                  <a:srgbClr val="9510E4"/>
                </a:solidFill>
                <a:latin typeface="Lato" panose="020F0502020204030203" pitchFamily="34" charset="0"/>
              </a:rPr>
              <a:t>           </a:t>
            </a:r>
            <a:r>
              <a:rPr lang="en-AU" sz="1200" dirty="0">
                <a:solidFill>
                  <a:srgbClr val="9510E4"/>
                </a:solidFill>
              </a:rPr>
              <a:t>📖</a:t>
            </a:r>
            <a:endParaRPr lang="en-US" sz="1200" b="1" dirty="0" smtClean="0">
              <a:solidFill>
                <a:srgbClr val="9510E4"/>
              </a:solidFill>
              <a:latin typeface="Lato" panose="020F0502020204030203" pitchFamily="34" charset="0"/>
            </a:endParaRPr>
          </a:p>
          <a:p>
            <a:endParaRPr lang="en-US" sz="1200" b="1" dirty="0" smtClean="0">
              <a:solidFill>
                <a:srgbClr val="9510E4"/>
              </a:solidFill>
              <a:latin typeface="Lato" panose="020F0502020204030203" pitchFamily="34" charset="0"/>
            </a:endParaRPr>
          </a:p>
          <a:p>
            <a:r>
              <a:rPr lang="en-US" sz="1200" b="1" dirty="0" smtClean="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smtClean="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smtClean="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p>
          <a:p>
            <a:endParaRPr lang="en-US" sz="400" b="1" dirty="0" smtClean="0">
              <a:solidFill>
                <a:schemeClr val="tx1">
                  <a:lumMod val="65000"/>
                  <a:lumOff val="35000"/>
                </a:schemeClr>
              </a:solidFill>
              <a:latin typeface="Lato" panose="020F0502020204030203" pitchFamily="34" charset="0"/>
            </a:endParaRPr>
          </a:p>
          <a:p>
            <a:r>
              <a:rPr lang="en-US" b="1" dirty="0" smtClean="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2417</TotalTime>
  <Words>1788</Words>
  <Application>Microsoft Office PowerPoint</Application>
  <PresentationFormat>Widescreen</PresentationFormat>
  <Paragraphs>632</Paragraphs>
  <Slides>26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26</vt:i4>
      </vt:variant>
    </vt:vector>
  </HeadingPairs>
  <TitlesOfParts>
    <vt:vector size="35" baseType="lpstr">
      <vt:lpstr>Arial</vt:lpstr>
      <vt:lpstr>Calibri</vt:lpstr>
      <vt:lpstr>Calibri Light</vt:lpstr>
      <vt:lpstr>Comfortaa</vt:lpstr>
      <vt:lpstr>French Script MT</vt:lpstr>
      <vt:lpstr>Google Sans</vt:lpstr>
      <vt:lpstr>Lato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User</cp:lastModifiedBy>
  <cp:revision>127</cp:revision>
  <dcterms:created xsi:type="dcterms:W3CDTF">2025-12-22T08:11:41Z</dcterms:created>
  <dcterms:modified xsi:type="dcterms:W3CDTF">2026-01-13T08:01:03Z</dcterms:modified>
</cp:coreProperties>
</file>