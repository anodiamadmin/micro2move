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FF"/>
    <a:srgbClr val="FFEBFF"/>
    <a:srgbClr val="FFC3FF"/>
    <a:srgbClr val="FFCDFF"/>
    <a:srgbClr val="FFE1FF"/>
    <a:srgbClr val="9510E4"/>
    <a:srgbClr val="FFFA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60" y="1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594955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0320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5062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09521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7009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55273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71583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0462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3731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52483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77255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54897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923143" y="566057"/>
            <a:ext cx="3425371" cy="5950857"/>
          </a:xfrm>
          <a:prstGeom prst="roundRect">
            <a:avLst/>
          </a:prstGeom>
          <a:solidFill>
            <a:srgbClr val="FFFAFF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extBox 5"/>
          <p:cNvSpPr txBox="1"/>
          <p:nvPr/>
        </p:nvSpPr>
        <p:spPr>
          <a:xfrm>
            <a:off x="1923143" y="1089660"/>
            <a:ext cx="3425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Welcome </a:t>
            </a:r>
            <a:r>
              <a:rPr lang="en-US" sz="2400" b="1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OwnerFName</a:t>
            </a:r>
            <a:endParaRPr lang="en-AU" sz="24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Oval 6"/>
          <p:cNvSpPr/>
          <p:nvPr/>
        </p:nvSpPr>
        <p:spPr>
          <a:xfrm>
            <a:off x="2825828" y="1921485"/>
            <a:ext cx="1620000" cy="1620000"/>
          </a:xfrm>
          <a:prstGeom prst="ellipse">
            <a:avLst/>
          </a:prstGeom>
          <a:solidFill>
            <a:srgbClr val="9510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Cross 8"/>
          <p:cNvSpPr/>
          <p:nvPr/>
        </p:nvSpPr>
        <p:spPr>
          <a:xfrm>
            <a:off x="3203071" y="2298728"/>
            <a:ext cx="865515" cy="865515"/>
          </a:xfrm>
          <a:prstGeom prst="plus">
            <a:avLst>
              <a:gd name="adj" fmla="val 43143"/>
            </a:avLst>
          </a:prstGeom>
          <a:solidFill>
            <a:srgbClr val="FF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/>
          <p:cNvSpPr txBox="1"/>
          <p:nvPr/>
        </p:nvSpPr>
        <p:spPr>
          <a:xfrm>
            <a:off x="1923142" y="3765972"/>
            <a:ext cx="3425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List your E-Bikes with </a:t>
            </a:r>
            <a:r>
              <a:rPr lang="en-US" b="1" dirty="0" smtClean="0">
                <a:solidFill>
                  <a:srgbClr val="9510E4"/>
                </a:solidFill>
              </a:rPr>
              <a:t>Micro2Move</a:t>
            </a:r>
            <a:endParaRPr lang="en-AU" b="1" dirty="0">
              <a:solidFill>
                <a:srgbClr val="9510E4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645107" y="4671100"/>
            <a:ext cx="198144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Benefits of joining us: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Piont</a:t>
            </a:r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Point 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Point C</a:t>
            </a:r>
            <a:endParaRPr lang="en-AU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251199" y="566056"/>
            <a:ext cx="3425371" cy="5950857"/>
          </a:xfrm>
          <a:prstGeom prst="roundRect">
            <a:avLst/>
          </a:prstGeom>
          <a:solidFill>
            <a:srgbClr val="FFFAFF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3" name="TextBox 12"/>
          <p:cNvSpPr txBox="1"/>
          <p:nvPr/>
        </p:nvSpPr>
        <p:spPr>
          <a:xfrm>
            <a:off x="6251199" y="1089659"/>
            <a:ext cx="3425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Welcome </a:t>
            </a:r>
            <a:r>
              <a:rPr lang="en-US" sz="2400" b="1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OwnerFName</a:t>
            </a:r>
            <a:endParaRPr lang="en-AU" sz="24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375495" y="5502147"/>
            <a:ext cx="3176778" cy="509526"/>
          </a:xfrm>
          <a:prstGeom prst="roundRect">
            <a:avLst/>
          </a:prstGeom>
          <a:solidFill>
            <a:srgbClr val="9510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List a New Bike</a:t>
            </a:r>
            <a:endParaRPr lang="en-AU" sz="2800" b="1" dirty="0"/>
          </a:p>
        </p:txBody>
      </p:sp>
      <p:sp>
        <p:nvSpPr>
          <p:cNvPr id="19" name="TextBox 18"/>
          <p:cNvSpPr txBox="1"/>
          <p:nvPr/>
        </p:nvSpPr>
        <p:spPr>
          <a:xfrm>
            <a:off x="6251198" y="1553909"/>
            <a:ext cx="3425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Y</a:t>
            </a:r>
            <a:r>
              <a:rPr lang="en-US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our E-Bikes on </a:t>
            </a:r>
            <a:r>
              <a:rPr lang="en-US" b="1" dirty="0" smtClean="0">
                <a:solidFill>
                  <a:srgbClr val="9510E4"/>
                </a:solidFill>
              </a:rPr>
              <a:t>Micro2Move</a:t>
            </a:r>
            <a:endParaRPr lang="en-AU" b="1" dirty="0">
              <a:solidFill>
                <a:srgbClr val="9510E4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9551974" y="1980057"/>
            <a:ext cx="84895" cy="3200139"/>
          </a:xfrm>
          <a:prstGeom prst="rect">
            <a:avLst/>
          </a:prstGeom>
          <a:solidFill>
            <a:srgbClr val="FFE1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1" name="Rectangle 20"/>
          <p:cNvSpPr/>
          <p:nvPr/>
        </p:nvSpPr>
        <p:spPr>
          <a:xfrm>
            <a:off x="9559183" y="2017226"/>
            <a:ext cx="50000" cy="561075"/>
          </a:xfrm>
          <a:prstGeom prst="rect">
            <a:avLst/>
          </a:prstGeom>
          <a:solidFill>
            <a:srgbClr val="FFC3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5" name="Rectangle 24"/>
          <p:cNvSpPr/>
          <p:nvPr/>
        </p:nvSpPr>
        <p:spPr>
          <a:xfrm>
            <a:off x="6375495" y="1986424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 rotWithShape="1">
          <a:blip r:embed="rId2"/>
          <a:srcRect l="35787" t="7837" b="12703"/>
          <a:stretch/>
        </p:blipFill>
        <p:spPr>
          <a:xfrm>
            <a:off x="6440266" y="2041291"/>
            <a:ext cx="562100" cy="52255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6" name="Rectangle 25"/>
          <p:cNvSpPr/>
          <p:nvPr/>
        </p:nvSpPr>
        <p:spPr>
          <a:xfrm>
            <a:off x="6375495" y="2626504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8" name="Rectangle 27"/>
          <p:cNvSpPr/>
          <p:nvPr/>
        </p:nvSpPr>
        <p:spPr>
          <a:xfrm>
            <a:off x="6375494" y="3267747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0" name="Rectangle 29"/>
          <p:cNvSpPr/>
          <p:nvPr/>
        </p:nvSpPr>
        <p:spPr>
          <a:xfrm>
            <a:off x="6375494" y="3907827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2" name="Rectangle 31"/>
          <p:cNvSpPr/>
          <p:nvPr/>
        </p:nvSpPr>
        <p:spPr>
          <a:xfrm>
            <a:off x="6375494" y="4547907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 rotWithShape="1">
          <a:blip r:embed="rId3"/>
          <a:srcRect l="28965" r="6291" b="7480"/>
          <a:stretch/>
        </p:blipFill>
        <p:spPr>
          <a:xfrm>
            <a:off x="6440162" y="2677149"/>
            <a:ext cx="562304" cy="55313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37" name="Picture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162" y="3326548"/>
            <a:ext cx="576917" cy="5435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032" name="Picture 8" descr="https://encrypted-tbn0.gstatic.com/images?q=tbn:ANd9GcRajqMZPxoY7U2VIDxwkOQVmI1zk_sYBKQpGoqOUrgC7LExtOUZqcJoy_Fippt5kxhf4fI&amp;s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36" r="19486"/>
          <a:stretch/>
        </p:blipFill>
        <p:spPr bwMode="auto">
          <a:xfrm>
            <a:off x="6440161" y="4594983"/>
            <a:ext cx="576917" cy="52788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ttps://encrypted-tbn0.gstatic.com/images?q=tbn:ANd9GcQ7yO2uk6-eQ4HTI1gXEQa4Cmy0cThMeQJLRkga7F5NuLaNgfb09kckDA&amp;s"/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30" r="21500"/>
          <a:stretch/>
        </p:blipFill>
        <p:spPr bwMode="auto">
          <a:xfrm>
            <a:off x="6420223" y="3933634"/>
            <a:ext cx="602181" cy="580675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Box 39"/>
          <p:cNvSpPr txBox="1"/>
          <p:nvPr/>
        </p:nvSpPr>
        <p:spPr>
          <a:xfrm>
            <a:off x="7067137" y="2100295"/>
            <a:ext cx="2537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BikeA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   </a:t>
            </a:r>
            <a:r>
              <a:rPr lang="en-US" dirty="0" smtClean="0">
                <a:solidFill>
                  <a:srgbClr val="9510E4"/>
                </a:solidFill>
              </a:rPr>
              <a:t> $85/</a:t>
            </a:r>
            <a:r>
              <a:rPr lang="en-US" dirty="0" err="1" smtClean="0">
                <a:solidFill>
                  <a:srgbClr val="9510E4"/>
                </a:solidFill>
              </a:rPr>
              <a:t>wk</a:t>
            </a:r>
            <a:endParaRPr lang="en-AU" dirty="0">
              <a:solidFill>
                <a:srgbClr val="9510E4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046760" y="2755355"/>
            <a:ext cx="2537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BikeB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   </a:t>
            </a:r>
            <a:r>
              <a:rPr lang="en-US" dirty="0" smtClean="0">
                <a:solidFill>
                  <a:srgbClr val="9510E4"/>
                </a:solidFill>
              </a:rPr>
              <a:t> $71/</a:t>
            </a:r>
            <a:r>
              <a:rPr lang="en-US" dirty="0" err="1" smtClean="0">
                <a:solidFill>
                  <a:srgbClr val="9510E4"/>
                </a:solidFill>
              </a:rPr>
              <a:t>wk</a:t>
            </a:r>
            <a:endParaRPr lang="en-AU" dirty="0">
              <a:solidFill>
                <a:srgbClr val="9510E4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069672" y="3387644"/>
            <a:ext cx="2537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BikeP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Cat-b     </a:t>
            </a:r>
            <a:r>
              <a:rPr lang="en-US" dirty="0" smtClean="0">
                <a:solidFill>
                  <a:srgbClr val="9510E4"/>
                </a:solidFill>
              </a:rPr>
              <a:t> $65/</a:t>
            </a:r>
            <a:r>
              <a:rPr lang="en-US" dirty="0" err="1" smtClean="0">
                <a:solidFill>
                  <a:srgbClr val="9510E4"/>
                </a:solidFill>
              </a:rPr>
              <a:t>wk</a:t>
            </a:r>
            <a:endParaRPr lang="en-AU" dirty="0">
              <a:solidFill>
                <a:srgbClr val="9510E4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062273" y="4057648"/>
            <a:ext cx="2537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BikeQ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Cat-b     </a:t>
            </a:r>
            <a:r>
              <a:rPr lang="en-US" dirty="0" smtClean="0">
                <a:solidFill>
                  <a:srgbClr val="9510E4"/>
                </a:solidFill>
              </a:rPr>
              <a:t> $35/</a:t>
            </a:r>
            <a:r>
              <a:rPr lang="en-US" dirty="0" err="1" smtClean="0">
                <a:solidFill>
                  <a:srgbClr val="9510E4"/>
                </a:solidFill>
              </a:rPr>
              <a:t>wk</a:t>
            </a:r>
            <a:endParaRPr lang="en-AU" dirty="0">
              <a:solidFill>
                <a:srgbClr val="9510E4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029158" y="4697728"/>
            <a:ext cx="2537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BikeD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   </a:t>
            </a:r>
            <a:r>
              <a:rPr lang="en-US" dirty="0" smtClean="0">
                <a:solidFill>
                  <a:srgbClr val="9510E4"/>
                </a:solidFill>
              </a:rPr>
              <a:t> $15/</a:t>
            </a:r>
            <a:r>
              <a:rPr lang="en-US" dirty="0" err="1" smtClean="0">
                <a:solidFill>
                  <a:srgbClr val="9510E4"/>
                </a:solidFill>
              </a:rPr>
              <a:t>wk</a:t>
            </a:r>
            <a:endParaRPr lang="en-AU" dirty="0">
              <a:solidFill>
                <a:srgbClr val="9510E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5128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/>
          <p:cNvSpPr/>
          <p:nvPr/>
        </p:nvSpPr>
        <p:spPr>
          <a:xfrm>
            <a:off x="6251199" y="566056"/>
            <a:ext cx="3425371" cy="5950857"/>
          </a:xfrm>
          <a:prstGeom prst="roundRect">
            <a:avLst/>
          </a:prstGeom>
          <a:solidFill>
            <a:srgbClr val="FFFAFF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3" name="TextBox 12"/>
          <p:cNvSpPr txBox="1"/>
          <p:nvPr/>
        </p:nvSpPr>
        <p:spPr>
          <a:xfrm>
            <a:off x="6251199" y="1089659"/>
            <a:ext cx="3425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Welcome </a:t>
            </a:r>
            <a:r>
              <a:rPr lang="en-US" sz="2400" b="1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OwnerFName</a:t>
            </a:r>
            <a:endParaRPr lang="en-AU" sz="24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375495" y="5502147"/>
            <a:ext cx="3176778" cy="509526"/>
          </a:xfrm>
          <a:prstGeom prst="roundRect">
            <a:avLst/>
          </a:prstGeom>
          <a:solidFill>
            <a:srgbClr val="9510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List a New Bike</a:t>
            </a:r>
            <a:endParaRPr lang="en-AU" sz="2800" b="1" dirty="0"/>
          </a:p>
        </p:txBody>
      </p:sp>
      <p:sp>
        <p:nvSpPr>
          <p:cNvPr id="19" name="TextBox 18"/>
          <p:cNvSpPr txBox="1"/>
          <p:nvPr/>
        </p:nvSpPr>
        <p:spPr>
          <a:xfrm>
            <a:off x="6251198" y="1553909"/>
            <a:ext cx="3425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Y</a:t>
            </a:r>
            <a:r>
              <a:rPr lang="en-US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our E-Bikes on </a:t>
            </a:r>
            <a:r>
              <a:rPr lang="en-US" b="1" dirty="0" smtClean="0">
                <a:solidFill>
                  <a:srgbClr val="9510E4"/>
                </a:solidFill>
              </a:rPr>
              <a:t>Micro2Move</a:t>
            </a:r>
            <a:endParaRPr lang="en-AU" b="1" dirty="0">
              <a:solidFill>
                <a:srgbClr val="9510E4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9551974" y="1980057"/>
            <a:ext cx="84895" cy="3200139"/>
          </a:xfrm>
          <a:prstGeom prst="rect">
            <a:avLst/>
          </a:prstGeom>
          <a:solidFill>
            <a:srgbClr val="FFE1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1" name="Rectangle 20"/>
          <p:cNvSpPr/>
          <p:nvPr/>
        </p:nvSpPr>
        <p:spPr>
          <a:xfrm>
            <a:off x="9559183" y="2017226"/>
            <a:ext cx="50000" cy="561075"/>
          </a:xfrm>
          <a:prstGeom prst="rect">
            <a:avLst/>
          </a:prstGeom>
          <a:solidFill>
            <a:srgbClr val="FFC3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5" name="Rectangle 24"/>
          <p:cNvSpPr/>
          <p:nvPr/>
        </p:nvSpPr>
        <p:spPr>
          <a:xfrm>
            <a:off x="6375495" y="1986424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 rotWithShape="1">
          <a:blip r:embed="rId2"/>
          <a:srcRect l="35787" t="7837" b="12703"/>
          <a:stretch/>
        </p:blipFill>
        <p:spPr>
          <a:xfrm>
            <a:off x="6440266" y="2041291"/>
            <a:ext cx="562100" cy="52255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6" name="Rectangle 25"/>
          <p:cNvSpPr/>
          <p:nvPr/>
        </p:nvSpPr>
        <p:spPr>
          <a:xfrm>
            <a:off x="6375495" y="2626504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8" name="Rectangle 27"/>
          <p:cNvSpPr/>
          <p:nvPr/>
        </p:nvSpPr>
        <p:spPr>
          <a:xfrm>
            <a:off x="6375494" y="3267747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0" name="Rectangle 29"/>
          <p:cNvSpPr/>
          <p:nvPr/>
        </p:nvSpPr>
        <p:spPr>
          <a:xfrm>
            <a:off x="6375494" y="3907827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2" name="Rectangle 31"/>
          <p:cNvSpPr/>
          <p:nvPr/>
        </p:nvSpPr>
        <p:spPr>
          <a:xfrm>
            <a:off x="6375494" y="4547907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 rotWithShape="1">
          <a:blip r:embed="rId3"/>
          <a:srcRect l="28965" r="6291" b="7480"/>
          <a:stretch/>
        </p:blipFill>
        <p:spPr>
          <a:xfrm>
            <a:off x="6440162" y="2677149"/>
            <a:ext cx="562304" cy="55313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37" name="Picture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162" y="3326548"/>
            <a:ext cx="576917" cy="5435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032" name="Picture 8" descr="https://encrypted-tbn0.gstatic.com/images?q=tbn:ANd9GcRajqMZPxoY7U2VIDxwkOQVmI1zk_sYBKQpGoqOUrgC7LExtOUZqcJoy_Fippt5kxhf4fI&amp;s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36" r="19486"/>
          <a:stretch/>
        </p:blipFill>
        <p:spPr bwMode="auto">
          <a:xfrm>
            <a:off x="6440161" y="4594983"/>
            <a:ext cx="576917" cy="52788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ttps://encrypted-tbn0.gstatic.com/images?q=tbn:ANd9GcQ7yO2uk6-eQ4HTI1gXEQa4Cmy0cThMeQJLRkga7F5NuLaNgfb09kckDA&amp;s"/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30" r="21500"/>
          <a:stretch/>
        </p:blipFill>
        <p:spPr bwMode="auto">
          <a:xfrm>
            <a:off x="6420223" y="3933634"/>
            <a:ext cx="602181" cy="580675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Box 39"/>
          <p:cNvSpPr txBox="1"/>
          <p:nvPr/>
        </p:nvSpPr>
        <p:spPr>
          <a:xfrm>
            <a:off x="7067137" y="2100295"/>
            <a:ext cx="2537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BikeA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   </a:t>
            </a:r>
            <a:r>
              <a:rPr lang="en-US" dirty="0" smtClean="0">
                <a:solidFill>
                  <a:srgbClr val="9510E4"/>
                </a:solidFill>
              </a:rPr>
              <a:t> $85/</a:t>
            </a:r>
            <a:r>
              <a:rPr lang="en-US" dirty="0" err="1" smtClean="0">
                <a:solidFill>
                  <a:srgbClr val="9510E4"/>
                </a:solidFill>
              </a:rPr>
              <a:t>wk</a:t>
            </a:r>
            <a:endParaRPr lang="en-AU" dirty="0">
              <a:solidFill>
                <a:srgbClr val="9510E4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046760" y="2755355"/>
            <a:ext cx="2537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BikeB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   </a:t>
            </a:r>
            <a:r>
              <a:rPr lang="en-US" dirty="0" smtClean="0">
                <a:solidFill>
                  <a:srgbClr val="9510E4"/>
                </a:solidFill>
              </a:rPr>
              <a:t> $71/</a:t>
            </a:r>
            <a:r>
              <a:rPr lang="en-US" dirty="0" err="1" smtClean="0">
                <a:solidFill>
                  <a:srgbClr val="9510E4"/>
                </a:solidFill>
              </a:rPr>
              <a:t>wk</a:t>
            </a:r>
            <a:endParaRPr lang="en-AU" dirty="0">
              <a:solidFill>
                <a:srgbClr val="9510E4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069672" y="3387644"/>
            <a:ext cx="2537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BikeP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Cat-b     </a:t>
            </a:r>
            <a:r>
              <a:rPr lang="en-US" dirty="0" smtClean="0">
                <a:solidFill>
                  <a:srgbClr val="9510E4"/>
                </a:solidFill>
              </a:rPr>
              <a:t> $65/</a:t>
            </a:r>
            <a:r>
              <a:rPr lang="en-US" dirty="0" err="1" smtClean="0">
                <a:solidFill>
                  <a:srgbClr val="9510E4"/>
                </a:solidFill>
              </a:rPr>
              <a:t>wk</a:t>
            </a:r>
            <a:endParaRPr lang="en-AU" dirty="0">
              <a:solidFill>
                <a:srgbClr val="9510E4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062273" y="4057648"/>
            <a:ext cx="2537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BikeQ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Cat-b     </a:t>
            </a:r>
            <a:r>
              <a:rPr lang="en-US" dirty="0" smtClean="0">
                <a:solidFill>
                  <a:srgbClr val="9510E4"/>
                </a:solidFill>
              </a:rPr>
              <a:t> $35/</a:t>
            </a:r>
            <a:r>
              <a:rPr lang="en-US" dirty="0" err="1" smtClean="0">
                <a:solidFill>
                  <a:srgbClr val="9510E4"/>
                </a:solidFill>
              </a:rPr>
              <a:t>wk</a:t>
            </a:r>
            <a:endParaRPr lang="en-AU" dirty="0">
              <a:solidFill>
                <a:srgbClr val="9510E4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029158" y="4697728"/>
            <a:ext cx="2537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BikeD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   </a:t>
            </a:r>
            <a:r>
              <a:rPr lang="en-US" dirty="0" smtClean="0">
                <a:solidFill>
                  <a:srgbClr val="9510E4"/>
                </a:solidFill>
              </a:rPr>
              <a:t> $15/</a:t>
            </a:r>
            <a:r>
              <a:rPr lang="en-US" dirty="0" err="1" smtClean="0">
                <a:solidFill>
                  <a:srgbClr val="9510E4"/>
                </a:solidFill>
              </a:rPr>
              <a:t>wk</a:t>
            </a:r>
            <a:endParaRPr lang="en-AU" dirty="0">
              <a:solidFill>
                <a:srgbClr val="9510E4"/>
              </a:solidFill>
            </a:endParaRP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0460" y="201087"/>
            <a:ext cx="3591426" cy="637311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57400" y="2663022"/>
            <a:ext cx="31833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 smtClean="0">
                <a:solidFill>
                  <a:schemeClr val="bg1">
                    <a:lumMod val="65000"/>
                  </a:schemeClr>
                </a:solidFill>
              </a:rPr>
              <a:t>02/Feb/2026        </a:t>
            </a:r>
            <a:r>
              <a:rPr lang="en-US" sz="1400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To</a:t>
            </a:r>
            <a:r>
              <a:rPr lang="en-US" sz="1400" b="1" dirty="0" smtClean="0">
                <a:solidFill>
                  <a:schemeClr val="bg1">
                    <a:lumMod val="65000"/>
                  </a:schemeClr>
                </a:solidFill>
              </a:rPr>
              <a:t>           31/Dec/2026  </a:t>
            </a:r>
            <a:endParaRPr lang="en-AU" sz="20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2034991" y="3419017"/>
            <a:ext cx="4587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 smtClean="0">
                <a:solidFill>
                  <a:schemeClr val="bg1">
                    <a:lumMod val="65000"/>
                  </a:schemeClr>
                </a:solidFill>
              </a:rPr>
              <a:t>$85</a:t>
            </a:r>
            <a:endParaRPr lang="en-AU" sz="20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034991" y="4206532"/>
            <a:ext cx="5709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 smtClean="0">
                <a:solidFill>
                  <a:schemeClr val="bg1">
                    <a:lumMod val="65000"/>
                  </a:schemeClr>
                </a:solidFill>
              </a:rPr>
              <a:t>Cat-a</a:t>
            </a:r>
            <a:endParaRPr lang="en-AU" sz="2000" b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24328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84</Words>
  <Application>Microsoft Office PowerPoint</Application>
  <PresentationFormat>Widescreen</PresentationFormat>
  <Paragraphs>25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8</cp:revision>
  <dcterms:created xsi:type="dcterms:W3CDTF">2025-12-22T08:11:41Z</dcterms:created>
  <dcterms:modified xsi:type="dcterms:W3CDTF">2025-12-22T09:31:56Z</dcterms:modified>
</cp:coreProperties>
</file>