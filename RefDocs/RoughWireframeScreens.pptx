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5FF"/>
    <a:srgbClr val="FFEBFF"/>
    <a:srgbClr val="FFC3FF"/>
    <a:srgbClr val="FFCDFF"/>
    <a:srgbClr val="FFE1FF"/>
    <a:srgbClr val="9510E4"/>
    <a:srgbClr val="FFFAF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6" d="100"/>
          <a:sy n="66" d="100"/>
        </p:scale>
        <p:origin x="663" y="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794AE-8A50-4593-BB55-4F3F1393AD41}" type="datetimeFigureOut">
              <a:rPr lang="en-AU" smtClean="0"/>
              <a:t>22/12/2025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64B-69A5-462E-97C1-0C2E5C35E5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594955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794AE-8A50-4593-BB55-4F3F1393AD41}" type="datetimeFigureOut">
              <a:rPr lang="en-AU" smtClean="0"/>
              <a:t>22/12/2025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64B-69A5-462E-97C1-0C2E5C35E5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803202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794AE-8A50-4593-BB55-4F3F1393AD41}" type="datetimeFigureOut">
              <a:rPr lang="en-AU" smtClean="0"/>
              <a:t>22/12/2025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64B-69A5-462E-97C1-0C2E5C35E5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350628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794AE-8A50-4593-BB55-4F3F1393AD41}" type="datetimeFigureOut">
              <a:rPr lang="en-AU" smtClean="0"/>
              <a:t>22/12/2025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64B-69A5-462E-97C1-0C2E5C35E5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095217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794AE-8A50-4593-BB55-4F3F1393AD41}" type="datetimeFigureOut">
              <a:rPr lang="en-AU" smtClean="0"/>
              <a:t>22/12/2025</a:t>
            </a:fld>
            <a:endParaRPr lang="en-A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64B-69A5-462E-97C1-0C2E5C35E5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170097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794AE-8A50-4593-BB55-4F3F1393AD41}" type="datetimeFigureOut">
              <a:rPr lang="en-AU" smtClean="0"/>
              <a:t>22/12/2025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64B-69A5-462E-97C1-0C2E5C35E5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552737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794AE-8A50-4593-BB55-4F3F1393AD41}" type="datetimeFigureOut">
              <a:rPr lang="en-AU" smtClean="0"/>
              <a:t>22/12/2025</a:t>
            </a:fld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64B-69A5-462E-97C1-0C2E5C35E5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715836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794AE-8A50-4593-BB55-4F3F1393AD41}" type="datetimeFigureOut">
              <a:rPr lang="en-AU" smtClean="0"/>
              <a:t>22/12/2025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64B-69A5-462E-97C1-0C2E5C35E5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04628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794AE-8A50-4593-BB55-4F3F1393AD41}" type="datetimeFigureOut">
              <a:rPr lang="en-AU" smtClean="0"/>
              <a:t>22/12/2025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64B-69A5-462E-97C1-0C2E5C35E5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037310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794AE-8A50-4593-BB55-4F3F1393AD41}" type="datetimeFigureOut">
              <a:rPr lang="en-AU" smtClean="0"/>
              <a:t>22/12/2025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64B-69A5-462E-97C1-0C2E5C35E5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524834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794AE-8A50-4593-BB55-4F3F1393AD41}" type="datetimeFigureOut">
              <a:rPr lang="en-AU" smtClean="0"/>
              <a:t>22/12/2025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64B-69A5-462E-97C1-0C2E5C35E5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772554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3794AE-8A50-4593-BB55-4F3F1393AD41}" type="datetimeFigureOut">
              <a:rPr lang="en-AU" smtClean="0"/>
              <a:t>22/12/2025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CB064B-69A5-462E-97C1-0C2E5C35E5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54897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923143" y="566057"/>
            <a:ext cx="3425371" cy="5950857"/>
          </a:xfrm>
          <a:prstGeom prst="roundRect">
            <a:avLst/>
          </a:prstGeom>
          <a:solidFill>
            <a:srgbClr val="FFFAFF"/>
          </a:solidFill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6" name="TextBox 5"/>
          <p:cNvSpPr txBox="1"/>
          <p:nvPr/>
        </p:nvSpPr>
        <p:spPr>
          <a:xfrm>
            <a:off x="1923143" y="1089660"/>
            <a:ext cx="3425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Welcome </a:t>
            </a:r>
            <a:r>
              <a:rPr lang="en-US" sz="2400" b="1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OwnerFName</a:t>
            </a:r>
            <a:endParaRPr lang="en-AU" sz="24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7" name="Oval 6"/>
          <p:cNvSpPr/>
          <p:nvPr/>
        </p:nvSpPr>
        <p:spPr>
          <a:xfrm>
            <a:off x="2825828" y="1921485"/>
            <a:ext cx="1620000" cy="1620000"/>
          </a:xfrm>
          <a:prstGeom prst="ellipse">
            <a:avLst/>
          </a:prstGeom>
          <a:solidFill>
            <a:srgbClr val="9510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9" name="Cross 8"/>
          <p:cNvSpPr/>
          <p:nvPr/>
        </p:nvSpPr>
        <p:spPr>
          <a:xfrm>
            <a:off x="3203071" y="2298728"/>
            <a:ext cx="865515" cy="865515"/>
          </a:xfrm>
          <a:prstGeom prst="plus">
            <a:avLst>
              <a:gd name="adj" fmla="val 43143"/>
            </a:avLst>
          </a:prstGeom>
          <a:solidFill>
            <a:srgbClr val="FFFA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TextBox 9"/>
          <p:cNvSpPr txBox="1"/>
          <p:nvPr/>
        </p:nvSpPr>
        <p:spPr>
          <a:xfrm>
            <a:off x="1923142" y="3765972"/>
            <a:ext cx="34253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List your E-Bikes with </a:t>
            </a:r>
            <a:r>
              <a:rPr lang="en-US" b="1" dirty="0" smtClean="0">
                <a:solidFill>
                  <a:srgbClr val="9510E4"/>
                </a:solidFill>
              </a:rPr>
              <a:t>Micro2Move</a:t>
            </a:r>
            <a:endParaRPr lang="en-AU" b="1" dirty="0">
              <a:solidFill>
                <a:srgbClr val="9510E4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645107" y="4671100"/>
            <a:ext cx="1981440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Benefits of joining us: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Piont</a:t>
            </a:r>
            <a:r>
              <a:rPr lang="en-US" sz="16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Point 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Point C</a:t>
            </a:r>
            <a:endParaRPr lang="en-AU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251199" y="566056"/>
            <a:ext cx="3425371" cy="5950857"/>
          </a:xfrm>
          <a:prstGeom prst="roundRect">
            <a:avLst/>
          </a:prstGeom>
          <a:solidFill>
            <a:srgbClr val="FFFAFF"/>
          </a:solidFill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13" name="TextBox 12"/>
          <p:cNvSpPr txBox="1"/>
          <p:nvPr/>
        </p:nvSpPr>
        <p:spPr>
          <a:xfrm>
            <a:off x="6251199" y="1089659"/>
            <a:ext cx="3425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Welcome </a:t>
            </a:r>
            <a:r>
              <a:rPr lang="en-US" sz="2400" b="1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OwnerFName</a:t>
            </a:r>
            <a:endParaRPr lang="en-AU" sz="24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6375495" y="5502147"/>
            <a:ext cx="3176778" cy="509526"/>
          </a:xfrm>
          <a:prstGeom prst="roundRect">
            <a:avLst/>
          </a:prstGeom>
          <a:solidFill>
            <a:srgbClr val="9510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List a New Bike</a:t>
            </a:r>
            <a:endParaRPr lang="en-AU" sz="2800" b="1" dirty="0"/>
          </a:p>
        </p:txBody>
      </p:sp>
      <p:sp>
        <p:nvSpPr>
          <p:cNvPr id="19" name="TextBox 18"/>
          <p:cNvSpPr txBox="1"/>
          <p:nvPr/>
        </p:nvSpPr>
        <p:spPr>
          <a:xfrm>
            <a:off x="6251198" y="1553909"/>
            <a:ext cx="34253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Y</a:t>
            </a:r>
            <a:r>
              <a:rPr lang="en-US" b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our E-Bikes on </a:t>
            </a:r>
            <a:r>
              <a:rPr lang="en-US" b="1" dirty="0" smtClean="0">
                <a:solidFill>
                  <a:srgbClr val="9510E4"/>
                </a:solidFill>
              </a:rPr>
              <a:t>Micro2Move</a:t>
            </a:r>
            <a:endParaRPr lang="en-AU" b="1" dirty="0">
              <a:solidFill>
                <a:srgbClr val="9510E4"/>
              </a:solidFill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9551974" y="1980057"/>
            <a:ext cx="84895" cy="3200139"/>
          </a:xfrm>
          <a:prstGeom prst="rect">
            <a:avLst/>
          </a:prstGeom>
          <a:solidFill>
            <a:srgbClr val="FFE1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1" name="Rectangle 20"/>
          <p:cNvSpPr/>
          <p:nvPr/>
        </p:nvSpPr>
        <p:spPr>
          <a:xfrm>
            <a:off x="9559183" y="2017226"/>
            <a:ext cx="50000" cy="561075"/>
          </a:xfrm>
          <a:prstGeom prst="rect">
            <a:avLst/>
          </a:prstGeom>
          <a:solidFill>
            <a:srgbClr val="FFC3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5" name="Rectangle 24"/>
          <p:cNvSpPr/>
          <p:nvPr/>
        </p:nvSpPr>
        <p:spPr>
          <a:xfrm>
            <a:off x="6375495" y="1986424"/>
            <a:ext cx="3164399" cy="632289"/>
          </a:xfrm>
          <a:prstGeom prst="rect">
            <a:avLst/>
          </a:prstGeom>
          <a:solidFill>
            <a:srgbClr val="FFE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23" name="Picture 22"/>
          <p:cNvPicPr>
            <a:picLocks noChangeAspect="1"/>
          </p:cNvPicPr>
          <p:nvPr/>
        </p:nvPicPr>
        <p:blipFill rotWithShape="1">
          <a:blip r:embed="rId2"/>
          <a:srcRect l="35787" t="7837" b="12703"/>
          <a:stretch/>
        </p:blipFill>
        <p:spPr>
          <a:xfrm>
            <a:off x="6440266" y="2041291"/>
            <a:ext cx="562100" cy="522553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26" name="Rectangle 25"/>
          <p:cNvSpPr/>
          <p:nvPr/>
        </p:nvSpPr>
        <p:spPr>
          <a:xfrm>
            <a:off x="6375495" y="2626504"/>
            <a:ext cx="3164399" cy="632289"/>
          </a:xfrm>
          <a:prstGeom prst="rect">
            <a:avLst/>
          </a:prstGeom>
          <a:solidFill>
            <a:srgbClr val="FFF5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8" name="Rectangle 27"/>
          <p:cNvSpPr/>
          <p:nvPr/>
        </p:nvSpPr>
        <p:spPr>
          <a:xfrm>
            <a:off x="6375494" y="3267747"/>
            <a:ext cx="3164399" cy="632289"/>
          </a:xfrm>
          <a:prstGeom prst="rect">
            <a:avLst/>
          </a:prstGeom>
          <a:solidFill>
            <a:srgbClr val="FFE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0" name="Rectangle 29"/>
          <p:cNvSpPr/>
          <p:nvPr/>
        </p:nvSpPr>
        <p:spPr>
          <a:xfrm>
            <a:off x="6375494" y="3907827"/>
            <a:ext cx="3164399" cy="632289"/>
          </a:xfrm>
          <a:prstGeom prst="rect">
            <a:avLst/>
          </a:prstGeom>
          <a:solidFill>
            <a:srgbClr val="FFF5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2" name="Rectangle 31"/>
          <p:cNvSpPr/>
          <p:nvPr/>
        </p:nvSpPr>
        <p:spPr>
          <a:xfrm>
            <a:off x="6375494" y="4547907"/>
            <a:ext cx="3164399" cy="632289"/>
          </a:xfrm>
          <a:prstGeom prst="rect">
            <a:avLst/>
          </a:prstGeom>
          <a:solidFill>
            <a:srgbClr val="FFE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35" name="Picture 34"/>
          <p:cNvPicPr>
            <a:picLocks noChangeAspect="1"/>
          </p:cNvPicPr>
          <p:nvPr/>
        </p:nvPicPr>
        <p:blipFill rotWithShape="1">
          <a:blip r:embed="rId3"/>
          <a:srcRect l="28965" r="6291" b="7480"/>
          <a:stretch/>
        </p:blipFill>
        <p:spPr>
          <a:xfrm>
            <a:off x="6440162" y="2677149"/>
            <a:ext cx="562304" cy="553131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37" name="Picture 3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0162" y="3326548"/>
            <a:ext cx="576917" cy="543500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1032" name="Picture 8" descr="https://encrypted-tbn0.gstatic.com/images?q=tbn:ANd9GcRajqMZPxoY7U2VIDxwkOQVmI1zk_sYBKQpGoqOUrgC7LExtOUZqcJoy_Fippt5kxhf4fI&amp;s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436" r="19486"/>
          <a:stretch/>
        </p:blipFill>
        <p:spPr bwMode="auto">
          <a:xfrm>
            <a:off x="6440161" y="4594983"/>
            <a:ext cx="576917" cy="527886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https://encrypted-tbn0.gstatic.com/images?q=tbn:ANd9GcQ7yO2uk6-eQ4HTI1gXEQa4Cmy0cThMeQJLRkga7F5NuLaNgfb09kckDA&amp;s"/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30" r="21500"/>
          <a:stretch/>
        </p:blipFill>
        <p:spPr bwMode="auto">
          <a:xfrm>
            <a:off x="6420223" y="3933634"/>
            <a:ext cx="602181" cy="580675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" name="TextBox 39"/>
          <p:cNvSpPr txBox="1"/>
          <p:nvPr/>
        </p:nvSpPr>
        <p:spPr>
          <a:xfrm>
            <a:off x="7067137" y="2100295"/>
            <a:ext cx="25374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BikeA</a:t>
            </a:r>
            <a:r>
              <a:rPr lang="en-US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   Cat-a     </a:t>
            </a:r>
            <a:r>
              <a:rPr lang="en-US" dirty="0" smtClean="0">
                <a:solidFill>
                  <a:srgbClr val="9510E4"/>
                </a:solidFill>
              </a:rPr>
              <a:t> $85/</a:t>
            </a:r>
            <a:r>
              <a:rPr lang="en-US" dirty="0" err="1" smtClean="0">
                <a:solidFill>
                  <a:srgbClr val="9510E4"/>
                </a:solidFill>
              </a:rPr>
              <a:t>wk</a:t>
            </a:r>
            <a:endParaRPr lang="en-AU" dirty="0">
              <a:solidFill>
                <a:srgbClr val="9510E4"/>
              </a:solidFill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7046760" y="2755355"/>
            <a:ext cx="25374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BikeB</a:t>
            </a:r>
            <a:r>
              <a:rPr lang="en-US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   Cat-a     </a:t>
            </a:r>
            <a:r>
              <a:rPr lang="en-US" dirty="0" smtClean="0">
                <a:solidFill>
                  <a:srgbClr val="9510E4"/>
                </a:solidFill>
              </a:rPr>
              <a:t> $71/</a:t>
            </a:r>
            <a:r>
              <a:rPr lang="en-US" dirty="0" err="1" smtClean="0">
                <a:solidFill>
                  <a:srgbClr val="9510E4"/>
                </a:solidFill>
              </a:rPr>
              <a:t>wk</a:t>
            </a:r>
            <a:endParaRPr lang="en-AU" dirty="0">
              <a:solidFill>
                <a:srgbClr val="9510E4"/>
              </a:solidFill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7069672" y="3387644"/>
            <a:ext cx="25374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BikeP</a:t>
            </a:r>
            <a:r>
              <a:rPr lang="en-US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   Cat-b     </a:t>
            </a:r>
            <a:r>
              <a:rPr lang="en-US" dirty="0" smtClean="0">
                <a:solidFill>
                  <a:srgbClr val="9510E4"/>
                </a:solidFill>
              </a:rPr>
              <a:t> $65/</a:t>
            </a:r>
            <a:r>
              <a:rPr lang="en-US" dirty="0" err="1" smtClean="0">
                <a:solidFill>
                  <a:srgbClr val="9510E4"/>
                </a:solidFill>
              </a:rPr>
              <a:t>wk</a:t>
            </a:r>
            <a:endParaRPr lang="en-AU" dirty="0">
              <a:solidFill>
                <a:srgbClr val="9510E4"/>
              </a:solidFill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7062273" y="4057648"/>
            <a:ext cx="25374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BikeQ</a:t>
            </a:r>
            <a:r>
              <a:rPr lang="en-US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   Cat-b     </a:t>
            </a:r>
            <a:r>
              <a:rPr lang="en-US" dirty="0" smtClean="0">
                <a:solidFill>
                  <a:srgbClr val="9510E4"/>
                </a:solidFill>
              </a:rPr>
              <a:t> $35/</a:t>
            </a:r>
            <a:r>
              <a:rPr lang="en-US" dirty="0" err="1" smtClean="0">
                <a:solidFill>
                  <a:srgbClr val="9510E4"/>
                </a:solidFill>
              </a:rPr>
              <a:t>wk</a:t>
            </a:r>
            <a:endParaRPr lang="en-AU" dirty="0">
              <a:solidFill>
                <a:srgbClr val="9510E4"/>
              </a:solidFill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7029158" y="4697728"/>
            <a:ext cx="25374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BikeD</a:t>
            </a:r>
            <a:r>
              <a:rPr lang="en-US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   Cat-a     </a:t>
            </a:r>
            <a:r>
              <a:rPr lang="en-US" dirty="0" smtClean="0">
                <a:solidFill>
                  <a:srgbClr val="9510E4"/>
                </a:solidFill>
              </a:rPr>
              <a:t> $15/</a:t>
            </a:r>
            <a:r>
              <a:rPr lang="en-US" dirty="0" err="1" smtClean="0">
                <a:solidFill>
                  <a:srgbClr val="9510E4"/>
                </a:solidFill>
              </a:rPr>
              <a:t>wk</a:t>
            </a:r>
            <a:endParaRPr lang="en-AU" dirty="0">
              <a:solidFill>
                <a:srgbClr val="9510E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51288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ed Rectangle 11"/>
          <p:cNvSpPr/>
          <p:nvPr/>
        </p:nvSpPr>
        <p:spPr>
          <a:xfrm>
            <a:off x="6251199" y="566056"/>
            <a:ext cx="3425371" cy="5950857"/>
          </a:xfrm>
          <a:prstGeom prst="roundRect">
            <a:avLst/>
          </a:prstGeom>
          <a:solidFill>
            <a:srgbClr val="FFFAFF"/>
          </a:solidFill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13" name="TextBox 12"/>
          <p:cNvSpPr txBox="1"/>
          <p:nvPr/>
        </p:nvSpPr>
        <p:spPr>
          <a:xfrm>
            <a:off x="6251199" y="1089659"/>
            <a:ext cx="3425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Welcome </a:t>
            </a:r>
            <a:r>
              <a:rPr lang="en-US" sz="2400" b="1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OwnerFName</a:t>
            </a:r>
            <a:endParaRPr lang="en-AU" sz="24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6375495" y="5502147"/>
            <a:ext cx="3176778" cy="509526"/>
          </a:xfrm>
          <a:prstGeom prst="roundRect">
            <a:avLst/>
          </a:prstGeom>
          <a:solidFill>
            <a:srgbClr val="9510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List a New Bike</a:t>
            </a:r>
            <a:endParaRPr lang="en-AU" sz="2800" b="1" dirty="0"/>
          </a:p>
        </p:txBody>
      </p:sp>
      <p:sp>
        <p:nvSpPr>
          <p:cNvPr id="19" name="TextBox 18"/>
          <p:cNvSpPr txBox="1"/>
          <p:nvPr/>
        </p:nvSpPr>
        <p:spPr>
          <a:xfrm>
            <a:off x="6251198" y="1553909"/>
            <a:ext cx="34253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Y</a:t>
            </a:r>
            <a:r>
              <a:rPr lang="en-US" b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our E-Bikes on </a:t>
            </a:r>
            <a:r>
              <a:rPr lang="en-US" b="1" dirty="0" smtClean="0">
                <a:solidFill>
                  <a:srgbClr val="9510E4"/>
                </a:solidFill>
              </a:rPr>
              <a:t>Micro2Move</a:t>
            </a:r>
            <a:endParaRPr lang="en-AU" b="1" dirty="0">
              <a:solidFill>
                <a:srgbClr val="9510E4"/>
              </a:solidFill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9551974" y="1980057"/>
            <a:ext cx="84895" cy="3200139"/>
          </a:xfrm>
          <a:prstGeom prst="rect">
            <a:avLst/>
          </a:prstGeom>
          <a:solidFill>
            <a:srgbClr val="FFE1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1" name="Rectangle 20"/>
          <p:cNvSpPr/>
          <p:nvPr/>
        </p:nvSpPr>
        <p:spPr>
          <a:xfrm>
            <a:off x="9559183" y="2017226"/>
            <a:ext cx="50000" cy="561075"/>
          </a:xfrm>
          <a:prstGeom prst="rect">
            <a:avLst/>
          </a:prstGeom>
          <a:solidFill>
            <a:srgbClr val="FFC3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5" name="Rectangle 24"/>
          <p:cNvSpPr/>
          <p:nvPr/>
        </p:nvSpPr>
        <p:spPr>
          <a:xfrm>
            <a:off x="6375495" y="1986424"/>
            <a:ext cx="3164399" cy="632289"/>
          </a:xfrm>
          <a:prstGeom prst="rect">
            <a:avLst/>
          </a:prstGeom>
          <a:solidFill>
            <a:srgbClr val="FFE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23" name="Picture 22"/>
          <p:cNvPicPr>
            <a:picLocks noChangeAspect="1"/>
          </p:cNvPicPr>
          <p:nvPr/>
        </p:nvPicPr>
        <p:blipFill rotWithShape="1">
          <a:blip r:embed="rId2"/>
          <a:srcRect l="35787" t="7837" b="12703"/>
          <a:stretch/>
        </p:blipFill>
        <p:spPr>
          <a:xfrm>
            <a:off x="6440266" y="2041291"/>
            <a:ext cx="562100" cy="522553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26" name="Rectangle 25"/>
          <p:cNvSpPr/>
          <p:nvPr/>
        </p:nvSpPr>
        <p:spPr>
          <a:xfrm>
            <a:off x="6375495" y="2626504"/>
            <a:ext cx="3164399" cy="632289"/>
          </a:xfrm>
          <a:prstGeom prst="rect">
            <a:avLst/>
          </a:prstGeom>
          <a:solidFill>
            <a:srgbClr val="FFF5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8" name="Rectangle 27"/>
          <p:cNvSpPr/>
          <p:nvPr/>
        </p:nvSpPr>
        <p:spPr>
          <a:xfrm>
            <a:off x="6375494" y="3267747"/>
            <a:ext cx="3164399" cy="632289"/>
          </a:xfrm>
          <a:prstGeom prst="rect">
            <a:avLst/>
          </a:prstGeom>
          <a:solidFill>
            <a:srgbClr val="FFE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0" name="Rectangle 29"/>
          <p:cNvSpPr/>
          <p:nvPr/>
        </p:nvSpPr>
        <p:spPr>
          <a:xfrm>
            <a:off x="6375494" y="3907827"/>
            <a:ext cx="3164399" cy="632289"/>
          </a:xfrm>
          <a:prstGeom prst="rect">
            <a:avLst/>
          </a:prstGeom>
          <a:solidFill>
            <a:srgbClr val="FFF5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2" name="Rectangle 31"/>
          <p:cNvSpPr/>
          <p:nvPr/>
        </p:nvSpPr>
        <p:spPr>
          <a:xfrm>
            <a:off x="6375494" y="4547907"/>
            <a:ext cx="3164399" cy="632289"/>
          </a:xfrm>
          <a:prstGeom prst="rect">
            <a:avLst/>
          </a:prstGeom>
          <a:solidFill>
            <a:srgbClr val="FFE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35" name="Picture 34"/>
          <p:cNvPicPr>
            <a:picLocks noChangeAspect="1"/>
          </p:cNvPicPr>
          <p:nvPr/>
        </p:nvPicPr>
        <p:blipFill rotWithShape="1">
          <a:blip r:embed="rId3"/>
          <a:srcRect l="28965" r="6291" b="7480"/>
          <a:stretch/>
        </p:blipFill>
        <p:spPr>
          <a:xfrm>
            <a:off x="6440162" y="2677149"/>
            <a:ext cx="562304" cy="553131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37" name="Picture 3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0162" y="3326548"/>
            <a:ext cx="576917" cy="543500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1032" name="Picture 8" descr="https://encrypted-tbn0.gstatic.com/images?q=tbn:ANd9GcRajqMZPxoY7U2VIDxwkOQVmI1zk_sYBKQpGoqOUrgC7LExtOUZqcJoy_Fippt5kxhf4fI&amp;s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436" r="19486"/>
          <a:stretch/>
        </p:blipFill>
        <p:spPr bwMode="auto">
          <a:xfrm>
            <a:off x="6440161" y="4594983"/>
            <a:ext cx="576917" cy="527886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https://encrypted-tbn0.gstatic.com/images?q=tbn:ANd9GcQ7yO2uk6-eQ4HTI1gXEQa4Cmy0cThMeQJLRkga7F5NuLaNgfb09kckDA&amp;s"/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30" r="21500"/>
          <a:stretch/>
        </p:blipFill>
        <p:spPr bwMode="auto">
          <a:xfrm>
            <a:off x="6420223" y="3933634"/>
            <a:ext cx="602181" cy="580675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" name="TextBox 39"/>
          <p:cNvSpPr txBox="1"/>
          <p:nvPr/>
        </p:nvSpPr>
        <p:spPr>
          <a:xfrm>
            <a:off x="7067137" y="2100295"/>
            <a:ext cx="25374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BikeA</a:t>
            </a:r>
            <a:r>
              <a:rPr lang="en-US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   Cat-a     </a:t>
            </a:r>
            <a:r>
              <a:rPr lang="en-US" dirty="0" smtClean="0">
                <a:solidFill>
                  <a:srgbClr val="9510E4"/>
                </a:solidFill>
              </a:rPr>
              <a:t> $85/</a:t>
            </a:r>
            <a:r>
              <a:rPr lang="en-US" dirty="0" err="1" smtClean="0">
                <a:solidFill>
                  <a:srgbClr val="9510E4"/>
                </a:solidFill>
              </a:rPr>
              <a:t>wk</a:t>
            </a:r>
            <a:endParaRPr lang="en-AU" dirty="0">
              <a:solidFill>
                <a:srgbClr val="9510E4"/>
              </a:solidFill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7046760" y="2755355"/>
            <a:ext cx="25374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BikeB</a:t>
            </a:r>
            <a:r>
              <a:rPr lang="en-US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   Cat-a     </a:t>
            </a:r>
            <a:r>
              <a:rPr lang="en-US" dirty="0" smtClean="0">
                <a:solidFill>
                  <a:srgbClr val="9510E4"/>
                </a:solidFill>
              </a:rPr>
              <a:t> $71/</a:t>
            </a:r>
            <a:r>
              <a:rPr lang="en-US" dirty="0" err="1" smtClean="0">
                <a:solidFill>
                  <a:srgbClr val="9510E4"/>
                </a:solidFill>
              </a:rPr>
              <a:t>wk</a:t>
            </a:r>
            <a:endParaRPr lang="en-AU" dirty="0">
              <a:solidFill>
                <a:srgbClr val="9510E4"/>
              </a:solidFill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7069672" y="3387644"/>
            <a:ext cx="25374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BikeP</a:t>
            </a:r>
            <a:r>
              <a:rPr lang="en-US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   Cat-b     </a:t>
            </a:r>
            <a:r>
              <a:rPr lang="en-US" dirty="0" smtClean="0">
                <a:solidFill>
                  <a:srgbClr val="9510E4"/>
                </a:solidFill>
              </a:rPr>
              <a:t> $65/</a:t>
            </a:r>
            <a:r>
              <a:rPr lang="en-US" dirty="0" err="1" smtClean="0">
                <a:solidFill>
                  <a:srgbClr val="9510E4"/>
                </a:solidFill>
              </a:rPr>
              <a:t>wk</a:t>
            </a:r>
            <a:endParaRPr lang="en-AU" dirty="0">
              <a:solidFill>
                <a:srgbClr val="9510E4"/>
              </a:solidFill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7062273" y="4057648"/>
            <a:ext cx="25374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BikeQ</a:t>
            </a:r>
            <a:r>
              <a:rPr lang="en-US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   Cat-b     </a:t>
            </a:r>
            <a:r>
              <a:rPr lang="en-US" dirty="0" smtClean="0">
                <a:solidFill>
                  <a:srgbClr val="9510E4"/>
                </a:solidFill>
              </a:rPr>
              <a:t> $35/</a:t>
            </a:r>
            <a:r>
              <a:rPr lang="en-US" dirty="0" err="1" smtClean="0">
                <a:solidFill>
                  <a:srgbClr val="9510E4"/>
                </a:solidFill>
              </a:rPr>
              <a:t>wk</a:t>
            </a:r>
            <a:endParaRPr lang="en-AU" dirty="0">
              <a:solidFill>
                <a:srgbClr val="9510E4"/>
              </a:solidFill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7029158" y="4697728"/>
            <a:ext cx="25374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BikeD</a:t>
            </a:r>
            <a:r>
              <a:rPr lang="en-US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   Cat-a     </a:t>
            </a:r>
            <a:r>
              <a:rPr lang="en-US" dirty="0" smtClean="0">
                <a:solidFill>
                  <a:srgbClr val="9510E4"/>
                </a:solidFill>
              </a:rPr>
              <a:t> $15/</a:t>
            </a:r>
            <a:r>
              <a:rPr lang="en-US" dirty="0" err="1" smtClean="0">
                <a:solidFill>
                  <a:srgbClr val="9510E4"/>
                </a:solidFill>
              </a:rPr>
              <a:t>wk</a:t>
            </a:r>
            <a:endParaRPr lang="en-AU" dirty="0">
              <a:solidFill>
                <a:srgbClr val="9510E4"/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9145" y="380001"/>
            <a:ext cx="3489592" cy="6199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24328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1813" y="435892"/>
            <a:ext cx="3572374" cy="6363588"/>
          </a:xfrm>
          <a:prstGeom prst="rect">
            <a:avLst/>
          </a:prstGeom>
        </p:spPr>
      </p:pic>
      <p:sp>
        <p:nvSpPr>
          <p:cNvPr id="31" name="Rounded Rectangle 30"/>
          <p:cNvSpPr/>
          <p:nvPr/>
        </p:nvSpPr>
        <p:spPr>
          <a:xfrm>
            <a:off x="1459611" y="5246183"/>
            <a:ext cx="3176778" cy="382814"/>
          </a:xfrm>
          <a:prstGeom prst="roundRect">
            <a:avLst/>
          </a:prstGeom>
          <a:solidFill>
            <a:srgbClr val="9510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smtClean="0"/>
              <a:t>My Bookings</a:t>
            </a:r>
            <a:endParaRPr lang="en-AU" sz="1600" b="1" dirty="0"/>
          </a:p>
        </p:txBody>
      </p:sp>
    </p:spTree>
    <p:extLst>
      <p:ext uri="{BB962C8B-B14F-4D97-AF65-F5344CB8AC3E}">
        <p14:creationId xmlns:p14="http://schemas.microsoft.com/office/powerpoint/2010/main" val="6385756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ounded Rectangle 32"/>
          <p:cNvSpPr/>
          <p:nvPr/>
        </p:nvSpPr>
        <p:spPr>
          <a:xfrm>
            <a:off x="6251199" y="566056"/>
            <a:ext cx="3425371" cy="5950857"/>
          </a:xfrm>
          <a:prstGeom prst="roundRect">
            <a:avLst/>
          </a:prstGeom>
          <a:solidFill>
            <a:srgbClr val="FFFAFF"/>
          </a:solidFill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34" name="TextBox 33"/>
          <p:cNvSpPr txBox="1"/>
          <p:nvPr/>
        </p:nvSpPr>
        <p:spPr>
          <a:xfrm>
            <a:off x="6251199" y="1089659"/>
            <a:ext cx="3425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Welcome </a:t>
            </a:r>
            <a:r>
              <a:rPr lang="en-US" sz="2400" b="1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Rent</a:t>
            </a:r>
            <a:r>
              <a:rPr lang="en-US" sz="2400" b="1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erFName</a:t>
            </a:r>
            <a:endParaRPr lang="en-AU" sz="24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6375495" y="5502147"/>
            <a:ext cx="3176778" cy="509526"/>
          </a:xfrm>
          <a:prstGeom prst="roundRect">
            <a:avLst/>
          </a:prstGeom>
          <a:solidFill>
            <a:srgbClr val="9510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 smtClean="0"/>
              <a:t>Book another </a:t>
            </a:r>
            <a:r>
              <a:rPr lang="en-US" sz="2800" b="1" dirty="0"/>
              <a:t>Bike</a:t>
            </a:r>
            <a:endParaRPr lang="en-AU" sz="2800" b="1" dirty="0"/>
          </a:p>
        </p:txBody>
      </p:sp>
      <p:sp>
        <p:nvSpPr>
          <p:cNvPr id="38" name="TextBox 37"/>
          <p:cNvSpPr txBox="1"/>
          <p:nvPr/>
        </p:nvSpPr>
        <p:spPr>
          <a:xfrm>
            <a:off x="6251198" y="1553909"/>
            <a:ext cx="34253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Y</a:t>
            </a:r>
            <a:r>
              <a:rPr lang="en-US" b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our </a:t>
            </a:r>
            <a:r>
              <a:rPr lang="en-US" b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Bookings</a:t>
            </a:r>
            <a:r>
              <a:rPr lang="en-US" b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n-US" b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on </a:t>
            </a:r>
            <a:r>
              <a:rPr lang="en-US" b="1" dirty="0" smtClean="0">
                <a:solidFill>
                  <a:srgbClr val="9510E4"/>
                </a:solidFill>
              </a:rPr>
              <a:t>Micro2Move</a:t>
            </a:r>
            <a:endParaRPr lang="en-AU" b="1" dirty="0">
              <a:solidFill>
                <a:srgbClr val="9510E4"/>
              </a:solidFill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9559183" y="2807370"/>
            <a:ext cx="69294" cy="2548245"/>
          </a:xfrm>
          <a:prstGeom prst="rect">
            <a:avLst/>
          </a:prstGeom>
          <a:solidFill>
            <a:srgbClr val="FFE1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5" name="Rectangle 44"/>
          <p:cNvSpPr/>
          <p:nvPr/>
        </p:nvSpPr>
        <p:spPr>
          <a:xfrm>
            <a:off x="9559183" y="2844540"/>
            <a:ext cx="50000" cy="561075"/>
          </a:xfrm>
          <a:prstGeom prst="rect">
            <a:avLst/>
          </a:prstGeom>
          <a:solidFill>
            <a:srgbClr val="FFC3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6" name="Rectangle 45"/>
          <p:cNvSpPr/>
          <p:nvPr/>
        </p:nvSpPr>
        <p:spPr>
          <a:xfrm>
            <a:off x="6375495" y="2813738"/>
            <a:ext cx="3164399" cy="632289"/>
          </a:xfrm>
          <a:prstGeom prst="rect">
            <a:avLst/>
          </a:prstGeom>
          <a:solidFill>
            <a:srgbClr val="FFE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 rotWithShape="1">
          <a:blip r:embed="rId2"/>
          <a:srcRect l="35787" t="7837" b="12703"/>
          <a:stretch/>
        </p:blipFill>
        <p:spPr>
          <a:xfrm>
            <a:off x="6440266" y="2868605"/>
            <a:ext cx="562100" cy="522553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48" name="Rectangle 47"/>
          <p:cNvSpPr/>
          <p:nvPr/>
        </p:nvSpPr>
        <p:spPr>
          <a:xfrm>
            <a:off x="6375495" y="3453818"/>
            <a:ext cx="3164399" cy="632289"/>
          </a:xfrm>
          <a:prstGeom prst="rect">
            <a:avLst/>
          </a:prstGeom>
          <a:solidFill>
            <a:srgbClr val="FFF5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9" name="Rectangle 48"/>
          <p:cNvSpPr/>
          <p:nvPr/>
        </p:nvSpPr>
        <p:spPr>
          <a:xfrm>
            <a:off x="6375494" y="4095061"/>
            <a:ext cx="3164399" cy="632289"/>
          </a:xfrm>
          <a:prstGeom prst="rect">
            <a:avLst/>
          </a:prstGeom>
          <a:solidFill>
            <a:srgbClr val="FFE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52" name="Picture 51"/>
          <p:cNvPicPr>
            <a:picLocks noChangeAspect="1"/>
          </p:cNvPicPr>
          <p:nvPr/>
        </p:nvPicPr>
        <p:blipFill rotWithShape="1">
          <a:blip r:embed="rId3"/>
          <a:srcRect l="28965" r="6291" b="7480"/>
          <a:stretch/>
        </p:blipFill>
        <p:spPr>
          <a:xfrm>
            <a:off x="6440162" y="3504463"/>
            <a:ext cx="562304" cy="553131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53" name="Picture 5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0162" y="4153862"/>
            <a:ext cx="576917" cy="543500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56" name="TextBox 55"/>
          <p:cNvSpPr txBox="1"/>
          <p:nvPr/>
        </p:nvSpPr>
        <p:spPr>
          <a:xfrm>
            <a:off x="7067137" y="3000179"/>
            <a:ext cx="25374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BikeA</a:t>
            </a:r>
            <a:r>
              <a:rPr lang="en-US" sz="12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  31/02/26 – 14/03/26     </a:t>
            </a:r>
            <a:r>
              <a:rPr lang="en-US" sz="1200" dirty="0" smtClean="0">
                <a:solidFill>
                  <a:srgbClr val="9510E4"/>
                </a:solidFill>
              </a:rPr>
              <a:t>$285</a:t>
            </a:r>
            <a:endParaRPr lang="en-AU" sz="1200" dirty="0">
              <a:solidFill>
                <a:srgbClr val="9510E4"/>
              </a:solidFill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7046760" y="3655239"/>
            <a:ext cx="25374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BikeB</a:t>
            </a:r>
            <a:r>
              <a:rPr lang="en-US" sz="12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   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31/02/26 – 14/03/26 </a:t>
            </a:r>
            <a:r>
              <a:rPr lang="en-US" sz="12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 </a:t>
            </a:r>
            <a:r>
              <a:rPr lang="en-US" sz="1200" dirty="0" smtClean="0">
                <a:solidFill>
                  <a:srgbClr val="9510E4"/>
                </a:solidFill>
              </a:rPr>
              <a:t> $172</a:t>
            </a:r>
            <a:endParaRPr lang="en-AU" sz="1200" dirty="0">
              <a:solidFill>
                <a:srgbClr val="9510E4"/>
              </a:solidFill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7069672" y="4287528"/>
            <a:ext cx="25374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BikeP</a:t>
            </a:r>
            <a:r>
              <a:rPr lang="en-US" sz="12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  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n-US" sz="12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13/02/27 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– </a:t>
            </a:r>
            <a:r>
              <a:rPr lang="en-US" sz="12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15/07/27       </a:t>
            </a:r>
            <a:r>
              <a:rPr lang="en-US" sz="1200" dirty="0" smtClean="0">
                <a:solidFill>
                  <a:srgbClr val="9510E4"/>
                </a:solidFill>
              </a:rPr>
              <a:t>$65</a:t>
            </a:r>
            <a:endParaRPr lang="en-AU" sz="1200" dirty="0">
              <a:solidFill>
                <a:srgbClr val="9510E4"/>
              </a:solidFill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0111" y="2179345"/>
            <a:ext cx="3315163" cy="495369"/>
          </a:xfrm>
          <a:prstGeom prst="rect">
            <a:avLst/>
          </a:prstGeom>
        </p:spPr>
      </p:pic>
      <p:sp>
        <p:nvSpPr>
          <p:cNvPr id="61" name="Rectangle 60"/>
          <p:cNvSpPr/>
          <p:nvPr/>
        </p:nvSpPr>
        <p:spPr>
          <a:xfrm>
            <a:off x="6394784" y="4723327"/>
            <a:ext cx="3164399" cy="632289"/>
          </a:xfrm>
          <a:prstGeom prst="rect">
            <a:avLst/>
          </a:prstGeom>
          <a:solidFill>
            <a:srgbClr val="FFF5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735298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189</TotalTime>
  <Words>107</Words>
  <Application>Microsoft Office PowerPoint</Application>
  <PresentationFormat>Widescreen</PresentationFormat>
  <Paragraphs>29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User</cp:lastModifiedBy>
  <cp:revision>12</cp:revision>
  <dcterms:created xsi:type="dcterms:W3CDTF">2025-12-22T08:11:41Z</dcterms:created>
  <dcterms:modified xsi:type="dcterms:W3CDTF">2025-12-22T11:42:10Z</dcterms:modified>
</cp:coreProperties>
</file>