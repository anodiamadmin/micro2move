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3FF"/>
    <a:srgbClr val="FFF5FF"/>
    <a:srgbClr val="9510E4"/>
    <a:srgbClr val="FFEBFF"/>
    <a:srgbClr val="FFCDFF"/>
    <a:srgbClr val="FFE1FF"/>
    <a:srgbClr val="FFFA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60" y="1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59495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0320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5062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9521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7009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55273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71583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0462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3731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52483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77255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3794AE-8A50-4593-BB55-4F3F1393AD41}" type="datetimeFigureOut">
              <a:rPr lang="en-AU" smtClean="0"/>
              <a:t>24/12/2025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54897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1923143" y="566057"/>
            <a:ext cx="3425371" cy="5950857"/>
            <a:chOff x="1923143" y="566057"/>
            <a:chExt cx="3425371" cy="5950857"/>
          </a:xfrm>
        </p:grpSpPr>
        <p:sp>
          <p:nvSpPr>
            <p:cNvPr id="5" name="Rounded Rectangle 4"/>
            <p:cNvSpPr/>
            <p:nvPr/>
          </p:nvSpPr>
          <p:spPr>
            <a:xfrm>
              <a:off x="1923143" y="566057"/>
              <a:ext cx="3425371" cy="5950857"/>
            </a:xfrm>
            <a:prstGeom prst="roundRect">
              <a:avLst/>
            </a:prstGeom>
            <a:solidFill>
              <a:srgbClr val="FFFAFF"/>
            </a:solidFill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1953294" y="5429294"/>
              <a:ext cx="3387600" cy="1080000"/>
            </a:xfrm>
            <a:custGeom>
              <a:avLst/>
              <a:gdLst>
                <a:gd name="connsiteX0" fmla="*/ 0 w 3396344"/>
                <a:gd name="connsiteY0" fmla="*/ 0 h 1119633"/>
                <a:gd name="connsiteX1" fmla="*/ 3396344 w 3396344"/>
                <a:gd name="connsiteY1" fmla="*/ 0 h 1119633"/>
                <a:gd name="connsiteX2" fmla="*/ 3396344 w 3396344"/>
                <a:gd name="connsiteY2" fmla="*/ 548726 h 1119633"/>
                <a:gd name="connsiteX3" fmla="*/ 2825437 w 3396344"/>
                <a:gd name="connsiteY3" fmla="*/ 1119633 h 1119633"/>
                <a:gd name="connsiteX4" fmla="*/ 541880 w 3396344"/>
                <a:gd name="connsiteY4" fmla="*/ 1119633 h 1119633"/>
                <a:gd name="connsiteX5" fmla="*/ 15838 w 3396344"/>
                <a:gd name="connsiteY5" fmla="*/ 770949 h 1119633"/>
                <a:gd name="connsiteX6" fmla="*/ 0 w 3396344"/>
                <a:gd name="connsiteY6" fmla="*/ 719928 h 1119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96344" h="1119633">
                  <a:moveTo>
                    <a:pt x="0" y="0"/>
                  </a:moveTo>
                  <a:lnTo>
                    <a:pt x="3396344" y="0"/>
                  </a:lnTo>
                  <a:lnTo>
                    <a:pt x="3396344" y="548726"/>
                  </a:lnTo>
                  <a:cubicBezTo>
                    <a:pt x="3396344" y="864029"/>
                    <a:pt x="3140740" y="1119633"/>
                    <a:pt x="2825437" y="1119633"/>
                  </a:cubicBezTo>
                  <a:lnTo>
                    <a:pt x="541880" y="1119633"/>
                  </a:lnTo>
                  <a:cubicBezTo>
                    <a:pt x="305403" y="1119633"/>
                    <a:pt x="102507" y="975856"/>
                    <a:pt x="15838" y="770949"/>
                  </a:cubicBezTo>
                  <a:lnTo>
                    <a:pt x="0" y="719928"/>
                  </a:lnTo>
                  <a:close/>
                </a:path>
              </a:pathLst>
            </a:custGeom>
            <a:solidFill>
              <a:srgbClr val="FFEB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2324100" y="5859780"/>
            <a:ext cx="594360" cy="533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38" name="TextBox 37"/>
          <p:cNvSpPr txBox="1"/>
          <p:nvPr/>
        </p:nvSpPr>
        <p:spPr>
          <a:xfrm>
            <a:off x="2164080" y="5631240"/>
            <a:ext cx="6781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b="1" dirty="0" smtClean="0">
                <a:solidFill>
                  <a:srgbClr val="9510E4"/>
                </a:solidFill>
              </a:rPr>
              <a:t>🚲</a:t>
            </a:r>
            <a:br>
              <a:rPr lang="en-AU" b="1" dirty="0" smtClean="0">
                <a:solidFill>
                  <a:srgbClr val="9510E4"/>
                </a:solidFill>
              </a:rPr>
            </a:br>
            <a:r>
              <a:rPr lang="en-AU" sz="1000" b="1" dirty="0" smtClean="0">
                <a:solidFill>
                  <a:srgbClr val="9510E4"/>
                </a:solidFill>
              </a:rPr>
              <a:t>My </a:t>
            </a:r>
            <a:r>
              <a:rPr lang="en-AU" sz="1000" b="1" dirty="0">
                <a:solidFill>
                  <a:srgbClr val="9510E4"/>
                </a:solidFill>
              </a:rPr>
              <a:t>Rides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0440" y="5612160"/>
            <a:ext cx="6781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b="1" dirty="0">
                <a:solidFill>
                  <a:schemeClr val="bg1">
                    <a:lumMod val="50000"/>
                  </a:schemeClr>
                </a:solidFill>
              </a:rPr>
              <a:t>🌐</a:t>
            </a:r>
            <a:r>
              <a:rPr lang="en-AU" b="1" dirty="0" smtClean="0">
                <a:solidFill>
                  <a:schemeClr val="bg1">
                    <a:lumMod val="50000"/>
                  </a:schemeClr>
                </a:solidFill>
              </a:rPr>
              <a:t/>
            </a:r>
            <a:br>
              <a:rPr lang="en-AU" b="1" dirty="0" smtClean="0">
                <a:solidFill>
                  <a:schemeClr val="bg1">
                    <a:lumMod val="50000"/>
                  </a:schemeClr>
                </a:solidFill>
              </a:rPr>
            </a:br>
            <a:r>
              <a:rPr lang="en-AU" sz="1000" b="1" dirty="0" smtClean="0">
                <a:solidFill>
                  <a:schemeClr val="bg1">
                    <a:lumMod val="50000"/>
                  </a:schemeClr>
                </a:solidFill>
              </a:rPr>
              <a:t>Explore</a:t>
            </a:r>
            <a:endParaRPr lang="en-AU" sz="10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198620" y="5631240"/>
            <a:ext cx="6781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b="1" dirty="0">
                <a:solidFill>
                  <a:schemeClr val="bg1">
                    <a:lumMod val="50000"/>
                  </a:schemeClr>
                </a:solidFill>
              </a:rPr>
              <a:t>👤</a:t>
            </a:r>
            <a:r>
              <a:rPr lang="en-AU" b="1" dirty="0" smtClean="0">
                <a:solidFill>
                  <a:schemeClr val="bg1">
                    <a:lumMod val="50000"/>
                  </a:schemeClr>
                </a:solidFill>
              </a:rPr>
              <a:t/>
            </a:r>
            <a:br>
              <a:rPr lang="en-AU" b="1" dirty="0" smtClean="0">
                <a:solidFill>
                  <a:schemeClr val="bg1">
                    <a:lumMod val="50000"/>
                  </a:schemeClr>
                </a:solidFill>
              </a:rPr>
            </a:br>
            <a:r>
              <a:rPr lang="en-AU" sz="1000" b="1" dirty="0" smtClean="0">
                <a:solidFill>
                  <a:schemeClr val="bg1">
                    <a:lumMod val="50000"/>
                  </a:schemeClr>
                </a:solidFill>
              </a:rPr>
              <a:t>Profile</a:t>
            </a:r>
            <a:endParaRPr lang="en-AU" sz="10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Oval 7"/>
          <p:cNvSpPr/>
          <p:nvPr/>
        </p:nvSpPr>
        <p:spPr>
          <a:xfrm>
            <a:off x="3036665" y="5646480"/>
            <a:ext cx="327471" cy="338054"/>
          </a:xfrm>
          <a:prstGeom prst="ellipse">
            <a:avLst/>
          </a:prstGeom>
          <a:solidFill>
            <a:srgbClr val="FFC3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842260" y="5631180"/>
            <a:ext cx="701040" cy="5270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b="1" dirty="0" smtClean="0">
                <a:solidFill>
                  <a:schemeClr val="bg1">
                    <a:lumMod val="50000"/>
                  </a:schemeClr>
                </a:solidFill>
              </a:rPr>
              <a:t>🚲</a:t>
            </a:r>
            <a:br>
              <a:rPr lang="en-AU" b="1" dirty="0" smtClean="0">
                <a:solidFill>
                  <a:schemeClr val="bg1">
                    <a:lumMod val="50000"/>
                  </a:schemeClr>
                </a:solidFill>
              </a:rPr>
            </a:br>
            <a:r>
              <a:rPr lang="en-AU" sz="1000" b="1" dirty="0" smtClean="0">
                <a:solidFill>
                  <a:schemeClr val="bg1">
                    <a:lumMod val="50000"/>
                  </a:schemeClr>
                </a:solidFill>
              </a:rPr>
              <a:t>My Bikes</a:t>
            </a:r>
            <a:endParaRPr lang="en-AU" sz="1000" b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5128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923143" y="566057"/>
            <a:ext cx="3425371" cy="5950857"/>
          </a:xfrm>
          <a:prstGeom prst="roundRect">
            <a:avLst/>
          </a:prstGeom>
          <a:solidFill>
            <a:srgbClr val="FFFAFF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extBox 5"/>
          <p:cNvSpPr txBox="1"/>
          <p:nvPr/>
        </p:nvSpPr>
        <p:spPr>
          <a:xfrm>
            <a:off x="1923143" y="1089660"/>
            <a:ext cx="3425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Welcome </a:t>
            </a:r>
            <a:r>
              <a:rPr lang="en-US" sz="2400" b="1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OwnerFName</a:t>
            </a:r>
            <a:endParaRPr lang="en-AU" sz="2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Oval 6"/>
          <p:cNvSpPr/>
          <p:nvPr/>
        </p:nvSpPr>
        <p:spPr>
          <a:xfrm>
            <a:off x="2825828" y="1921485"/>
            <a:ext cx="1620000" cy="1620000"/>
          </a:xfrm>
          <a:prstGeom prst="ellipse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Cross 8"/>
          <p:cNvSpPr/>
          <p:nvPr/>
        </p:nvSpPr>
        <p:spPr>
          <a:xfrm>
            <a:off x="3203071" y="2298728"/>
            <a:ext cx="865515" cy="865515"/>
          </a:xfrm>
          <a:prstGeom prst="plus">
            <a:avLst>
              <a:gd name="adj" fmla="val 43143"/>
            </a:avLst>
          </a:prstGeom>
          <a:solidFill>
            <a:srgbClr val="FF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/>
          <p:cNvSpPr txBox="1"/>
          <p:nvPr/>
        </p:nvSpPr>
        <p:spPr>
          <a:xfrm>
            <a:off x="1923142" y="3765972"/>
            <a:ext cx="3425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List your E-Bikes with </a:t>
            </a:r>
            <a:r>
              <a:rPr lang="en-US" b="1" dirty="0" smtClean="0">
                <a:solidFill>
                  <a:srgbClr val="9510E4"/>
                </a:solidFill>
              </a:rPr>
              <a:t>Micro2Move</a:t>
            </a:r>
            <a:endParaRPr lang="en-AU" b="1" dirty="0">
              <a:solidFill>
                <a:srgbClr val="9510E4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645107" y="4671100"/>
            <a:ext cx="198144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Benefits of joining us: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Piont</a:t>
            </a:r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Point 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Point C</a:t>
            </a:r>
            <a:endParaRPr lang="en-AU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251199" y="566056"/>
            <a:ext cx="3425371" cy="5950857"/>
          </a:xfrm>
          <a:prstGeom prst="roundRect">
            <a:avLst/>
          </a:prstGeom>
          <a:solidFill>
            <a:srgbClr val="FFFAFF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3" name="TextBox 12"/>
          <p:cNvSpPr txBox="1"/>
          <p:nvPr/>
        </p:nvSpPr>
        <p:spPr>
          <a:xfrm>
            <a:off x="6251199" y="1089659"/>
            <a:ext cx="3425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Welcome </a:t>
            </a:r>
            <a:r>
              <a:rPr lang="en-US" sz="2400" b="1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OwnerFName</a:t>
            </a:r>
            <a:endParaRPr lang="en-AU" sz="2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375495" y="5502147"/>
            <a:ext cx="3176778" cy="509526"/>
          </a:xfrm>
          <a:prstGeom prst="roundRect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List a New Bike</a:t>
            </a:r>
            <a:endParaRPr lang="en-AU" sz="2800" b="1" dirty="0"/>
          </a:p>
        </p:txBody>
      </p:sp>
      <p:sp>
        <p:nvSpPr>
          <p:cNvPr id="19" name="TextBox 18"/>
          <p:cNvSpPr txBox="1"/>
          <p:nvPr/>
        </p:nvSpPr>
        <p:spPr>
          <a:xfrm>
            <a:off x="6251198" y="1553909"/>
            <a:ext cx="3425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Y</a:t>
            </a:r>
            <a:r>
              <a:rPr lang="en-US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our E-Bikes on </a:t>
            </a:r>
            <a:r>
              <a:rPr lang="en-US" b="1" dirty="0" smtClean="0">
                <a:solidFill>
                  <a:srgbClr val="9510E4"/>
                </a:solidFill>
              </a:rPr>
              <a:t>Micro2Move</a:t>
            </a:r>
            <a:endParaRPr lang="en-AU" b="1" dirty="0">
              <a:solidFill>
                <a:srgbClr val="9510E4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551974" y="1980057"/>
            <a:ext cx="84895" cy="3200139"/>
          </a:xfrm>
          <a:prstGeom prst="rect">
            <a:avLst/>
          </a:prstGeom>
          <a:solidFill>
            <a:srgbClr val="FFE1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Rectangle 20"/>
          <p:cNvSpPr/>
          <p:nvPr/>
        </p:nvSpPr>
        <p:spPr>
          <a:xfrm>
            <a:off x="9559183" y="2017226"/>
            <a:ext cx="50000" cy="561075"/>
          </a:xfrm>
          <a:prstGeom prst="rect">
            <a:avLst/>
          </a:prstGeom>
          <a:solidFill>
            <a:srgbClr val="FFC3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5" name="Rectangle 24"/>
          <p:cNvSpPr/>
          <p:nvPr/>
        </p:nvSpPr>
        <p:spPr>
          <a:xfrm>
            <a:off x="6375495" y="1986424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 rotWithShape="1">
          <a:blip r:embed="rId2"/>
          <a:srcRect l="35787" t="7837" b="12703"/>
          <a:stretch/>
        </p:blipFill>
        <p:spPr>
          <a:xfrm>
            <a:off x="6529355" y="2124112"/>
            <a:ext cx="383922" cy="35691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6" name="Rectangle 25"/>
          <p:cNvSpPr/>
          <p:nvPr/>
        </p:nvSpPr>
        <p:spPr>
          <a:xfrm>
            <a:off x="6375495" y="2626504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8" name="Rectangle 27"/>
          <p:cNvSpPr/>
          <p:nvPr/>
        </p:nvSpPr>
        <p:spPr>
          <a:xfrm>
            <a:off x="6375494" y="3267747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0" name="Rectangle 29"/>
          <p:cNvSpPr/>
          <p:nvPr/>
        </p:nvSpPr>
        <p:spPr>
          <a:xfrm>
            <a:off x="6375494" y="3907827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2" name="Rectangle 31"/>
          <p:cNvSpPr/>
          <p:nvPr/>
        </p:nvSpPr>
        <p:spPr>
          <a:xfrm>
            <a:off x="6375494" y="4547907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 rotWithShape="1">
          <a:blip r:embed="rId3"/>
          <a:srcRect l="28965" r="6291" b="7480"/>
          <a:stretch/>
        </p:blipFill>
        <p:spPr>
          <a:xfrm>
            <a:off x="6546741" y="2781989"/>
            <a:ext cx="349146" cy="34345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37" name="Picture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9510" y="3429563"/>
            <a:ext cx="358220" cy="33747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032" name="Picture 8" descr="https://encrypted-tbn0.gstatic.com/images?q=tbn:ANd9GcRajqMZPxoY7U2VIDxwkOQVmI1zk_sYBKQpGoqOUrgC7LExtOUZqcJoy_Fippt5kxhf4fI&amp;s"/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36" r="19486"/>
          <a:stretch/>
        </p:blipFill>
        <p:spPr bwMode="auto">
          <a:xfrm>
            <a:off x="6549509" y="4695039"/>
            <a:ext cx="358220" cy="327775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ttps://encrypted-tbn0.gstatic.com/images?q=tbn:ANd9GcQ7yO2uk6-eQ4HTI1gXEQa4Cmy0cThMeQJLRkga7F5NuLaNgfb09kckDA&amp;s"/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30" r="21500"/>
          <a:stretch/>
        </p:blipFill>
        <p:spPr bwMode="auto">
          <a:xfrm>
            <a:off x="6534360" y="4043695"/>
            <a:ext cx="373906" cy="36055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Box 39"/>
          <p:cNvSpPr txBox="1"/>
          <p:nvPr/>
        </p:nvSpPr>
        <p:spPr>
          <a:xfrm>
            <a:off x="7067137" y="2100295"/>
            <a:ext cx="25374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BikeA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  </a:t>
            </a:r>
            <a:r>
              <a:rPr lang="en-US" sz="1400" dirty="0" smtClean="0">
                <a:solidFill>
                  <a:srgbClr val="9510E4"/>
                </a:solidFill>
              </a:rPr>
              <a:t> $85/</a:t>
            </a:r>
            <a:r>
              <a:rPr lang="en-US" sz="1400" dirty="0" err="1" smtClean="0">
                <a:solidFill>
                  <a:srgbClr val="9510E4"/>
                </a:solidFill>
              </a:rPr>
              <a:t>wk</a:t>
            </a:r>
            <a:r>
              <a:rPr lang="en-US" sz="1400" dirty="0" smtClean="0">
                <a:solidFill>
                  <a:srgbClr val="9510E4"/>
                </a:solidFill>
              </a:rPr>
              <a:t>    ****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*</a:t>
            </a:r>
            <a:endParaRPr lang="en-AU" sz="14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046760" y="2755355"/>
            <a:ext cx="25901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BikeB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   </a:t>
            </a:r>
            <a:r>
              <a:rPr lang="en-US" sz="1400" dirty="0" smtClean="0">
                <a:solidFill>
                  <a:srgbClr val="9510E4"/>
                </a:solidFill>
              </a:rPr>
              <a:t> $</a:t>
            </a:r>
            <a:r>
              <a:rPr lang="en-US" sz="1400" dirty="0">
                <a:solidFill>
                  <a:srgbClr val="9510E4"/>
                </a:solidFill>
              </a:rPr>
              <a:t>71/</a:t>
            </a:r>
            <a:r>
              <a:rPr lang="en-US" sz="1400" dirty="0" err="1">
                <a:solidFill>
                  <a:srgbClr val="9510E4"/>
                </a:solidFill>
              </a:rPr>
              <a:t>wk</a:t>
            </a:r>
            <a:r>
              <a:rPr lang="en-US" sz="1400" dirty="0">
                <a:solidFill>
                  <a:srgbClr val="9510E4"/>
                </a:solidFill>
              </a:rPr>
              <a:t> </a:t>
            </a:r>
            <a:r>
              <a:rPr lang="en-US" sz="1400" dirty="0" smtClean="0">
                <a:solidFill>
                  <a:srgbClr val="9510E4"/>
                </a:solidFill>
              </a:rPr>
              <a:t>   ****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*</a:t>
            </a:r>
            <a:endParaRPr lang="en-AU" sz="1400" dirty="0">
              <a:solidFill>
                <a:srgbClr val="9510E4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69672" y="3387644"/>
            <a:ext cx="2594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BikeP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Cat-b     </a:t>
            </a:r>
            <a:r>
              <a:rPr lang="en-US" sz="1400" dirty="0" smtClean="0">
                <a:solidFill>
                  <a:srgbClr val="9510E4"/>
                </a:solidFill>
              </a:rPr>
              <a:t> $65/</a:t>
            </a:r>
            <a:r>
              <a:rPr lang="en-US" sz="1400" dirty="0" err="1" smtClean="0">
                <a:solidFill>
                  <a:srgbClr val="9510E4"/>
                </a:solidFill>
              </a:rPr>
              <a:t>wk</a:t>
            </a:r>
            <a:r>
              <a:rPr lang="en-US" sz="1400" dirty="0">
                <a:solidFill>
                  <a:srgbClr val="9510E4"/>
                </a:solidFill>
              </a:rPr>
              <a:t>   </a:t>
            </a:r>
            <a:r>
              <a:rPr lang="en-US" sz="1400" dirty="0" smtClean="0">
                <a:solidFill>
                  <a:srgbClr val="9510E4"/>
                </a:solidFill>
              </a:rPr>
              <a:t> ***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**</a:t>
            </a:r>
            <a:endParaRPr lang="en-AU" sz="1400" dirty="0">
              <a:solidFill>
                <a:srgbClr val="9510E4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062273" y="4065439"/>
            <a:ext cx="2636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BikeQ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Cat-b    </a:t>
            </a:r>
            <a:r>
              <a:rPr lang="en-US" sz="1400" dirty="0" smtClean="0">
                <a:solidFill>
                  <a:srgbClr val="9510E4"/>
                </a:solidFill>
              </a:rPr>
              <a:t> $35/</a:t>
            </a:r>
            <a:r>
              <a:rPr lang="en-US" sz="1400" dirty="0" err="1" smtClean="0">
                <a:solidFill>
                  <a:srgbClr val="9510E4"/>
                </a:solidFill>
              </a:rPr>
              <a:t>wk</a:t>
            </a:r>
            <a:r>
              <a:rPr lang="en-US" sz="1400" dirty="0" smtClean="0">
                <a:solidFill>
                  <a:srgbClr val="9510E4"/>
                </a:solidFill>
              </a:rPr>
              <a:t>    </a:t>
            </a:r>
            <a:r>
              <a:rPr lang="en-US" sz="1400" dirty="0">
                <a:solidFill>
                  <a:srgbClr val="9510E4"/>
                </a:solidFill>
              </a:rPr>
              <a:t>****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*</a:t>
            </a:r>
            <a:endParaRPr lang="en-AU" sz="1400" dirty="0">
              <a:solidFill>
                <a:srgbClr val="9510E4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029158" y="4697728"/>
            <a:ext cx="26350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BikeD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   </a:t>
            </a:r>
            <a:r>
              <a:rPr lang="en-US" sz="1400" dirty="0" smtClean="0">
                <a:solidFill>
                  <a:srgbClr val="9510E4"/>
                </a:solidFill>
              </a:rPr>
              <a:t> $15/</a:t>
            </a:r>
            <a:r>
              <a:rPr lang="en-US" sz="1400" dirty="0" err="1" smtClean="0">
                <a:solidFill>
                  <a:srgbClr val="9510E4"/>
                </a:solidFill>
              </a:rPr>
              <a:t>wk</a:t>
            </a:r>
            <a:r>
              <a:rPr lang="en-US" sz="1400" dirty="0">
                <a:solidFill>
                  <a:srgbClr val="9510E4"/>
                </a:solidFill>
              </a:rPr>
              <a:t>  </a:t>
            </a:r>
            <a:r>
              <a:rPr lang="en-US" sz="1400" dirty="0" smtClean="0">
                <a:solidFill>
                  <a:srgbClr val="9510E4"/>
                </a:solidFill>
              </a:rPr>
              <a:t>  **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***</a:t>
            </a:r>
            <a:endParaRPr lang="en-AU" sz="1400" dirty="0">
              <a:solidFill>
                <a:srgbClr val="9510E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5079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9145" y="380001"/>
            <a:ext cx="3489592" cy="6199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432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813" y="435892"/>
            <a:ext cx="3572374" cy="6363588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1459611" y="5246183"/>
            <a:ext cx="3176778" cy="382814"/>
          </a:xfrm>
          <a:prstGeom prst="roundRect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smtClean="0"/>
              <a:t>My Bookings</a:t>
            </a:r>
            <a:endParaRPr lang="en-AU" sz="1600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3776" y="131535"/>
            <a:ext cx="3571875" cy="636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575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ounded Rectangle 32"/>
          <p:cNvSpPr/>
          <p:nvPr/>
        </p:nvSpPr>
        <p:spPr>
          <a:xfrm>
            <a:off x="6251199" y="566056"/>
            <a:ext cx="3425371" cy="5950857"/>
          </a:xfrm>
          <a:prstGeom prst="roundRect">
            <a:avLst/>
          </a:prstGeom>
          <a:solidFill>
            <a:srgbClr val="FFFAFF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4" name="TextBox 33"/>
          <p:cNvSpPr txBox="1"/>
          <p:nvPr/>
        </p:nvSpPr>
        <p:spPr>
          <a:xfrm>
            <a:off x="6251199" y="1089659"/>
            <a:ext cx="3425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Welcome </a:t>
            </a:r>
            <a:r>
              <a:rPr lang="en-US" sz="2400" b="1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RenterFName</a:t>
            </a:r>
            <a:endParaRPr lang="en-AU" sz="2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375495" y="5502147"/>
            <a:ext cx="3176778" cy="509526"/>
          </a:xfrm>
          <a:prstGeom prst="roundRect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smtClean="0"/>
              <a:t>Book a </a:t>
            </a:r>
            <a:r>
              <a:rPr lang="en-US" sz="2800" b="1" dirty="0"/>
              <a:t>Bike</a:t>
            </a:r>
            <a:endParaRPr lang="en-AU" sz="2800" b="1" dirty="0"/>
          </a:p>
        </p:txBody>
      </p:sp>
      <p:sp>
        <p:nvSpPr>
          <p:cNvPr id="38" name="TextBox 37"/>
          <p:cNvSpPr txBox="1"/>
          <p:nvPr/>
        </p:nvSpPr>
        <p:spPr>
          <a:xfrm>
            <a:off x="6251198" y="1553909"/>
            <a:ext cx="3425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Y</a:t>
            </a:r>
            <a:r>
              <a:rPr lang="en-US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our Bookings on </a:t>
            </a:r>
            <a:r>
              <a:rPr lang="en-US" b="1" dirty="0" smtClean="0">
                <a:solidFill>
                  <a:srgbClr val="9510E4"/>
                </a:solidFill>
              </a:rPr>
              <a:t>Micro2Move</a:t>
            </a:r>
            <a:endParaRPr lang="en-AU" b="1" dirty="0">
              <a:solidFill>
                <a:srgbClr val="9510E4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559183" y="2807370"/>
            <a:ext cx="69294" cy="2548245"/>
          </a:xfrm>
          <a:prstGeom prst="rect">
            <a:avLst/>
          </a:prstGeom>
          <a:solidFill>
            <a:srgbClr val="FFE1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Rectangle 44"/>
          <p:cNvSpPr/>
          <p:nvPr/>
        </p:nvSpPr>
        <p:spPr>
          <a:xfrm>
            <a:off x="9559183" y="2844540"/>
            <a:ext cx="50000" cy="561075"/>
          </a:xfrm>
          <a:prstGeom prst="rect">
            <a:avLst/>
          </a:prstGeom>
          <a:solidFill>
            <a:srgbClr val="FFC3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6" name="Rectangle 45"/>
          <p:cNvSpPr/>
          <p:nvPr/>
        </p:nvSpPr>
        <p:spPr>
          <a:xfrm>
            <a:off x="6375495" y="2813738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 rotWithShape="1">
          <a:blip r:embed="rId2"/>
          <a:srcRect l="35787" t="7837" b="12703"/>
          <a:stretch/>
        </p:blipFill>
        <p:spPr>
          <a:xfrm>
            <a:off x="6440266" y="2868605"/>
            <a:ext cx="562100" cy="52255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48" name="Rectangle 47"/>
          <p:cNvSpPr/>
          <p:nvPr/>
        </p:nvSpPr>
        <p:spPr>
          <a:xfrm>
            <a:off x="6375495" y="3453818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9" name="Rectangle 48"/>
          <p:cNvSpPr/>
          <p:nvPr/>
        </p:nvSpPr>
        <p:spPr>
          <a:xfrm>
            <a:off x="6375494" y="4095061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52" name="Picture 51"/>
          <p:cNvPicPr>
            <a:picLocks noChangeAspect="1"/>
          </p:cNvPicPr>
          <p:nvPr/>
        </p:nvPicPr>
        <p:blipFill rotWithShape="1">
          <a:blip r:embed="rId3"/>
          <a:srcRect l="28965" r="6291" b="7480"/>
          <a:stretch/>
        </p:blipFill>
        <p:spPr>
          <a:xfrm>
            <a:off x="6440162" y="3504463"/>
            <a:ext cx="562304" cy="55313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53" name="Picture 5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162" y="4153862"/>
            <a:ext cx="576917" cy="5435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56" name="TextBox 55"/>
          <p:cNvSpPr txBox="1"/>
          <p:nvPr/>
        </p:nvSpPr>
        <p:spPr>
          <a:xfrm>
            <a:off x="7067137" y="3000179"/>
            <a:ext cx="253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BikeA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31/02/26 – 14/03/26     </a:t>
            </a:r>
            <a:r>
              <a:rPr lang="en-US" sz="1200" dirty="0" smtClean="0">
                <a:solidFill>
                  <a:srgbClr val="9510E4"/>
                </a:solidFill>
              </a:rPr>
              <a:t>$285</a:t>
            </a:r>
            <a:endParaRPr lang="en-AU" sz="1200" dirty="0">
              <a:solidFill>
                <a:srgbClr val="9510E4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046760" y="3655239"/>
            <a:ext cx="253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BikeB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31/02/26 – 14/03/26 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</a:t>
            </a:r>
            <a:r>
              <a:rPr lang="en-US" sz="1200" dirty="0" smtClean="0">
                <a:solidFill>
                  <a:srgbClr val="9510E4"/>
                </a:solidFill>
              </a:rPr>
              <a:t> $172</a:t>
            </a:r>
            <a:endParaRPr lang="en-AU" sz="1200" dirty="0">
              <a:solidFill>
                <a:srgbClr val="9510E4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7069672" y="4287528"/>
            <a:ext cx="253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BikeP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13/02/27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– 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15/07/27       </a:t>
            </a:r>
            <a:r>
              <a:rPr lang="en-US" sz="1200" dirty="0" smtClean="0">
                <a:solidFill>
                  <a:srgbClr val="9510E4"/>
                </a:solidFill>
              </a:rPr>
              <a:t>$65</a:t>
            </a:r>
            <a:endParaRPr lang="en-AU" sz="1200" dirty="0">
              <a:solidFill>
                <a:srgbClr val="9510E4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111" y="2179345"/>
            <a:ext cx="3315163" cy="495369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6394784" y="4723327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35298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1554</TotalTime>
  <Words>86</Words>
  <Application>Microsoft Office PowerPoint</Application>
  <PresentationFormat>Widescreen</PresentationFormat>
  <Paragraphs>25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19</cp:revision>
  <dcterms:created xsi:type="dcterms:W3CDTF">2025-12-22T08:11:41Z</dcterms:created>
  <dcterms:modified xsi:type="dcterms:W3CDTF">2025-12-24T05:46:25Z</dcterms:modified>
</cp:coreProperties>
</file>