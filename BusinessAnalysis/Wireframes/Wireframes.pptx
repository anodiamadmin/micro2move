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2" r:id="rId3"/>
    <p:sldId id="281" r:id="rId4"/>
    <p:sldId id="280" r:id="rId5"/>
    <p:sldId id="263" r:id="rId6"/>
    <p:sldId id="262" r:id="rId7"/>
    <p:sldId id="265" r:id="rId8"/>
    <p:sldId id="266" r:id="rId9"/>
    <p:sldId id="268" r:id="rId10"/>
    <p:sldId id="267" r:id="rId11"/>
    <p:sldId id="269" r:id="rId12"/>
    <p:sldId id="270" r:id="rId13"/>
    <p:sldId id="271" r:id="rId14"/>
    <p:sldId id="272" r:id="rId15"/>
    <p:sldId id="274" r:id="rId16"/>
    <p:sldId id="273" r:id="rId17"/>
    <p:sldId id="283" r:id="rId18"/>
    <p:sldId id="284" r:id="rId19"/>
    <p:sldId id="285" r:id="rId20"/>
    <p:sldId id="286" r:id="rId21"/>
    <p:sldId id="278" r:id="rId22"/>
    <p:sldId id="279" r:id="rId23"/>
    <p:sldId id="275" r:id="rId24"/>
    <p:sldId id="276" r:id="rId25"/>
    <p:sldId id="277" r:id="rId26"/>
    <p:sldId id="25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510E4"/>
    <a:srgbClr val="00FF80"/>
    <a:srgbClr val="008EFF"/>
    <a:srgbClr val="C0C000"/>
    <a:srgbClr val="C0FF00"/>
    <a:srgbClr val="007FFF"/>
    <a:srgbClr val="F4E1FF"/>
    <a:srgbClr val="FFEBFF"/>
    <a:srgbClr val="506445"/>
    <a:srgbClr val="FFF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64" d="100"/>
          <a:sy n="64" d="100"/>
        </p:scale>
        <p:origin x="86" y="4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13/01/2026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13/01/2026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13/01/2026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13/01/2026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13/01/2026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13/01/2026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13/01/2026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13/01/2026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2.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5.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7.png"/><Relationship Id="rId7" Type="http://schemas.openxmlformats.org/officeDocument/2006/relationships/image" Target="../media/image19.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15.png"/><Relationship Id="rId4" Type="http://schemas.openxmlformats.org/officeDocument/2006/relationships/image" Target="../media/image8.png"/><Relationship Id="rId9"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119" y="0"/>
            <a:ext cx="6858000" cy="685800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1534" y="1071350"/>
            <a:ext cx="3338978" cy="3338978"/>
          </a:xfrm>
          <a:prstGeom prst="rect">
            <a:avLst/>
          </a:prstGeom>
        </p:spPr>
      </p:pic>
      <p:sp>
        <p:nvSpPr>
          <p:cNvPr id="13" name="TextBox 12"/>
          <p:cNvSpPr txBox="1"/>
          <p:nvPr/>
        </p:nvSpPr>
        <p:spPr>
          <a:xfrm rot="16200000">
            <a:off x="-3045810" y="3044278"/>
            <a:ext cx="6858000" cy="769441"/>
          </a:xfrm>
          <a:prstGeom prst="rect">
            <a:avLst/>
          </a:prstGeom>
          <a:noFill/>
        </p:spPr>
        <p:txBody>
          <a:bodyPr wrap="square" rtlCol="0">
            <a:spAutoFit/>
          </a:bodyPr>
          <a:lstStyle/>
          <a:p>
            <a:r>
              <a:rPr lang="en-US" sz="4400" b="1" dirty="0"/>
              <a:t>Logo</a:t>
            </a:r>
            <a:endParaRPr lang="en-AU" sz="4400" b="1" dirty="0"/>
          </a:p>
        </p:txBody>
      </p:sp>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014548" y="175259"/>
            <a:ext cx="11177452" cy="66827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013" y="1088693"/>
            <a:ext cx="4762500" cy="47625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5364" y="623960"/>
            <a:ext cx="4286250" cy="42862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Blank BG</a:t>
            </a:r>
            <a:endParaRPr lang="en-AU" sz="4400" b="1" dirty="0"/>
          </a:p>
        </p:txBody>
      </p:sp>
    </p:spTree>
    <p:extLst>
      <p:ext uri="{BB962C8B-B14F-4D97-AF65-F5344CB8AC3E}">
        <p14:creationId xmlns:p14="http://schemas.microsoft.com/office/powerpoint/2010/main" val="423776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4828" y="-2"/>
            <a:ext cx="3596483" cy="6858000"/>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6772" y="0"/>
            <a:ext cx="3424708" cy="685800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 Landing Page</a:t>
            </a:r>
            <a:endParaRPr lang="en-AU" sz="4400" b="1" dirty="0"/>
          </a:p>
        </p:txBody>
      </p:sp>
    </p:spTree>
    <p:extLst>
      <p:ext uri="{BB962C8B-B14F-4D97-AF65-F5344CB8AC3E}">
        <p14:creationId xmlns:p14="http://schemas.microsoft.com/office/powerpoint/2010/main" val="2940405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014548" y="175260"/>
            <a:ext cx="10293531"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No/ Blank Bottom </a:t>
            </a:r>
            <a:r>
              <a:rPr lang="en-US" sz="4400" b="1" dirty="0" err="1"/>
              <a:t>Nav</a:t>
            </a:r>
            <a:endParaRPr lang="en-AU" sz="4400" b="1" dirty="0"/>
          </a:p>
        </p:txBody>
      </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My Rides, Bikes</a:t>
            </a:r>
            <a:endParaRPr lang="en-AU" sz="4400" b="1" dirty="0"/>
          </a:p>
        </p:txBody>
      </p:sp>
    </p:spTree>
    <p:extLst>
      <p:ext uri="{BB962C8B-B14F-4D97-AF65-F5344CB8AC3E}">
        <p14:creationId xmlns:p14="http://schemas.microsoft.com/office/powerpoint/2010/main" val="4173789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Explore Profile</a:t>
            </a:r>
            <a:endParaRPr lang="en-AU" sz="4400" b="1" dirty="0"/>
          </a:p>
        </p:txBody>
      </p:sp>
    </p:spTree>
    <p:extLst>
      <p:ext uri="{BB962C8B-B14F-4D97-AF65-F5344CB8AC3E}">
        <p14:creationId xmlns:p14="http://schemas.microsoft.com/office/powerpoint/2010/main" val="1617093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506445"/>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Terms &amp; Conditions</a:t>
              </a:r>
              <a:endParaRPr lang="en-AU" b="1" dirty="0">
                <a:solidFill>
                  <a:srgbClr val="506445"/>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3785652"/>
            </a:xfrm>
            <a:prstGeom prst="rect">
              <a:avLst/>
            </a:prstGeom>
            <a:noFill/>
          </p:spPr>
          <p:txBody>
            <a:bodyPr wrap="square" rtlCol="0">
              <a:spAutoFit/>
            </a:bodyPr>
            <a:lstStyle/>
            <a:p>
              <a:pPr algn="just"/>
              <a:r>
                <a:rPr lang="en-US" sz="12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responsibility…</a:t>
              </a:r>
              <a:r>
                <a:rPr lang="en-US" sz="1200" dirty="0">
                  <a:latin typeface="Lato" panose="020F0502020204030203" pitchFamily="34" charset="0"/>
                </a:rPr>
                <a:t> </a:t>
              </a:r>
              <a:r>
                <a:rPr lang="en-US" sz="1200" dirty="0">
                  <a:solidFill>
                    <a:srgbClr val="9510E4"/>
                  </a:solidFill>
                  <a:latin typeface="Lato" panose="020F0502020204030203" pitchFamily="34" charset="0"/>
                </a:rPr>
                <a:t>Read more</a:t>
              </a:r>
              <a:endParaRPr lang="en-AU" sz="1200" dirty="0">
                <a:solidFill>
                  <a:srgbClr val="9510E4"/>
                </a:solidFill>
                <a:latin typeface="Lato" panose="020F0502020204030203" pitchFamily="34" charset="0"/>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List your first E-bike</a:t>
              </a:r>
              <a:endParaRPr lang="en-AU" sz="1600" dirty="0">
                <a:solidFill>
                  <a:srgbClr val="506445"/>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Earn money while your bike is not in use.</a:t>
              </a:r>
            </a:p>
            <a:p>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Set pricing, availability, and approvals in-app.</a:t>
              </a:r>
              <a:endParaRPr lang="en-AU" sz="1050" dirty="0">
                <a:solidFill>
                  <a:srgbClr val="506445"/>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Your E-bikes</a:t>
            </a:r>
            <a:endParaRPr lang="en-AU" sz="1600" dirty="0">
              <a:solidFill>
                <a:srgbClr val="506445"/>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540659"/>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5"/>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633524" y="4065155"/>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5"/>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10079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6"/>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49244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7"/>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49203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pic>
        <p:nvPicPr>
          <p:cNvPr id="64" name="Picture 6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4"/>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892799"/>
            <a:ext cx="2932410" cy="996811"/>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23/01/2027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sp>
        <p:nvSpPr>
          <p:cNvPr id="53" name="TextBox 52"/>
          <p:cNvSpPr txBox="1"/>
          <p:nvPr/>
        </p:nvSpPr>
        <p:spPr>
          <a:xfrm>
            <a:off x="962401"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pic>
        <p:nvPicPr>
          <p:cNvPr id="78" name="Picture 7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5"/>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999295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43053"/>
            <a:ext cx="3208020" cy="5726259"/>
          </a:xfrm>
          <a:prstGeom prst="rect">
            <a:avLst/>
          </a:prstGeom>
        </p:spPr>
      </p:pic>
      <p:sp>
        <p:nvSpPr>
          <p:cNvPr id="18" name="Rectangle 17"/>
          <p:cNvSpPr/>
          <p:nvPr/>
        </p:nvSpPr>
        <p:spPr>
          <a:xfrm>
            <a:off x="5960091" y="2361063"/>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0"/>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45940"/>
            <a:ext cx="2973891" cy="246221"/>
          </a:xfrm>
          <a:prstGeom prst="rect">
            <a:avLst/>
          </a:prstGeom>
        </p:spPr>
        <p:txBody>
          <a:bodyPr wrap="non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spTree>
    <p:extLst>
      <p:ext uri="{BB962C8B-B14F-4D97-AF65-F5344CB8AC3E}">
        <p14:creationId xmlns:p14="http://schemas.microsoft.com/office/powerpoint/2010/main" val="1613775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spTree>
    <p:extLst>
      <p:ext uri="{BB962C8B-B14F-4D97-AF65-F5344CB8AC3E}">
        <p14:creationId xmlns:p14="http://schemas.microsoft.com/office/powerpoint/2010/main" val="4098316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2528</TotalTime>
  <Words>2219</Words>
  <Application>Microsoft Office PowerPoint</Application>
  <PresentationFormat>Widescreen</PresentationFormat>
  <Paragraphs>632</Paragraphs>
  <Slides>26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Calibri</vt:lpstr>
      <vt:lpstr>Calibri Light</vt:lpstr>
      <vt:lpstr>Comfortaa</vt:lpstr>
      <vt:lpstr>French Script MT</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sayanb0978@gmail.com</cp:lastModifiedBy>
  <cp:revision>128</cp:revision>
  <dcterms:created xsi:type="dcterms:W3CDTF">2025-12-22T08:11:41Z</dcterms:created>
  <dcterms:modified xsi:type="dcterms:W3CDTF">2026-01-13T16:16:25Z</dcterms:modified>
</cp:coreProperties>
</file>