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83" r:id="rId18"/>
    <p:sldId id="284" r:id="rId19"/>
    <p:sldId id="285" r:id="rId20"/>
    <p:sldId id="286" r:id="rId21"/>
    <p:sldId id="278" r:id="rId22"/>
    <p:sldId id="279" r:id="rId23"/>
    <p:sldId id="275" r:id="rId24"/>
    <p:sldId id="276" r:id="rId25"/>
    <p:sldId id="277" r:id="rId26"/>
    <p:sldId id="25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C69EE"/>
    <a:srgbClr val="FFEBFF"/>
    <a:srgbClr val="9510E4"/>
    <a:srgbClr val="00FF80"/>
    <a:srgbClr val="008EFF"/>
    <a:srgbClr val="C0C000"/>
    <a:srgbClr val="C0FF00"/>
    <a:srgbClr val="007FFF"/>
    <a:srgbClr val="F4E1FF"/>
    <a:srgbClr val="50644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70" d="100"/>
          <a:sy n="70" d="100"/>
        </p:scale>
        <p:origin x="525"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29/01/2026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29/01/2026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29/01/2026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29/01/2026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29/01/2026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29/01/2026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29/01/2026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29/01/2026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29/01/2026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29/01/2026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29/01/2026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29/01/2026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7.png"/><Relationship Id="rId7"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8.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8.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8.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9.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7.png"/><Relationship Id="rId7" Type="http://schemas.openxmlformats.org/officeDocument/2006/relationships/image" Target="../media/image20.png"/><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No/ Blank Bottom </a:t>
            </a:r>
            <a:r>
              <a:rPr lang="en-US" sz="4400" b="1" dirty="0" err="1"/>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responsibility…</a:t>
              </a:r>
              <a:r>
                <a:rPr lang="en-US" sz="1200" dirty="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a16="http://schemas.microsoft.com/office/drawing/2014/main" xmlns=""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a16="http://schemas.microsoft.com/office/drawing/2014/main" xmlns=""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xmlns=""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a16="http://schemas.microsoft.com/office/drawing/2014/main" xmlns=""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a16="http://schemas.microsoft.com/office/drawing/2014/main" xmlns=""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a16="http://schemas.microsoft.com/office/drawing/2014/main" xmlns=""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a16="http://schemas.microsoft.com/office/drawing/2014/main" xmlns=""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xmlns=""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a16="http://schemas.microsoft.com/office/drawing/2014/main" xmlns=""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a16="http://schemas.microsoft.com/office/drawing/2014/main" xmlns=""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a16="http://schemas.microsoft.com/office/drawing/2014/main" xmlns=""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a16="http://schemas.microsoft.com/office/drawing/2014/main" xmlns=""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a16="http://schemas.microsoft.com/office/drawing/2014/main" xmlns=""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a16="http://schemas.microsoft.com/office/drawing/2014/main" xmlns=""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xmlns=""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xmlns=""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3730</TotalTime>
  <Words>1790</Words>
  <Application>Microsoft Office PowerPoint</Application>
  <PresentationFormat>Widescreen</PresentationFormat>
  <Paragraphs>634</Paragraphs>
  <Slides>26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Calibri Light</vt:lpstr>
      <vt:lpstr>Comfortaa</vt:lpstr>
      <vt:lpstr>French Script MT</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143</cp:revision>
  <dcterms:created xsi:type="dcterms:W3CDTF">2025-12-22T08:11:41Z</dcterms:created>
  <dcterms:modified xsi:type="dcterms:W3CDTF">2026-01-29T10:03:39Z</dcterms:modified>
</cp:coreProperties>
</file>