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FF"/>
    <a:srgbClr val="FFEBFF"/>
    <a:srgbClr val="FFC3FF"/>
    <a:srgbClr val="FFCDFF"/>
    <a:srgbClr val="FFE1FF"/>
    <a:srgbClr val="9510E4"/>
    <a:srgbClr val="FFFA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9495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0320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506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9521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7009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5273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1583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46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3731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52483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255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3794AE-8A50-4593-BB55-4F3F1393AD41}" type="datetimeFigureOut">
              <a:rPr lang="en-AU" smtClean="0"/>
              <a:t>22/12/2025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B064B-69A5-462E-97C1-0C2E5C35E5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489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923143" y="566057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" name="TextBox 5"/>
          <p:cNvSpPr txBox="1"/>
          <p:nvPr/>
        </p:nvSpPr>
        <p:spPr>
          <a:xfrm>
            <a:off x="1923143" y="1089660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Oval 6"/>
          <p:cNvSpPr/>
          <p:nvPr/>
        </p:nvSpPr>
        <p:spPr>
          <a:xfrm>
            <a:off x="2825828" y="1921485"/>
            <a:ext cx="1620000" cy="1620000"/>
          </a:xfrm>
          <a:prstGeom prst="ellipse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Cross 8"/>
          <p:cNvSpPr/>
          <p:nvPr/>
        </p:nvSpPr>
        <p:spPr>
          <a:xfrm>
            <a:off x="3203071" y="2298728"/>
            <a:ext cx="865515" cy="865515"/>
          </a:xfrm>
          <a:prstGeom prst="plus">
            <a:avLst>
              <a:gd name="adj" fmla="val 43143"/>
            </a:avLst>
          </a:prstGeom>
          <a:solidFill>
            <a:srgbClr val="FFFA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/>
          <p:cNvSpPr txBox="1"/>
          <p:nvPr/>
        </p:nvSpPr>
        <p:spPr>
          <a:xfrm>
            <a:off x="1923142" y="3765972"/>
            <a:ext cx="3425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List your E-Bikes with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45107" y="4671100"/>
            <a:ext cx="198144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Benefits of joining us: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Piont</a:t>
            </a: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Point C</a:t>
            </a:r>
            <a:endParaRPr lang="en-AU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13" name="TextBox 12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OwnerFName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List a New Bike</a:t>
            </a:r>
            <a:endParaRPr lang="en-AU" sz="2800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E-Bikes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551974" y="1980057"/>
            <a:ext cx="84895" cy="3200139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Rectangle 20"/>
          <p:cNvSpPr/>
          <p:nvPr/>
        </p:nvSpPr>
        <p:spPr>
          <a:xfrm>
            <a:off x="9559183" y="2017226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/>
          <p:cNvSpPr/>
          <p:nvPr/>
        </p:nvSpPr>
        <p:spPr>
          <a:xfrm>
            <a:off x="6375495" y="1986424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529355" y="2124112"/>
            <a:ext cx="383922" cy="35691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6" name="Rectangle 25"/>
          <p:cNvSpPr/>
          <p:nvPr/>
        </p:nvSpPr>
        <p:spPr>
          <a:xfrm>
            <a:off x="6375495" y="2626504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Rectangle 27"/>
          <p:cNvSpPr/>
          <p:nvPr/>
        </p:nvSpPr>
        <p:spPr>
          <a:xfrm>
            <a:off x="6375494" y="326774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Rectangle 29"/>
          <p:cNvSpPr/>
          <p:nvPr/>
        </p:nvSpPr>
        <p:spPr>
          <a:xfrm>
            <a:off x="6375494" y="39078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Rectangle 31"/>
          <p:cNvSpPr/>
          <p:nvPr/>
        </p:nvSpPr>
        <p:spPr>
          <a:xfrm>
            <a:off x="6375494" y="4547907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546741" y="2781989"/>
            <a:ext cx="349146" cy="34345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510" y="3429563"/>
            <a:ext cx="358220" cy="33747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32" name="Picture 8" descr="https://encrypted-tbn0.gstatic.com/images?q=tbn:ANd9GcRajqMZPxoY7U2VIDxwkOQVmI1zk_sYBKQpGoqOUrgC7LExtOUZqcJoy_Fippt5kxhf4fI&amp;s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6" r="19486"/>
          <a:stretch/>
        </p:blipFill>
        <p:spPr bwMode="auto">
          <a:xfrm>
            <a:off x="6549509" y="4695039"/>
            <a:ext cx="358220" cy="32777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ttps://encrypted-tbn0.gstatic.com/images?q=tbn:ANd9GcQ7yO2uk6-eQ4HTI1gXEQa4Cmy0cThMeQJLRkga7F5NuLaNgfb09kckDA&amp;s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r="21500"/>
          <a:stretch/>
        </p:blipFill>
        <p:spPr bwMode="auto">
          <a:xfrm>
            <a:off x="6534360" y="4043695"/>
            <a:ext cx="373906" cy="360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/>
          <p:cNvSpPr txBox="1"/>
          <p:nvPr/>
        </p:nvSpPr>
        <p:spPr>
          <a:xfrm>
            <a:off x="7067137" y="2100295"/>
            <a:ext cx="25374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</a:t>
            </a:r>
            <a:r>
              <a:rPr lang="en-US" sz="1400" dirty="0" smtClean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$</a:t>
            </a:r>
            <a:r>
              <a:rPr lang="en-US" sz="1400" dirty="0" smtClean="0">
                <a:solidFill>
                  <a:srgbClr val="9510E4"/>
                </a:solidFill>
              </a:rPr>
              <a:t>85/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046760" y="2755355"/>
            <a:ext cx="2590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</a:t>
            </a:r>
            <a:r>
              <a:rPr lang="en-US" sz="1400" dirty="0" smtClean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$</a:t>
            </a:r>
            <a:r>
              <a:rPr lang="en-US" sz="1400" dirty="0">
                <a:solidFill>
                  <a:srgbClr val="9510E4"/>
                </a:solidFill>
              </a:rPr>
              <a:t>71/</a:t>
            </a:r>
            <a:r>
              <a:rPr lang="en-US" sz="1400" dirty="0" err="1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   ****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69672" y="3387644"/>
            <a:ext cx="2594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Cat-b     </a:t>
            </a:r>
            <a:r>
              <a:rPr lang="en-US" sz="1400" dirty="0" smtClean="0">
                <a:solidFill>
                  <a:srgbClr val="9510E4"/>
                </a:solidFill>
              </a:rPr>
              <a:t> $</a:t>
            </a:r>
            <a:r>
              <a:rPr lang="en-US" sz="1400" dirty="0" smtClean="0">
                <a:solidFill>
                  <a:srgbClr val="9510E4"/>
                </a:solidFill>
              </a:rPr>
              <a:t>65/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 </a:t>
            </a:r>
            <a:r>
              <a:rPr lang="en-US" sz="1400" dirty="0" smtClean="0">
                <a:solidFill>
                  <a:srgbClr val="9510E4"/>
                </a:solidFill>
              </a:rPr>
              <a:t> ***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062273" y="4065439"/>
            <a:ext cx="2636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BikeQ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Cat-b    </a:t>
            </a:r>
            <a:r>
              <a:rPr lang="en-US" sz="1400" dirty="0" smtClean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$</a:t>
            </a:r>
            <a:r>
              <a:rPr lang="en-US" sz="1400" dirty="0" smtClean="0">
                <a:solidFill>
                  <a:srgbClr val="9510E4"/>
                </a:solidFill>
              </a:rPr>
              <a:t>35/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 smtClean="0">
                <a:solidFill>
                  <a:srgbClr val="9510E4"/>
                </a:solidFill>
              </a:rPr>
              <a:t> </a:t>
            </a:r>
            <a:r>
              <a:rPr lang="en-US" sz="1400" dirty="0" smtClean="0">
                <a:solidFill>
                  <a:srgbClr val="9510E4"/>
                </a:solidFill>
              </a:rPr>
              <a:t>   </a:t>
            </a:r>
            <a:r>
              <a:rPr lang="en-US" sz="1400" dirty="0">
                <a:solidFill>
                  <a:srgbClr val="9510E4"/>
                </a:solidFill>
              </a:rPr>
              <a:t>****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*</a:t>
            </a:r>
            <a:endParaRPr lang="en-AU" sz="1400" dirty="0">
              <a:solidFill>
                <a:srgbClr val="9510E4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29158" y="4697728"/>
            <a:ext cx="26350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BikeD</a:t>
            </a:r>
            <a:r>
              <a:rPr lang="en-US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Cat-a     </a:t>
            </a:r>
            <a:r>
              <a:rPr lang="en-US" sz="1400" dirty="0" smtClean="0">
                <a:solidFill>
                  <a:srgbClr val="9510E4"/>
                </a:solidFill>
              </a:rPr>
              <a:t> $</a:t>
            </a:r>
            <a:r>
              <a:rPr lang="en-US" sz="1400" dirty="0" smtClean="0">
                <a:solidFill>
                  <a:srgbClr val="9510E4"/>
                </a:solidFill>
              </a:rPr>
              <a:t>15/</a:t>
            </a:r>
            <a:r>
              <a:rPr lang="en-US" sz="1400" dirty="0" err="1" smtClean="0">
                <a:solidFill>
                  <a:srgbClr val="9510E4"/>
                </a:solidFill>
              </a:rPr>
              <a:t>wk</a:t>
            </a:r>
            <a:r>
              <a:rPr lang="en-US" sz="1400" dirty="0">
                <a:solidFill>
                  <a:srgbClr val="9510E4"/>
                </a:solidFill>
              </a:rPr>
              <a:t>  </a:t>
            </a:r>
            <a:r>
              <a:rPr lang="en-US" sz="1400" dirty="0" smtClean="0">
                <a:solidFill>
                  <a:srgbClr val="9510E4"/>
                </a:solidFill>
              </a:rPr>
              <a:t>  **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***</a:t>
            </a:r>
            <a:endParaRPr lang="en-AU" sz="1400" dirty="0">
              <a:solidFill>
                <a:srgbClr val="9510E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5128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145" y="380001"/>
            <a:ext cx="3489592" cy="61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432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13" y="435892"/>
            <a:ext cx="3572374" cy="6363588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1459611" y="5246183"/>
            <a:ext cx="3176778" cy="382814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/>
              <a:t>My Bookings</a:t>
            </a:r>
            <a:endParaRPr lang="en-AU" sz="16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3776" y="131535"/>
            <a:ext cx="3571875" cy="636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75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32"/>
          <p:cNvSpPr/>
          <p:nvPr/>
        </p:nvSpPr>
        <p:spPr>
          <a:xfrm>
            <a:off x="6251199" y="566056"/>
            <a:ext cx="3425371" cy="5950857"/>
          </a:xfrm>
          <a:prstGeom prst="roundRect">
            <a:avLst/>
          </a:prstGeom>
          <a:solidFill>
            <a:srgbClr val="FFFAFF"/>
          </a:solidFill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TextBox 33"/>
          <p:cNvSpPr txBox="1"/>
          <p:nvPr/>
        </p:nvSpPr>
        <p:spPr>
          <a:xfrm>
            <a:off x="6251199" y="1089659"/>
            <a:ext cx="3425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Welcome </a:t>
            </a:r>
            <a:r>
              <a:rPr lang="en-US" sz="2400" b="1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RenterFName</a:t>
            </a:r>
            <a:endParaRPr lang="en-AU" sz="2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375495" y="5502147"/>
            <a:ext cx="3176778" cy="509526"/>
          </a:xfrm>
          <a:prstGeom prst="roundRect">
            <a:avLst/>
          </a:prstGeom>
          <a:solidFill>
            <a:srgbClr val="9510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smtClean="0"/>
              <a:t>Book </a:t>
            </a:r>
            <a:r>
              <a:rPr lang="en-US" sz="2800" b="1" dirty="0" smtClean="0"/>
              <a:t>a </a:t>
            </a:r>
            <a:r>
              <a:rPr lang="en-US" sz="2800" b="1" dirty="0"/>
              <a:t>Bike</a:t>
            </a:r>
            <a:endParaRPr lang="en-AU" sz="28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6251198" y="1553909"/>
            <a:ext cx="3425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</a:t>
            </a:r>
            <a:r>
              <a:rPr lang="en-US" b="1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our Bookings on </a:t>
            </a:r>
            <a:r>
              <a:rPr lang="en-US" b="1" dirty="0" smtClean="0">
                <a:solidFill>
                  <a:srgbClr val="9510E4"/>
                </a:solidFill>
              </a:rPr>
              <a:t>Micro2Move</a:t>
            </a:r>
            <a:endParaRPr lang="en-AU" b="1" dirty="0">
              <a:solidFill>
                <a:srgbClr val="9510E4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559183" y="2807370"/>
            <a:ext cx="69294" cy="2548245"/>
          </a:xfrm>
          <a:prstGeom prst="rect">
            <a:avLst/>
          </a:prstGeom>
          <a:solidFill>
            <a:srgbClr val="FFE1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Rectangle 44"/>
          <p:cNvSpPr/>
          <p:nvPr/>
        </p:nvSpPr>
        <p:spPr>
          <a:xfrm>
            <a:off x="9559183" y="2844540"/>
            <a:ext cx="50000" cy="561075"/>
          </a:xfrm>
          <a:prstGeom prst="rect">
            <a:avLst/>
          </a:prstGeom>
          <a:solidFill>
            <a:srgbClr val="FFC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Rectangle 45"/>
          <p:cNvSpPr/>
          <p:nvPr/>
        </p:nvSpPr>
        <p:spPr>
          <a:xfrm>
            <a:off x="6375495" y="2813738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 rotWithShape="1">
          <a:blip r:embed="rId2"/>
          <a:srcRect l="35787" t="7837" b="12703"/>
          <a:stretch/>
        </p:blipFill>
        <p:spPr>
          <a:xfrm>
            <a:off x="6440266" y="2868605"/>
            <a:ext cx="562100" cy="52255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Rectangle 47"/>
          <p:cNvSpPr/>
          <p:nvPr/>
        </p:nvSpPr>
        <p:spPr>
          <a:xfrm>
            <a:off x="6375495" y="3453818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Rectangle 48"/>
          <p:cNvSpPr/>
          <p:nvPr/>
        </p:nvSpPr>
        <p:spPr>
          <a:xfrm>
            <a:off x="6375494" y="4095061"/>
            <a:ext cx="3164399" cy="632289"/>
          </a:xfrm>
          <a:prstGeom prst="rect">
            <a:avLst/>
          </a:prstGeom>
          <a:solidFill>
            <a:srgbClr val="FFEB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52" name="Picture 51"/>
          <p:cNvPicPr>
            <a:picLocks noChangeAspect="1"/>
          </p:cNvPicPr>
          <p:nvPr/>
        </p:nvPicPr>
        <p:blipFill rotWithShape="1">
          <a:blip r:embed="rId3"/>
          <a:srcRect l="28965" r="6291" b="7480"/>
          <a:stretch/>
        </p:blipFill>
        <p:spPr>
          <a:xfrm>
            <a:off x="6440162" y="3504463"/>
            <a:ext cx="562304" cy="55313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3" name="Picture 5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62" y="4153862"/>
            <a:ext cx="576917" cy="5435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6" name="TextBox 55"/>
          <p:cNvSpPr txBox="1"/>
          <p:nvPr/>
        </p:nvSpPr>
        <p:spPr>
          <a:xfrm>
            <a:off x="7067137" y="300017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BikeA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31/02/26 – 14/03/26     </a:t>
            </a:r>
            <a:r>
              <a:rPr lang="en-US" sz="1200" dirty="0" smtClean="0">
                <a:solidFill>
                  <a:srgbClr val="9510E4"/>
                </a:solidFill>
              </a:rPr>
              <a:t>$285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046760" y="3655239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BikeB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31/02/26 – 14/03/26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rgbClr val="9510E4"/>
                </a:solidFill>
              </a:rPr>
              <a:t> $172</a:t>
            </a:r>
            <a:endParaRPr lang="en-AU" sz="1200" dirty="0">
              <a:solidFill>
                <a:srgbClr val="9510E4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069672" y="4287528"/>
            <a:ext cx="2537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BikeP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13/02/27 </a:t>
            </a: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– </a:t>
            </a:r>
            <a:r>
              <a:rPr lang="en-US" sz="12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15/07/27       </a:t>
            </a:r>
            <a:r>
              <a:rPr lang="en-US" sz="1200" dirty="0" smtClean="0">
                <a:solidFill>
                  <a:srgbClr val="9510E4"/>
                </a:solidFill>
              </a:rPr>
              <a:t>$65</a:t>
            </a:r>
            <a:endParaRPr lang="en-AU" sz="1200" dirty="0">
              <a:solidFill>
                <a:srgbClr val="9510E4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111" y="2179345"/>
            <a:ext cx="3315163" cy="495369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394784" y="4723327"/>
            <a:ext cx="3164399" cy="632289"/>
          </a:xfrm>
          <a:prstGeom prst="rect">
            <a:avLst/>
          </a:prstGeom>
          <a:solidFill>
            <a:srgbClr val="FF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3529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82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15</cp:revision>
  <dcterms:created xsi:type="dcterms:W3CDTF">2025-12-22T08:11:41Z</dcterms:created>
  <dcterms:modified xsi:type="dcterms:W3CDTF">2025-12-23T09:45:09Z</dcterms:modified>
</cp:coreProperties>
</file>